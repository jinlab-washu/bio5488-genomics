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6"/>
    <p:restoredTop sz="94729"/>
  </p:normalViewPr>
  <p:slideViewPr>
    <p:cSldViewPr snapToGrid="0">
      <p:cViewPr varScale="1">
        <p:scale>
          <a:sx n="110" d="100"/>
          <a:sy n="110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7315-03FE-E9C4-6896-EAC8F84EC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B6C85-84C9-8F0F-0443-4D990DC25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0CD1-5888-E6C9-BD64-64A6CF7A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11668-0DFE-370F-1959-77301D61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4DB8-BF8F-161D-3FC1-87B5CB69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4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8395-73F1-64B0-4956-75666D83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CC60-1888-9414-C63D-79D57C7B7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AAD9B-72FE-E897-7181-1D8E435D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20BA-D180-F36D-8395-826A99FB7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6BCC0-ECFE-7DEE-AFBD-945404DD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92C9-FEEC-138B-03F8-C04715FA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910A7-7C47-F846-976D-CFB5A28C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F34A8-DA7A-1099-D1C4-A2F0CA97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FF75E-893A-93CB-1072-58D2B1F5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F41E9-FC6B-B2D2-67D4-D9C7D15E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1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9BD4-4ED4-DF6D-4C0F-EC3070CB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372A0-BFE7-4C3D-00CD-C873B350B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01AF1-B154-110F-EF4B-2D30E235D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191C5-5E9E-A252-6B3D-084E1888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BBBE6-18F7-863C-B2B4-7E7DC647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B3068-73CA-268B-C582-87AF7C28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3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4799-C36C-CA07-85C2-F265127E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F0B94-1C4B-6098-A847-FB252B858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6127B-D54C-6332-5510-FAC23ABD7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B2FC9-CDC6-8C4F-1D7E-8A19677A5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86ABB-1C44-7F55-FF04-ABD39C91E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E0278C-3FF9-8B13-5265-2D2BFC79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31F5A-7CEC-0545-2737-A2FB0625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C95A6-DFFA-4D41-DE8C-48BB6BAA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0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1EEC-32A1-1E12-1AC6-536204DF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EE3B5-F78C-1048-E661-548EDD0D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08CB2-65E4-4FE6-798C-3CC901BD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DE2F8-9331-4AB4-0DAA-44AEF38D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6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2899CA-40CA-1DA1-DE3A-A4D3546B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670E7-1FA5-6740-8A5C-5AEAE3B1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ADC57-59AE-9D46-326A-17F0FBAC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8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8716-24C9-53A8-E31D-77A17609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8ED14-442D-70B6-F99E-EE50C207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AB1CF-1DB4-D2AC-2683-5814C9226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FAAD5-991B-F82E-D06F-07F89FAF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FCA8A-E2D8-342B-F6CF-FB9E4967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4E050-82A7-86AD-ACBA-9E5DC949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4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20B4-A3C7-0A2A-AFEB-11CCDFBA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09E5A-559A-EAE9-C066-F98C58251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FA967-A084-9550-FE49-8FC5B6397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A1324-B9A4-0E5A-52B4-9E4C740DB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6BD7A-0A5E-06E0-DB8C-B7636DDF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A7398-17AF-4A33-275F-68505D34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1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2F688-0E7B-A2D7-F46C-601586FD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CDD7F-6D4A-6AB3-F8B1-48320CD13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B3CFF-3FC7-D1FD-1242-B0A0F11E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942CA-D83D-4389-18B4-F359CC69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84195-5088-53E8-77A7-56C59C08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4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E75C4-CA06-7DCA-A263-283E0466C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70A30-C282-C7DA-9A24-68FAEDA69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F1407-7A15-1A39-A55F-2C76AC22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DA2FB-453B-B9F6-1614-28C345E6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C3C5-2AD3-A47F-F927-D12543CD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4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D6157-9A0C-D9B8-CD13-11D8D48F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FF420-78CA-915A-BA8E-69C974831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BD08-6781-D32C-DFA6-33FC2D178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BF2F6-B25A-B949-B2B0-C7E4092658DB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FD8A-A0A1-E5EA-9BA1-E60E98E54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83566-98F1-1994-3C85-989801A00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FA395-4C26-C149-9A12-09D07FDC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4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9736-A585-965E-2AE5-29BA67C91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Genomics Week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59869-2DE1-FD79-FDB1-F2E5875D3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2/27/26</a:t>
            </a:r>
          </a:p>
        </p:txBody>
      </p:sp>
    </p:spTree>
    <p:extLst>
      <p:ext uri="{BB962C8B-B14F-4D97-AF65-F5344CB8AC3E}">
        <p14:creationId xmlns:p14="http://schemas.microsoft.com/office/powerpoint/2010/main" val="416169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0169-FF0B-8920-75A5-1CB7FD50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and Review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E5DB1-2087-40D5-C96A-EF056204941F}"/>
              </a:ext>
            </a:extLst>
          </p:cNvPr>
          <p:cNvSpPr txBox="1"/>
          <p:nvPr/>
        </p:nvSpPr>
        <p:spPr>
          <a:xfrm>
            <a:off x="1585731" y="1690688"/>
            <a:ext cx="78710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Midterm exam is NEXT WEEK</a:t>
            </a:r>
          </a:p>
          <a:p>
            <a:endParaRPr lang="en-US" dirty="0"/>
          </a:p>
          <a:p>
            <a:r>
              <a:rPr lang="en-US" dirty="0"/>
              <a:t>It is highly recommended to attend the TA review session at 5PM on Monday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8C26E2-F44F-E693-8A93-E1D86A38FD59}"/>
              </a:ext>
            </a:extLst>
          </p:cNvPr>
          <p:cNvSpPr txBox="1">
            <a:spLocks/>
          </p:cNvSpPr>
          <p:nvPr/>
        </p:nvSpPr>
        <p:spPr>
          <a:xfrm>
            <a:off x="838200" y="32723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Feedback on RNA Biology and  Single-cell?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B79D0-C15F-716D-76F4-2B8EDACC541E}"/>
              </a:ext>
            </a:extLst>
          </p:cNvPr>
          <p:cNvSpPr txBox="1"/>
          <p:nvPr/>
        </p:nvSpPr>
        <p:spPr>
          <a:xfrm>
            <a:off x="1585731" y="5309314"/>
            <a:ext cx="9118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Feel free to contact me (</a:t>
            </a:r>
            <a:r>
              <a:rPr lang="en-US" dirty="0" err="1"/>
              <a:t>b.vancourt@wustl.edu</a:t>
            </a:r>
            <a:r>
              <a:rPr lang="en-US" dirty="0"/>
              <a:t>) with any thoughts, and I can relay it to her.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2DEBC-26D2-77A5-BDB5-0455822F7A01}"/>
              </a:ext>
            </a:extLst>
          </p:cNvPr>
          <p:cNvSpPr txBox="1"/>
          <p:nvPr/>
        </p:nvSpPr>
        <p:spPr>
          <a:xfrm>
            <a:off x="1585731" y="4597863"/>
            <a:ext cx="949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Professor Zhao would love to hear any feedback on the last 2 weeks of the class and labs 6 &amp; 7 </a:t>
            </a:r>
          </a:p>
        </p:txBody>
      </p:sp>
    </p:spTree>
    <p:extLst>
      <p:ext uri="{BB962C8B-B14F-4D97-AF65-F5344CB8AC3E}">
        <p14:creationId xmlns:p14="http://schemas.microsoft.com/office/powerpoint/2010/main" val="407775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9FCB2B-88E0-5807-9418-A6F4AC19266F}"/>
              </a:ext>
            </a:extLst>
          </p:cNvPr>
          <p:cNvSpPr txBox="1"/>
          <p:nvPr/>
        </p:nvSpPr>
        <p:spPr>
          <a:xfrm>
            <a:off x="2590920" y="3026519"/>
            <a:ext cx="535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satijalab.org</a:t>
            </a:r>
            <a:r>
              <a:rPr lang="en-US" dirty="0"/>
              <a:t>/</a:t>
            </a:r>
            <a:r>
              <a:rPr lang="en-US" dirty="0" err="1"/>
              <a:t>seurat</a:t>
            </a:r>
            <a:r>
              <a:rPr lang="en-US" dirty="0"/>
              <a:t>/articles/pbmc3k_tutorial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2B9D7-DD06-0304-2F30-CB613C74BB32}"/>
              </a:ext>
            </a:extLst>
          </p:cNvPr>
          <p:cNvSpPr txBox="1"/>
          <p:nvPr/>
        </p:nvSpPr>
        <p:spPr>
          <a:xfrm>
            <a:off x="2590920" y="3758356"/>
            <a:ext cx="6109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satijalab.org</a:t>
            </a:r>
            <a:r>
              <a:rPr lang="en-US" dirty="0"/>
              <a:t>/</a:t>
            </a:r>
            <a:r>
              <a:rPr lang="en-US" dirty="0" err="1"/>
              <a:t>seurat</a:t>
            </a:r>
            <a:r>
              <a:rPr lang="en-US" dirty="0"/>
              <a:t>/articles/</a:t>
            </a:r>
            <a:r>
              <a:rPr lang="en-US" dirty="0" err="1"/>
              <a:t>integration_introduction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C88AC-0F29-FB8D-34D0-1E2EDC97DD67}"/>
              </a:ext>
            </a:extLst>
          </p:cNvPr>
          <p:cNvSpPr txBox="1"/>
          <p:nvPr/>
        </p:nvSpPr>
        <p:spPr>
          <a:xfrm>
            <a:off x="2266829" y="2294682"/>
            <a:ext cx="4419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This lab closely follows these two tutorials: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CBF15D-E2BB-7C18-EC30-35505D1233D9}"/>
              </a:ext>
            </a:extLst>
          </p:cNvPr>
          <p:cNvSpPr txBox="1">
            <a:spLocks/>
          </p:cNvSpPr>
          <p:nvPr/>
        </p:nvSpPr>
        <p:spPr>
          <a:xfrm>
            <a:off x="699304" y="31076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Lab 7: Introduction to scRNA-seq and Seurat</a:t>
            </a:r>
          </a:p>
        </p:txBody>
      </p:sp>
    </p:spTree>
    <p:extLst>
      <p:ext uri="{BB962C8B-B14F-4D97-AF65-F5344CB8AC3E}">
        <p14:creationId xmlns:p14="http://schemas.microsoft.com/office/powerpoint/2010/main" val="10744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124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Genomics Week 7</vt:lpstr>
      <vt:lpstr>Exam and Review Session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Court, Benjamin</dc:creator>
  <cp:lastModifiedBy>Van Court, Benjamin</cp:lastModifiedBy>
  <cp:revision>1</cp:revision>
  <dcterms:created xsi:type="dcterms:W3CDTF">2026-02-27T16:01:05Z</dcterms:created>
  <dcterms:modified xsi:type="dcterms:W3CDTF">2026-02-27T19:16:12Z</dcterms:modified>
</cp:coreProperties>
</file>