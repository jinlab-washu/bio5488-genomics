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3"/>
    <p:sldId id="277" r:id="rId24"/>
    <p:sldId id="279" r:id="rId25"/>
    <p:sldId id="280" r:id="rId26"/>
    <p:sldId id="281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69E3F-B13D-4ADA-B122-858996A92434}" v="13" dt="2025-04-11T03:07:53.017"/>
  </p1510:revLst>
</p1510:revInfo>
</file>

<file path=ppt/tableStyles.xml><?xml version="1.0" encoding="utf-8"?>
<a:tblStyleLst xmlns:a="http://schemas.openxmlformats.org/drawingml/2006/main" def="{8F2C107A-D247-497C-A203-C354C64A97DD}">
  <a:tblStyle styleId="{8F2C107A-D247-497C-A203-C354C64A97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31"/>
    <p:restoredTop sz="94729"/>
  </p:normalViewPr>
  <p:slideViewPr>
    <p:cSldViewPr snapToGrid="0">
      <p:cViewPr varScale="1">
        <p:scale>
          <a:sx n="115" d="100"/>
          <a:sy n="115" d="100"/>
        </p:scale>
        <p:origin x="192" y="7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i, Humza" userId="c5c3a040-2261-4474-8628-219f0229a6b6" providerId="ADAL" clId="{CD869E3F-B13D-4ADA-B122-858996A92434}"/>
    <pc:docChg chg="undo redo custSel addSld delSld modSld">
      <pc:chgData name="Hemani, Humza" userId="c5c3a040-2261-4474-8628-219f0229a6b6" providerId="ADAL" clId="{CD869E3F-B13D-4ADA-B122-858996A92434}" dt="2025-04-11T03:25:15.319" v="2741" actId="20577"/>
      <pc:docMkLst>
        <pc:docMk/>
      </pc:docMkLst>
      <pc:sldChg chg="modSp mod">
        <pc:chgData name="Hemani, Humza" userId="c5c3a040-2261-4474-8628-219f0229a6b6" providerId="ADAL" clId="{CD869E3F-B13D-4ADA-B122-858996A92434}" dt="2025-04-10T19:52:57.739" v="7" actId="20577"/>
        <pc:sldMkLst>
          <pc:docMk/>
          <pc:sldMk cId="0" sldId="256"/>
        </pc:sldMkLst>
        <pc:spChg chg="mod">
          <ac:chgData name="Hemani, Humza" userId="c5c3a040-2261-4474-8628-219f0229a6b6" providerId="ADAL" clId="{CD869E3F-B13D-4ADA-B122-858996A92434}" dt="2025-04-10T19:52:57.739" v="7" actId="20577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Hemani, Humza" userId="c5c3a040-2261-4474-8628-219f0229a6b6" providerId="ADAL" clId="{CD869E3F-B13D-4ADA-B122-858996A92434}" dt="2025-04-10T19:55:19.533" v="18" actId="20577"/>
        <pc:sldMkLst>
          <pc:docMk/>
          <pc:sldMk cId="0" sldId="257"/>
        </pc:sldMkLst>
        <pc:spChg chg="mod">
          <ac:chgData name="Hemani, Humza" userId="c5c3a040-2261-4474-8628-219f0229a6b6" providerId="ADAL" clId="{CD869E3F-B13D-4ADA-B122-858996A92434}" dt="2025-04-10T19:55:19.533" v="18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Hemani, Humza" userId="c5c3a040-2261-4474-8628-219f0229a6b6" providerId="ADAL" clId="{CD869E3F-B13D-4ADA-B122-858996A92434}" dt="2025-04-10T20:33:48.346" v="999" actId="27636"/>
        <pc:sldMkLst>
          <pc:docMk/>
          <pc:sldMk cId="0" sldId="260"/>
        </pc:sldMkLst>
        <pc:spChg chg="mod">
          <ac:chgData name="Hemani, Humza" userId="c5c3a040-2261-4474-8628-219f0229a6b6" providerId="ADAL" clId="{CD869E3F-B13D-4ADA-B122-858996A92434}" dt="2025-04-10T20:33:48.346" v="999" actId="27636"/>
          <ac:spMkLst>
            <pc:docMk/>
            <pc:sldMk cId="0" sldId="260"/>
            <ac:spMk id="84" creationId="{00000000-0000-0000-0000-000000000000}"/>
          </ac:spMkLst>
        </pc:spChg>
      </pc:sldChg>
      <pc:sldChg chg="addSp delSp modSp mod">
        <pc:chgData name="Hemani, Humza" userId="c5c3a040-2261-4474-8628-219f0229a6b6" providerId="ADAL" clId="{CD869E3F-B13D-4ADA-B122-858996A92434}" dt="2025-04-10T20:00:55.420" v="58" actId="1076"/>
        <pc:sldMkLst>
          <pc:docMk/>
          <pc:sldMk cId="0" sldId="264"/>
        </pc:sldMkLst>
        <pc:spChg chg="mod">
          <ac:chgData name="Hemani, Humza" userId="c5c3a040-2261-4474-8628-219f0229a6b6" providerId="ADAL" clId="{CD869E3F-B13D-4ADA-B122-858996A92434}" dt="2025-04-10T19:56:16.426" v="47" actId="20577"/>
          <ac:spMkLst>
            <pc:docMk/>
            <pc:sldMk cId="0" sldId="264"/>
            <ac:spMk id="122" creationId="{00000000-0000-0000-0000-000000000000}"/>
          </ac:spMkLst>
        </pc:spChg>
        <pc:spChg chg="del">
          <ac:chgData name="Hemani, Humza" userId="c5c3a040-2261-4474-8628-219f0229a6b6" providerId="ADAL" clId="{CD869E3F-B13D-4ADA-B122-858996A92434}" dt="2025-04-10T19:56:25.622" v="52" actId="478"/>
          <ac:spMkLst>
            <pc:docMk/>
            <pc:sldMk cId="0" sldId="264"/>
            <ac:spMk id="125" creationId="{00000000-0000-0000-0000-000000000000}"/>
          </ac:spMkLst>
        </pc:spChg>
        <pc:spChg chg="del">
          <ac:chgData name="Hemani, Humza" userId="c5c3a040-2261-4474-8628-219f0229a6b6" providerId="ADAL" clId="{CD869E3F-B13D-4ADA-B122-858996A92434}" dt="2025-04-10T19:56:26.123" v="53" actId="478"/>
          <ac:spMkLst>
            <pc:docMk/>
            <pc:sldMk cId="0" sldId="264"/>
            <ac:spMk id="126" creationId="{00000000-0000-0000-0000-000000000000}"/>
          </ac:spMkLst>
        </pc:spChg>
        <pc:spChg chg="del">
          <ac:chgData name="Hemani, Humza" userId="c5c3a040-2261-4474-8628-219f0229a6b6" providerId="ADAL" clId="{CD869E3F-B13D-4ADA-B122-858996A92434}" dt="2025-04-10T19:56:23.941" v="51" actId="478"/>
          <ac:spMkLst>
            <pc:docMk/>
            <pc:sldMk cId="0" sldId="264"/>
            <ac:spMk id="128" creationId="{00000000-0000-0000-0000-000000000000}"/>
          </ac:spMkLst>
        </pc:spChg>
        <pc:spChg chg="del">
          <ac:chgData name="Hemani, Humza" userId="c5c3a040-2261-4474-8628-219f0229a6b6" providerId="ADAL" clId="{CD869E3F-B13D-4ADA-B122-858996A92434}" dt="2025-04-10T19:56:22.969" v="50" actId="478"/>
          <ac:spMkLst>
            <pc:docMk/>
            <pc:sldMk cId="0" sldId="264"/>
            <ac:spMk id="129" creationId="{00000000-0000-0000-0000-000000000000}"/>
          </ac:spMkLst>
        </pc:spChg>
        <pc:picChg chg="add del">
          <ac:chgData name="Hemani, Humza" userId="c5c3a040-2261-4474-8628-219f0229a6b6" providerId="ADAL" clId="{CD869E3F-B13D-4ADA-B122-858996A92434}" dt="2025-04-10T20:00:38.003" v="55" actId="478"/>
          <ac:picMkLst>
            <pc:docMk/>
            <pc:sldMk cId="0" sldId="264"/>
            <ac:picMk id="3" creationId="{B6B1F7A9-FD12-9A91-D4E0-ECB212EA3553}"/>
          </ac:picMkLst>
        </pc:picChg>
        <pc:picChg chg="add mod">
          <ac:chgData name="Hemani, Humza" userId="c5c3a040-2261-4474-8628-219f0229a6b6" providerId="ADAL" clId="{CD869E3F-B13D-4ADA-B122-858996A92434}" dt="2025-04-10T20:00:55.420" v="58" actId="1076"/>
          <ac:picMkLst>
            <pc:docMk/>
            <pc:sldMk cId="0" sldId="264"/>
            <ac:picMk id="5" creationId="{A5176758-4B70-2D6E-BCE5-405B4002E701}"/>
          </ac:picMkLst>
        </pc:picChg>
        <pc:picChg chg="del">
          <ac:chgData name="Hemani, Humza" userId="c5c3a040-2261-4474-8628-219f0229a6b6" providerId="ADAL" clId="{CD869E3F-B13D-4ADA-B122-858996A92434}" dt="2025-04-10T19:56:19.059" v="48" actId="478"/>
          <ac:picMkLst>
            <pc:docMk/>
            <pc:sldMk cId="0" sldId="264"/>
            <ac:picMk id="123" creationId="{00000000-0000-0000-0000-000000000000}"/>
          </ac:picMkLst>
        </pc:picChg>
        <pc:picChg chg="del">
          <ac:chgData name="Hemani, Humza" userId="c5c3a040-2261-4474-8628-219f0229a6b6" providerId="ADAL" clId="{CD869E3F-B13D-4ADA-B122-858996A92434}" dt="2025-04-10T19:56:20.581" v="49" actId="478"/>
          <ac:picMkLst>
            <pc:docMk/>
            <pc:sldMk cId="0" sldId="264"/>
            <ac:picMk id="127" creationId="{00000000-0000-0000-0000-000000000000}"/>
          </ac:picMkLst>
        </pc:picChg>
      </pc:sldChg>
      <pc:sldChg chg="addSp delSp modSp mod">
        <pc:chgData name="Hemani, Humza" userId="c5c3a040-2261-4474-8628-219f0229a6b6" providerId="ADAL" clId="{CD869E3F-B13D-4ADA-B122-858996A92434}" dt="2025-04-10T20:03:19.275" v="161" actId="14100"/>
        <pc:sldMkLst>
          <pc:docMk/>
          <pc:sldMk cId="0" sldId="265"/>
        </pc:sldMkLst>
        <pc:spChg chg="mod">
          <ac:chgData name="Hemani, Humza" userId="c5c3a040-2261-4474-8628-219f0229a6b6" providerId="ADAL" clId="{CD869E3F-B13D-4ADA-B122-858996A92434}" dt="2025-04-10T20:01:31.233" v="142" actId="20577"/>
          <ac:spMkLst>
            <pc:docMk/>
            <pc:sldMk cId="0" sldId="265"/>
            <ac:spMk id="138" creationId="{00000000-0000-0000-0000-000000000000}"/>
          </ac:spMkLst>
        </pc:spChg>
        <pc:spChg chg="mod">
          <ac:chgData name="Hemani, Humza" userId="c5c3a040-2261-4474-8628-219f0229a6b6" providerId="ADAL" clId="{CD869E3F-B13D-4ADA-B122-858996A92434}" dt="2025-04-10T20:03:14.780" v="160" actId="1035"/>
          <ac:spMkLst>
            <pc:docMk/>
            <pc:sldMk cId="0" sldId="265"/>
            <ac:spMk id="140" creationId="{00000000-0000-0000-0000-000000000000}"/>
          </ac:spMkLst>
        </pc:spChg>
        <pc:spChg chg="mod">
          <ac:chgData name="Hemani, Humza" userId="c5c3a040-2261-4474-8628-219f0229a6b6" providerId="ADAL" clId="{CD869E3F-B13D-4ADA-B122-858996A92434}" dt="2025-04-10T20:03:19.275" v="161" actId="14100"/>
          <ac:spMkLst>
            <pc:docMk/>
            <pc:sldMk cId="0" sldId="265"/>
            <ac:spMk id="142" creationId="{00000000-0000-0000-0000-000000000000}"/>
          </ac:spMkLst>
        </pc:spChg>
        <pc:picChg chg="add mod modCrop">
          <ac:chgData name="Hemani, Humza" userId="c5c3a040-2261-4474-8628-219f0229a6b6" providerId="ADAL" clId="{CD869E3F-B13D-4ADA-B122-858996A92434}" dt="2025-04-10T20:02:36.374" v="149" actId="1076"/>
          <ac:picMkLst>
            <pc:docMk/>
            <pc:sldMk cId="0" sldId="265"/>
            <ac:picMk id="3" creationId="{4EC91F0D-7112-5283-ACCF-3DC260FAD766}"/>
          </ac:picMkLst>
        </pc:picChg>
        <pc:picChg chg="add mod ord">
          <ac:chgData name="Hemani, Humza" userId="c5c3a040-2261-4474-8628-219f0229a6b6" providerId="ADAL" clId="{CD869E3F-B13D-4ADA-B122-858996A92434}" dt="2025-04-10T20:03:11.952" v="156" actId="1036"/>
          <ac:picMkLst>
            <pc:docMk/>
            <pc:sldMk cId="0" sldId="265"/>
            <ac:picMk id="5" creationId="{E92F3B97-459E-CCF9-25A6-0A8AD9C77610}"/>
          </ac:picMkLst>
        </pc:picChg>
        <pc:picChg chg="del">
          <ac:chgData name="Hemani, Humza" userId="c5c3a040-2261-4474-8628-219f0229a6b6" providerId="ADAL" clId="{CD869E3F-B13D-4ADA-B122-858996A92434}" dt="2025-04-10T20:01:06.351" v="59" actId="478"/>
          <ac:picMkLst>
            <pc:docMk/>
            <pc:sldMk cId="0" sldId="265"/>
            <ac:picMk id="136" creationId="{00000000-0000-0000-0000-000000000000}"/>
          </ac:picMkLst>
        </pc:picChg>
        <pc:picChg chg="del">
          <ac:chgData name="Hemani, Humza" userId="c5c3a040-2261-4474-8628-219f0229a6b6" providerId="ADAL" clId="{CD869E3F-B13D-4ADA-B122-858996A92434}" dt="2025-04-10T20:01:08.276" v="60" actId="478"/>
          <ac:picMkLst>
            <pc:docMk/>
            <pc:sldMk cId="0" sldId="265"/>
            <ac:picMk id="139" creationId="{00000000-0000-0000-0000-000000000000}"/>
          </ac:picMkLst>
        </pc:picChg>
      </pc:sldChg>
      <pc:sldChg chg="addSp delSp modSp mod">
        <pc:chgData name="Hemani, Humza" userId="c5c3a040-2261-4474-8628-219f0229a6b6" providerId="ADAL" clId="{CD869E3F-B13D-4ADA-B122-858996A92434}" dt="2025-04-10T20:04:05.238" v="164" actId="478"/>
        <pc:sldMkLst>
          <pc:docMk/>
          <pc:sldMk cId="0" sldId="266"/>
        </pc:sldMkLst>
        <pc:spChg chg="add mod">
          <ac:chgData name="Hemani, Humza" userId="c5c3a040-2261-4474-8628-219f0229a6b6" providerId="ADAL" clId="{CD869E3F-B13D-4ADA-B122-858996A92434}" dt="2025-04-10T20:04:05.238" v="164" actId="478"/>
          <ac:spMkLst>
            <pc:docMk/>
            <pc:sldMk cId="0" sldId="266"/>
            <ac:spMk id="3" creationId="{A17E874C-4415-67D1-6D72-338EB513B95F}"/>
          </ac:spMkLst>
        </pc:spChg>
        <pc:spChg chg="del mod">
          <ac:chgData name="Hemani, Humza" userId="c5c3a040-2261-4474-8628-219f0229a6b6" providerId="ADAL" clId="{CD869E3F-B13D-4ADA-B122-858996A92434}" dt="2025-04-10T20:04:05.238" v="164" actId="478"/>
          <ac:spMkLst>
            <pc:docMk/>
            <pc:sldMk cId="0" sldId="266"/>
            <ac:spMk id="149" creationId="{00000000-0000-0000-0000-000000000000}"/>
          </ac:spMkLst>
        </pc:spChg>
      </pc:sldChg>
      <pc:sldChg chg="addSp delSp modSp mod">
        <pc:chgData name="Hemani, Humza" userId="c5c3a040-2261-4474-8628-219f0229a6b6" providerId="ADAL" clId="{CD869E3F-B13D-4ADA-B122-858996A92434}" dt="2025-04-10T20:12:54.847" v="393" actId="20577"/>
        <pc:sldMkLst>
          <pc:docMk/>
          <pc:sldMk cId="0" sldId="271"/>
        </pc:sldMkLst>
        <pc:spChg chg="mod">
          <ac:chgData name="Hemani, Humza" userId="c5c3a040-2261-4474-8628-219f0229a6b6" providerId="ADAL" clId="{CD869E3F-B13D-4ADA-B122-858996A92434}" dt="2025-04-10T20:12:54.847" v="393" actId="20577"/>
          <ac:spMkLst>
            <pc:docMk/>
            <pc:sldMk cId="0" sldId="271"/>
            <ac:spMk id="202" creationId="{00000000-0000-0000-0000-000000000000}"/>
          </ac:spMkLst>
        </pc:spChg>
        <pc:spChg chg="mod">
          <ac:chgData name="Hemani, Humza" userId="c5c3a040-2261-4474-8628-219f0229a6b6" providerId="ADAL" clId="{CD869E3F-B13D-4ADA-B122-858996A92434}" dt="2025-04-10T20:07:18.005" v="209" actId="1076"/>
          <ac:spMkLst>
            <pc:docMk/>
            <pc:sldMk cId="0" sldId="271"/>
            <ac:spMk id="204" creationId="{00000000-0000-0000-0000-000000000000}"/>
          </ac:spMkLst>
        </pc:spChg>
        <pc:spChg chg="mod">
          <ac:chgData name="Hemani, Humza" userId="c5c3a040-2261-4474-8628-219f0229a6b6" providerId="ADAL" clId="{CD869E3F-B13D-4ADA-B122-858996A92434}" dt="2025-04-10T20:07:29.945" v="252" actId="20577"/>
          <ac:spMkLst>
            <pc:docMk/>
            <pc:sldMk cId="0" sldId="271"/>
            <ac:spMk id="205" creationId="{00000000-0000-0000-0000-000000000000}"/>
          </ac:spMkLst>
        </pc:spChg>
        <pc:picChg chg="add mod">
          <ac:chgData name="Hemani, Humza" userId="c5c3a040-2261-4474-8628-219f0229a6b6" providerId="ADAL" clId="{CD869E3F-B13D-4ADA-B122-858996A92434}" dt="2025-04-10T20:07:14.794" v="208" actId="1076"/>
          <ac:picMkLst>
            <pc:docMk/>
            <pc:sldMk cId="0" sldId="271"/>
            <ac:picMk id="3" creationId="{02E57DCC-AB30-5333-01A8-D1C5C2AF916A}"/>
          </ac:picMkLst>
        </pc:picChg>
        <pc:picChg chg="del">
          <ac:chgData name="Hemani, Humza" userId="c5c3a040-2261-4474-8628-219f0229a6b6" providerId="ADAL" clId="{CD869E3F-B13D-4ADA-B122-858996A92434}" dt="2025-04-10T20:05:18.037" v="204" actId="478"/>
          <ac:picMkLst>
            <pc:docMk/>
            <pc:sldMk cId="0" sldId="271"/>
            <ac:picMk id="203" creationId="{00000000-0000-0000-0000-000000000000}"/>
          </ac:picMkLst>
        </pc:picChg>
      </pc:sldChg>
      <pc:sldChg chg="delSp modSp mod">
        <pc:chgData name="Hemani, Humza" userId="c5c3a040-2261-4474-8628-219f0229a6b6" providerId="ADAL" clId="{CD869E3F-B13D-4ADA-B122-858996A92434}" dt="2025-04-10T20:13:11.939" v="398" actId="403"/>
        <pc:sldMkLst>
          <pc:docMk/>
          <pc:sldMk cId="0" sldId="272"/>
        </pc:sldMkLst>
        <pc:spChg chg="mod">
          <ac:chgData name="Hemani, Humza" userId="c5c3a040-2261-4474-8628-219f0229a6b6" providerId="ADAL" clId="{CD869E3F-B13D-4ADA-B122-858996A92434}" dt="2025-04-10T20:13:11.939" v="398" actId="403"/>
          <ac:spMkLst>
            <pc:docMk/>
            <pc:sldMk cId="0" sldId="272"/>
            <ac:spMk id="216" creationId="{00000000-0000-0000-0000-000000000000}"/>
          </ac:spMkLst>
        </pc:spChg>
        <pc:picChg chg="del">
          <ac:chgData name="Hemani, Humza" userId="c5c3a040-2261-4474-8628-219f0229a6b6" providerId="ADAL" clId="{CD869E3F-B13D-4ADA-B122-858996A92434}" dt="2025-04-10T20:13:04.390" v="394" actId="478"/>
          <ac:picMkLst>
            <pc:docMk/>
            <pc:sldMk cId="0" sldId="272"/>
            <ac:picMk id="212" creationId="{00000000-0000-0000-0000-000000000000}"/>
          </ac:picMkLst>
        </pc:picChg>
        <pc:picChg chg="del">
          <ac:chgData name="Hemani, Humza" userId="c5c3a040-2261-4474-8628-219f0229a6b6" providerId="ADAL" clId="{CD869E3F-B13D-4ADA-B122-858996A92434}" dt="2025-04-10T20:13:04.390" v="394" actId="478"/>
          <ac:picMkLst>
            <pc:docMk/>
            <pc:sldMk cId="0" sldId="272"/>
            <ac:picMk id="213" creationId="{00000000-0000-0000-0000-000000000000}"/>
          </ac:picMkLst>
        </pc:picChg>
        <pc:picChg chg="del">
          <ac:chgData name="Hemani, Humza" userId="c5c3a040-2261-4474-8628-219f0229a6b6" providerId="ADAL" clId="{CD869E3F-B13D-4ADA-B122-858996A92434}" dt="2025-04-10T20:13:04.390" v="394" actId="478"/>
          <ac:picMkLst>
            <pc:docMk/>
            <pc:sldMk cId="0" sldId="272"/>
            <ac:picMk id="214" creationId="{00000000-0000-0000-0000-000000000000}"/>
          </ac:picMkLst>
        </pc:picChg>
        <pc:picChg chg="del">
          <ac:chgData name="Hemani, Humza" userId="c5c3a040-2261-4474-8628-219f0229a6b6" providerId="ADAL" clId="{CD869E3F-B13D-4ADA-B122-858996A92434}" dt="2025-04-10T20:13:04.390" v="394" actId="478"/>
          <ac:picMkLst>
            <pc:docMk/>
            <pc:sldMk cId="0" sldId="272"/>
            <ac:picMk id="215" creationId="{00000000-0000-0000-0000-000000000000}"/>
          </ac:picMkLst>
        </pc:picChg>
      </pc:sldChg>
      <pc:sldChg chg="addSp delSp modSp mod">
        <pc:chgData name="Hemani, Humza" userId="c5c3a040-2261-4474-8628-219f0229a6b6" providerId="ADAL" clId="{CD869E3F-B13D-4ADA-B122-858996A92434}" dt="2025-04-11T03:03:20.755" v="2048" actId="1076"/>
        <pc:sldMkLst>
          <pc:docMk/>
          <pc:sldMk cId="0" sldId="273"/>
        </pc:sldMkLst>
        <pc:spChg chg="add mod">
          <ac:chgData name="Hemani, Humza" userId="c5c3a040-2261-4474-8628-219f0229a6b6" providerId="ADAL" clId="{CD869E3F-B13D-4ADA-B122-858996A92434}" dt="2025-04-11T03:03:20.755" v="2048" actId="1076"/>
          <ac:spMkLst>
            <pc:docMk/>
            <pc:sldMk cId="0" sldId="273"/>
            <ac:spMk id="11" creationId="{E43E457B-6E8F-C8F2-73AF-25FBD861FDFC}"/>
          </ac:spMkLst>
        </pc:spChg>
        <pc:spChg chg="mod">
          <ac:chgData name="Hemani, Humza" userId="c5c3a040-2261-4474-8628-219f0229a6b6" providerId="ADAL" clId="{CD869E3F-B13D-4ADA-B122-858996A92434}" dt="2025-04-10T20:13:35.460" v="459" actId="20577"/>
          <ac:spMkLst>
            <pc:docMk/>
            <pc:sldMk cId="0" sldId="273"/>
            <ac:spMk id="221" creationId="{00000000-0000-0000-0000-000000000000}"/>
          </ac:spMkLst>
        </pc:spChg>
        <pc:spChg chg="mod">
          <ac:chgData name="Hemani, Humza" userId="c5c3a040-2261-4474-8628-219f0229a6b6" providerId="ADAL" clId="{CD869E3F-B13D-4ADA-B122-858996A92434}" dt="2025-04-10T20:33:34.020" v="993" actId="6549"/>
          <ac:spMkLst>
            <pc:docMk/>
            <pc:sldMk cId="0" sldId="273"/>
            <ac:spMk id="222" creationId="{00000000-0000-0000-0000-000000000000}"/>
          </ac:spMkLst>
        </pc:spChg>
        <pc:picChg chg="add del mod modCrop">
          <ac:chgData name="Hemani, Humza" userId="c5c3a040-2261-4474-8628-219f0229a6b6" providerId="ADAL" clId="{CD869E3F-B13D-4ADA-B122-858996A92434}" dt="2025-04-10T20:30:54.197" v="980" actId="478"/>
          <ac:picMkLst>
            <pc:docMk/>
            <pc:sldMk cId="0" sldId="273"/>
            <ac:picMk id="3" creationId="{84A620DC-A9F3-969D-F69F-8B03EEADD5E7}"/>
          </ac:picMkLst>
        </pc:picChg>
        <pc:picChg chg="add del mod">
          <ac:chgData name="Hemani, Humza" userId="c5c3a040-2261-4474-8628-219f0229a6b6" providerId="ADAL" clId="{CD869E3F-B13D-4ADA-B122-858996A92434}" dt="2025-04-10T20:31:18.299" v="983" actId="478"/>
          <ac:picMkLst>
            <pc:docMk/>
            <pc:sldMk cId="0" sldId="273"/>
            <ac:picMk id="5" creationId="{244E1066-399E-102C-0B5E-AF3BF8C5340F}"/>
          </ac:picMkLst>
        </pc:picChg>
        <pc:picChg chg="add del mod">
          <ac:chgData name="Hemani, Humza" userId="c5c3a040-2261-4474-8628-219f0229a6b6" providerId="ADAL" clId="{CD869E3F-B13D-4ADA-B122-858996A92434}" dt="2025-04-10T20:33:05.169" v="986" actId="478"/>
          <ac:picMkLst>
            <pc:docMk/>
            <pc:sldMk cId="0" sldId="273"/>
            <ac:picMk id="7" creationId="{03F9DD4D-8777-1469-F3A0-911024CE230A}"/>
          </ac:picMkLst>
        </pc:picChg>
        <pc:picChg chg="add del mod">
          <ac:chgData name="Hemani, Humza" userId="c5c3a040-2261-4474-8628-219f0229a6b6" providerId="ADAL" clId="{CD869E3F-B13D-4ADA-B122-858996A92434}" dt="2025-04-11T03:03:14.635" v="2044" actId="478"/>
          <ac:picMkLst>
            <pc:docMk/>
            <pc:sldMk cId="0" sldId="273"/>
            <ac:picMk id="9" creationId="{BD108DC7-1DDC-1FC9-CF1E-283A9AAEBA26}"/>
          </ac:picMkLst>
        </pc:picChg>
        <pc:picChg chg="add mod">
          <ac:chgData name="Hemani, Humza" userId="c5c3a040-2261-4474-8628-219f0229a6b6" providerId="ADAL" clId="{CD869E3F-B13D-4ADA-B122-858996A92434}" dt="2025-04-11T03:03:17.227" v="2046" actId="1076"/>
          <ac:picMkLst>
            <pc:docMk/>
            <pc:sldMk cId="0" sldId="273"/>
            <ac:picMk id="13" creationId="{0195449B-0928-960E-82DB-45B3D51C501D}"/>
          </ac:picMkLst>
        </pc:picChg>
      </pc:sldChg>
      <pc:sldChg chg="addSp delSp modSp new mod">
        <pc:chgData name="Hemani, Humza" userId="c5c3a040-2261-4474-8628-219f0229a6b6" providerId="ADAL" clId="{CD869E3F-B13D-4ADA-B122-858996A92434}" dt="2025-04-11T03:03:05.024" v="2043" actId="1076"/>
        <pc:sldMkLst>
          <pc:docMk/>
          <pc:sldMk cId="2787118417" sldId="274"/>
        </pc:sldMkLst>
        <pc:spChg chg="mod">
          <ac:chgData name="Hemani, Humza" userId="c5c3a040-2261-4474-8628-219f0229a6b6" providerId="ADAL" clId="{CD869E3F-B13D-4ADA-B122-858996A92434}" dt="2025-04-10T20:37:05.787" v="1029" actId="20577"/>
          <ac:spMkLst>
            <pc:docMk/>
            <pc:sldMk cId="2787118417" sldId="274"/>
            <ac:spMk id="2" creationId="{AAA8AB28-A228-A461-EE25-0BF32AF43408}"/>
          </ac:spMkLst>
        </pc:spChg>
        <pc:picChg chg="add del mod">
          <ac:chgData name="Hemani, Humza" userId="c5c3a040-2261-4474-8628-219f0229a6b6" providerId="ADAL" clId="{CD869E3F-B13D-4ADA-B122-858996A92434}" dt="2025-04-11T03:02:52.987" v="2036" actId="478"/>
          <ac:picMkLst>
            <pc:docMk/>
            <pc:sldMk cId="2787118417" sldId="274"/>
            <ac:picMk id="6" creationId="{24BC24BF-B0A0-64F3-146C-A20DD262941A}"/>
          </ac:picMkLst>
        </pc:picChg>
        <pc:picChg chg="add del mod">
          <ac:chgData name="Hemani, Humza" userId="c5c3a040-2261-4474-8628-219f0229a6b6" providerId="ADAL" clId="{CD869E3F-B13D-4ADA-B122-858996A92434}" dt="2025-04-11T03:02:57.595" v="2039" actId="478"/>
          <ac:picMkLst>
            <pc:docMk/>
            <pc:sldMk cId="2787118417" sldId="274"/>
            <ac:picMk id="7" creationId="{305271B1-ECDF-CC65-F740-668B26CD59B9}"/>
          </ac:picMkLst>
        </pc:picChg>
        <pc:picChg chg="add mod">
          <ac:chgData name="Hemani, Humza" userId="c5c3a040-2261-4474-8628-219f0229a6b6" providerId="ADAL" clId="{CD869E3F-B13D-4ADA-B122-858996A92434}" dt="2025-04-11T03:03:05.024" v="2043" actId="1076"/>
          <ac:picMkLst>
            <pc:docMk/>
            <pc:sldMk cId="2787118417" sldId="274"/>
            <ac:picMk id="9" creationId="{FDB85AD6-81BC-70C4-6DC0-6680C5E29009}"/>
          </ac:picMkLst>
        </pc:picChg>
      </pc:sldChg>
      <pc:sldChg chg="new del">
        <pc:chgData name="Hemani, Humza" userId="c5c3a040-2261-4474-8628-219f0229a6b6" providerId="ADAL" clId="{CD869E3F-B13D-4ADA-B122-858996A92434}" dt="2025-04-10T20:08:39.397" v="359" actId="47"/>
        <pc:sldMkLst>
          <pc:docMk/>
          <pc:sldMk cId="3131562779" sldId="274"/>
        </pc:sldMkLst>
      </pc:sldChg>
      <pc:sldChg chg="addSp modSp new mod">
        <pc:chgData name="Hemani, Humza" userId="c5c3a040-2261-4474-8628-219f0229a6b6" providerId="ADAL" clId="{CD869E3F-B13D-4ADA-B122-858996A92434}" dt="2025-04-11T03:03:24.956" v="2051" actId="1076"/>
        <pc:sldMkLst>
          <pc:docMk/>
          <pc:sldMk cId="2440083096" sldId="275"/>
        </pc:sldMkLst>
        <pc:spChg chg="mod">
          <ac:chgData name="Hemani, Humza" userId="c5c3a040-2261-4474-8628-219f0229a6b6" providerId="ADAL" clId="{CD869E3F-B13D-4ADA-B122-858996A92434}" dt="2025-04-10T20:37:14.614" v="1041" actId="20577"/>
          <ac:spMkLst>
            <pc:docMk/>
            <pc:sldMk cId="2440083096" sldId="275"/>
            <ac:spMk id="2" creationId="{AAE65526-BA89-4B40-4CA8-EA4D6C5325A8}"/>
          </ac:spMkLst>
        </pc:spChg>
        <pc:spChg chg="mod">
          <ac:chgData name="Hemani, Humza" userId="c5c3a040-2261-4474-8628-219f0229a6b6" providerId="ADAL" clId="{CD869E3F-B13D-4ADA-B122-858996A92434}" dt="2025-04-11T02:42:16.599" v="1237" actId="20577"/>
          <ac:spMkLst>
            <pc:docMk/>
            <pc:sldMk cId="2440083096" sldId="275"/>
            <ac:spMk id="3" creationId="{CC1845E7-13A4-C199-C114-8B35FCE1B081}"/>
          </ac:spMkLst>
        </pc:spChg>
        <pc:spChg chg="add mod">
          <ac:chgData name="Hemani, Humza" userId="c5c3a040-2261-4474-8628-219f0229a6b6" providerId="ADAL" clId="{CD869E3F-B13D-4ADA-B122-858996A92434}" dt="2025-04-11T03:03:24.956" v="2051" actId="1076"/>
          <ac:spMkLst>
            <pc:docMk/>
            <pc:sldMk cId="2440083096" sldId="275"/>
            <ac:spMk id="7" creationId="{59714075-9994-CBB4-BAC4-E3A154E12A27}"/>
          </ac:spMkLst>
        </pc:spChg>
        <pc:picChg chg="add mod">
          <ac:chgData name="Hemani, Humza" userId="c5c3a040-2261-4474-8628-219f0229a6b6" providerId="ADAL" clId="{CD869E3F-B13D-4ADA-B122-858996A92434}" dt="2025-04-10T20:37:19.970" v="1042" actId="1076"/>
          <ac:picMkLst>
            <pc:docMk/>
            <pc:sldMk cId="2440083096" sldId="275"/>
            <ac:picMk id="6" creationId="{28E5C1B3-1F3C-20AA-F27F-B5168593747B}"/>
          </ac:picMkLst>
        </pc:picChg>
      </pc:sldChg>
      <pc:sldChg chg="addSp modSp new mod">
        <pc:chgData name="Hemani, Humza" userId="c5c3a040-2261-4474-8628-219f0229a6b6" providerId="ADAL" clId="{CD869E3F-B13D-4ADA-B122-858996A92434}" dt="2025-04-11T03:04:22.619" v="2064" actId="20577"/>
        <pc:sldMkLst>
          <pc:docMk/>
          <pc:sldMk cId="518880423" sldId="276"/>
        </pc:sldMkLst>
        <pc:spChg chg="mod">
          <ac:chgData name="Hemani, Humza" userId="c5c3a040-2261-4474-8628-219f0229a6b6" providerId="ADAL" clId="{CD869E3F-B13D-4ADA-B122-858996A92434}" dt="2025-04-10T20:38:04.257" v="1214" actId="20577"/>
          <ac:spMkLst>
            <pc:docMk/>
            <pc:sldMk cId="518880423" sldId="276"/>
            <ac:spMk id="2" creationId="{EDC72061-0666-8CC4-75F9-6D7BEB707AD4}"/>
          </ac:spMkLst>
        </pc:spChg>
        <pc:spChg chg="add mod">
          <ac:chgData name="Hemani, Humza" userId="c5c3a040-2261-4474-8628-219f0229a6b6" providerId="ADAL" clId="{CD869E3F-B13D-4ADA-B122-858996A92434}" dt="2025-04-11T03:04:22.619" v="2064" actId="20577"/>
          <ac:spMkLst>
            <pc:docMk/>
            <pc:sldMk cId="518880423" sldId="276"/>
            <ac:spMk id="8" creationId="{8F30DDC6-238F-6453-E3E3-8655B767448A}"/>
          </ac:spMkLst>
        </pc:spChg>
        <pc:picChg chg="add mod">
          <ac:chgData name="Hemani, Humza" userId="c5c3a040-2261-4474-8628-219f0229a6b6" providerId="ADAL" clId="{CD869E3F-B13D-4ADA-B122-858996A92434}" dt="2025-04-11T03:04:12.421" v="2058" actId="1076"/>
          <ac:picMkLst>
            <pc:docMk/>
            <pc:sldMk cId="518880423" sldId="276"/>
            <ac:picMk id="6" creationId="{B41D956D-6C16-E803-73A1-6E0D27260CA5}"/>
          </ac:picMkLst>
        </pc:picChg>
      </pc:sldChg>
      <pc:sldChg chg="addSp modSp new mod">
        <pc:chgData name="Hemani, Humza" userId="c5c3a040-2261-4474-8628-219f0229a6b6" providerId="ADAL" clId="{CD869E3F-B13D-4ADA-B122-858996A92434}" dt="2025-04-11T03:04:59.840" v="2073" actId="1076"/>
        <pc:sldMkLst>
          <pc:docMk/>
          <pc:sldMk cId="771988470" sldId="277"/>
        </pc:sldMkLst>
        <pc:spChg chg="mod">
          <ac:chgData name="Hemani, Humza" userId="c5c3a040-2261-4474-8628-219f0229a6b6" providerId="ADAL" clId="{CD869E3F-B13D-4ADA-B122-858996A92434}" dt="2025-04-11T02:45:36.235" v="1392" actId="20577"/>
          <ac:spMkLst>
            <pc:docMk/>
            <pc:sldMk cId="771988470" sldId="277"/>
            <ac:spMk id="2" creationId="{F94ED3BB-D89D-82A3-3A8E-8F21835CD55C}"/>
          </ac:spMkLst>
        </pc:spChg>
        <pc:spChg chg="mod">
          <ac:chgData name="Hemani, Humza" userId="c5c3a040-2261-4474-8628-219f0229a6b6" providerId="ADAL" clId="{CD869E3F-B13D-4ADA-B122-858996A92434}" dt="2025-04-11T03:04:59.840" v="2073" actId="1076"/>
          <ac:spMkLst>
            <pc:docMk/>
            <pc:sldMk cId="771988470" sldId="277"/>
            <ac:spMk id="3" creationId="{A2623482-BD9C-B5C2-B0B7-FF7144BCF7F5}"/>
          </ac:spMkLst>
        </pc:spChg>
        <pc:picChg chg="add mod">
          <ac:chgData name="Hemani, Humza" userId="c5c3a040-2261-4474-8628-219f0229a6b6" providerId="ADAL" clId="{CD869E3F-B13D-4ADA-B122-858996A92434}" dt="2025-04-11T03:04:41.650" v="2067" actId="1076"/>
          <ac:picMkLst>
            <pc:docMk/>
            <pc:sldMk cId="771988470" sldId="277"/>
            <ac:picMk id="6" creationId="{B6169305-7B04-B87C-ADFB-EE1642224C06}"/>
          </ac:picMkLst>
        </pc:picChg>
      </pc:sldChg>
      <pc:sldChg chg="addSp delSp modSp new mod">
        <pc:chgData name="Hemani, Humza" userId="c5c3a040-2261-4474-8628-219f0229a6b6" providerId="ADAL" clId="{CD869E3F-B13D-4ADA-B122-858996A92434}" dt="2025-04-11T03:04:02.579" v="2057" actId="20577"/>
        <pc:sldMkLst>
          <pc:docMk/>
          <pc:sldMk cId="4189572842" sldId="278"/>
        </pc:sldMkLst>
        <pc:spChg chg="mod">
          <ac:chgData name="Hemani, Humza" userId="c5c3a040-2261-4474-8628-219f0229a6b6" providerId="ADAL" clId="{CD869E3F-B13D-4ADA-B122-858996A92434}" dt="2025-04-11T02:42:10.447" v="1228" actId="20577"/>
          <ac:spMkLst>
            <pc:docMk/>
            <pc:sldMk cId="4189572842" sldId="278"/>
            <ac:spMk id="2" creationId="{99FB96B0-D401-C060-EB94-82E8B86D3E8A}"/>
          </ac:spMkLst>
        </pc:spChg>
        <pc:spChg chg="mod">
          <ac:chgData name="Hemani, Humza" userId="c5c3a040-2261-4474-8628-219f0229a6b6" providerId="ADAL" clId="{CD869E3F-B13D-4ADA-B122-858996A92434}" dt="2025-04-11T02:43:42.367" v="1355" actId="313"/>
          <ac:spMkLst>
            <pc:docMk/>
            <pc:sldMk cId="4189572842" sldId="278"/>
            <ac:spMk id="3" creationId="{ED801243-AA82-5FFD-170A-850A00C8F3F5}"/>
          </ac:spMkLst>
        </pc:spChg>
        <pc:spChg chg="add del mod">
          <ac:chgData name="Hemani, Humza" userId="c5c3a040-2261-4474-8628-219f0229a6b6" providerId="ADAL" clId="{CD869E3F-B13D-4ADA-B122-858996A92434}" dt="2025-04-11T03:03:28.245" v="2053" actId="478"/>
          <ac:spMkLst>
            <pc:docMk/>
            <pc:sldMk cId="4189572842" sldId="278"/>
            <ac:spMk id="7" creationId="{34E4DDDA-0CD8-2F51-0B84-35B59D87D388}"/>
          </ac:spMkLst>
        </pc:spChg>
        <pc:spChg chg="add mod">
          <ac:chgData name="Hemani, Humza" userId="c5c3a040-2261-4474-8628-219f0229a6b6" providerId="ADAL" clId="{CD869E3F-B13D-4ADA-B122-858996A92434}" dt="2025-04-11T03:04:02.579" v="2057" actId="20577"/>
          <ac:spMkLst>
            <pc:docMk/>
            <pc:sldMk cId="4189572842" sldId="278"/>
            <ac:spMk id="9" creationId="{F0DD3778-5430-B1E6-1E71-08E123FFB5BF}"/>
          </ac:spMkLst>
        </pc:spChg>
        <pc:picChg chg="add mod">
          <ac:chgData name="Hemani, Humza" userId="c5c3a040-2261-4474-8628-219f0229a6b6" providerId="ADAL" clId="{CD869E3F-B13D-4ADA-B122-858996A92434}" dt="2025-04-11T02:44:35.897" v="1359" actId="1076"/>
          <ac:picMkLst>
            <pc:docMk/>
            <pc:sldMk cId="4189572842" sldId="278"/>
            <ac:picMk id="6" creationId="{2EB8FBD2-1EC9-10DF-AF7B-BE2F0D675E73}"/>
          </ac:picMkLst>
        </pc:picChg>
      </pc:sldChg>
      <pc:sldChg chg="addSp delSp modSp new mod">
        <pc:chgData name="Hemani, Humza" userId="c5c3a040-2261-4474-8628-219f0229a6b6" providerId="ADAL" clId="{CD869E3F-B13D-4ADA-B122-858996A92434}" dt="2025-04-11T03:05:33.657" v="2079" actId="478"/>
        <pc:sldMkLst>
          <pc:docMk/>
          <pc:sldMk cId="2407025092" sldId="279"/>
        </pc:sldMkLst>
        <pc:spChg chg="mod">
          <ac:chgData name="Hemani, Humza" userId="c5c3a040-2261-4474-8628-219f0229a6b6" providerId="ADAL" clId="{CD869E3F-B13D-4ADA-B122-858996A92434}" dt="2025-04-11T02:53:46.772" v="1437" actId="20577"/>
          <ac:spMkLst>
            <pc:docMk/>
            <pc:sldMk cId="2407025092" sldId="279"/>
            <ac:spMk id="2" creationId="{A9DD506D-BBF9-49FD-9BE4-EE03B1D90A0B}"/>
          </ac:spMkLst>
        </pc:spChg>
        <pc:spChg chg="mod">
          <ac:chgData name="Hemani, Humza" userId="c5c3a040-2261-4474-8628-219f0229a6b6" providerId="ADAL" clId="{CD869E3F-B13D-4ADA-B122-858996A92434}" dt="2025-04-11T03:01:10.133" v="1993" actId="20577"/>
          <ac:spMkLst>
            <pc:docMk/>
            <pc:sldMk cId="2407025092" sldId="279"/>
            <ac:spMk id="3" creationId="{33DF356E-49D1-8EE6-C002-899C435A6BDD}"/>
          </ac:spMkLst>
        </pc:spChg>
        <pc:spChg chg="add del mod">
          <ac:chgData name="Hemani, Humza" userId="c5c3a040-2261-4474-8628-219f0229a6b6" providerId="ADAL" clId="{CD869E3F-B13D-4ADA-B122-858996A92434}" dt="2025-04-11T03:05:33.657" v="2079" actId="478"/>
          <ac:spMkLst>
            <pc:docMk/>
            <pc:sldMk cId="2407025092" sldId="279"/>
            <ac:spMk id="14" creationId="{6217A11A-8801-8183-7A6C-47BEC49BB4B3}"/>
          </ac:spMkLst>
        </pc:spChg>
        <pc:picChg chg="add del mod">
          <ac:chgData name="Hemani, Humza" userId="c5c3a040-2261-4474-8628-219f0229a6b6" providerId="ADAL" clId="{CD869E3F-B13D-4ADA-B122-858996A92434}" dt="2025-04-11T02:57:01.369" v="1916" actId="478"/>
          <ac:picMkLst>
            <pc:docMk/>
            <pc:sldMk cId="2407025092" sldId="279"/>
            <ac:picMk id="6" creationId="{54140055-8FC7-843D-88C6-BED7EAF328EE}"/>
          </ac:picMkLst>
        </pc:picChg>
        <pc:picChg chg="add del mod">
          <ac:chgData name="Hemani, Humza" userId="c5c3a040-2261-4474-8628-219f0229a6b6" providerId="ADAL" clId="{CD869E3F-B13D-4ADA-B122-858996A92434}" dt="2025-04-11T02:57:37.448" v="1920" actId="478"/>
          <ac:picMkLst>
            <pc:docMk/>
            <pc:sldMk cId="2407025092" sldId="279"/>
            <ac:picMk id="8" creationId="{A116B5DB-8B47-F39D-5DC3-59EA663F0C36}"/>
          </ac:picMkLst>
        </pc:picChg>
        <pc:picChg chg="add mod">
          <ac:chgData name="Hemani, Humza" userId="c5c3a040-2261-4474-8628-219f0229a6b6" providerId="ADAL" clId="{CD869E3F-B13D-4ADA-B122-858996A92434}" dt="2025-04-11T02:57:59.428" v="1925" actId="14100"/>
          <ac:picMkLst>
            <pc:docMk/>
            <pc:sldMk cId="2407025092" sldId="279"/>
            <ac:picMk id="10" creationId="{873D0145-5F1D-6F1D-C652-93A85649FB7E}"/>
          </ac:picMkLst>
        </pc:picChg>
        <pc:picChg chg="add mod">
          <ac:chgData name="Hemani, Humza" userId="c5c3a040-2261-4474-8628-219f0229a6b6" providerId="ADAL" clId="{CD869E3F-B13D-4ADA-B122-858996A92434}" dt="2025-04-11T02:58:18.164" v="1929" actId="1076"/>
          <ac:picMkLst>
            <pc:docMk/>
            <pc:sldMk cId="2407025092" sldId="279"/>
            <ac:picMk id="12" creationId="{D95066D5-A7C2-795F-0310-0E4387DD62DB}"/>
          </ac:picMkLst>
        </pc:picChg>
      </pc:sldChg>
      <pc:sldChg chg="addSp modSp new mod">
        <pc:chgData name="Hemani, Humza" userId="c5c3a040-2261-4474-8628-219f0229a6b6" providerId="ADAL" clId="{CD869E3F-B13D-4ADA-B122-858996A92434}" dt="2025-04-11T03:01:20.351" v="2034" actId="313"/>
        <pc:sldMkLst>
          <pc:docMk/>
          <pc:sldMk cId="2295041145" sldId="280"/>
        </pc:sldMkLst>
        <pc:spChg chg="mod">
          <ac:chgData name="Hemani, Humza" userId="c5c3a040-2261-4474-8628-219f0229a6b6" providerId="ADAL" clId="{CD869E3F-B13D-4ADA-B122-858996A92434}" dt="2025-04-11T03:00:01.318" v="1962" actId="20577"/>
          <ac:spMkLst>
            <pc:docMk/>
            <pc:sldMk cId="2295041145" sldId="280"/>
            <ac:spMk id="2" creationId="{74AD7E50-F609-6C37-9DDE-53B41CD75798}"/>
          </ac:spMkLst>
        </pc:spChg>
        <pc:spChg chg="mod">
          <ac:chgData name="Hemani, Humza" userId="c5c3a040-2261-4474-8628-219f0229a6b6" providerId="ADAL" clId="{CD869E3F-B13D-4ADA-B122-858996A92434}" dt="2025-04-11T03:01:20.351" v="2034" actId="313"/>
          <ac:spMkLst>
            <pc:docMk/>
            <pc:sldMk cId="2295041145" sldId="280"/>
            <ac:spMk id="3" creationId="{1221965B-9B2E-3A59-AA2F-18BA80B9C717}"/>
          </ac:spMkLst>
        </pc:spChg>
        <pc:picChg chg="add mod">
          <ac:chgData name="Hemani, Humza" userId="c5c3a040-2261-4474-8628-219f0229a6b6" providerId="ADAL" clId="{CD869E3F-B13D-4ADA-B122-858996A92434}" dt="2025-04-11T03:01:01.154" v="1968" actId="1076"/>
          <ac:picMkLst>
            <pc:docMk/>
            <pc:sldMk cId="2295041145" sldId="280"/>
            <ac:picMk id="6" creationId="{C99B5D17-83A8-0396-553A-6C8717620C57}"/>
          </ac:picMkLst>
        </pc:picChg>
      </pc:sldChg>
      <pc:sldChg chg="addSp delSp modSp new mod setBg">
        <pc:chgData name="Hemani, Humza" userId="c5c3a040-2261-4474-8628-219f0229a6b6" providerId="ADAL" clId="{CD869E3F-B13D-4ADA-B122-858996A92434}" dt="2025-04-11T03:25:15.319" v="2741" actId="20577"/>
        <pc:sldMkLst>
          <pc:docMk/>
          <pc:sldMk cId="2964187291" sldId="281"/>
        </pc:sldMkLst>
        <pc:spChg chg="mod">
          <ac:chgData name="Hemani, Humza" userId="c5c3a040-2261-4474-8628-219f0229a6b6" providerId="ADAL" clId="{CD869E3F-B13D-4ADA-B122-858996A92434}" dt="2025-04-11T03:25:15.319" v="2741" actId="20577"/>
          <ac:spMkLst>
            <pc:docMk/>
            <pc:sldMk cId="2964187291" sldId="281"/>
            <ac:spMk id="2" creationId="{82391989-D6E6-F759-576D-A2ACB40BC86E}"/>
          </ac:spMkLst>
        </pc:spChg>
        <pc:spChg chg="add del mod">
          <ac:chgData name="Hemani, Humza" userId="c5c3a040-2261-4474-8628-219f0229a6b6" providerId="ADAL" clId="{CD869E3F-B13D-4ADA-B122-858996A92434}" dt="2025-04-11T03:21:25.043" v="2734" actId="20577"/>
          <ac:spMkLst>
            <pc:docMk/>
            <pc:sldMk cId="2964187291" sldId="281"/>
            <ac:spMk id="3" creationId="{00A1DA49-0EFE-39DE-385F-4035FA1E0673}"/>
          </ac:spMkLst>
        </pc:spChg>
        <pc:spChg chg="add mod">
          <ac:chgData name="Hemani, Humza" userId="c5c3a040-2261-4474-8628-219f0229a6b6" providerId="ADAL" clId="{CD869E3F-B13D-4ADA-B122-858996A92434}" dt="2025-04-11T03:07:50.025" v="2105"/>
          <ac:spMkLst>
            <pc:docMk/>
            <pc:sldMk cId="2964187291" sldId="281"/>
            <ac:spMk id="7" creationId="{F186E7DE-4012-974D-F9E6-557AD28DFDB9}"/>
          </ac:spMkLst>
        </pc:spChg>
        <pc:spChg chg="add mod">
          <ac:chgData name="Hemani, Humza" userId="c5c3a040-2261-4474-8628-219f0229a6b6" providerId="ADAL" clId="{CD869E3F-B13D-4ADA-B122-858996A92434}" dt="2025-04-11T03:07:51.685" v="2107"/>
          <ac:spMkLst>
            <pc:docMk/>
            <pc:sldMk cId="2964187291" sldId="281"/>
            <ac:spMk id="8" creationId="{0C90EB2F-3DC2-88B5-B573-DCC97D6E5A91}"/>
          </ac:spMkLst>
        </pc:spChg>
        <pc:picChg chg="add mod">
          <ac:chgData name="Hemani, Humza" userId="c5c3a040-2261-4474-8628-219f0229a6b6" providerId="ADAL" clId="{CD869E3F-B13D-4ADA-B122-858996A92434}" dt="2025-04-11T03:20:24.169" v="2580" actId="14100"/>
          <ac:picMkLst>
            <pc:docMk/>
            <pc:sldMk cId="2964187291" sldId="281"/>
            <ac:picMk id="6" creationId="{4880C0DE-D365-C54D-A970-7D9B60369E9C}"/>
          </ac:picMkLst>
        </pc:picChg>
        <pc:picChg chg="add mod">
          <ac:chgData name="Hemani, Humza" userId="c5c3a040-2261-4474-8628-219f0229a6b6" providerId="ADAL" clId="{CD869E3F-B13D-4ADA-B122-858996A92434}" dt="2025-04-11T03:21:51.068" v="2738" actId="1076"/>
          <ac:picMkLst>
            <pc:docMk/>
            <pc:sldMk cId="2964187291" sldId="281"/>
            <ac:picMk id="10" creationId="{784C9FAE-629F-7441-ADA6-CD2D6E31F165}"/>
          </ac:picMkLst>
        </pc:picChg>
      </pc:sldChg>
      <pc:sldChg chg="new del">
        <pc:chgData name="Hemani, Humza" userId="c5c3a040-2261-4474-8628-219f0229a6b6" providerId="ADAL" clId="{CD869E3F-B13D-4ADA-B122-858996A92434}" dt="2025-04-11T03:25:00.189" v="2740" actId="47"/>
        <pc:sldMkLst>
          <pc:docMk/>
          <pc:sldMk cId="2764746396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9e598bef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9e598bef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comes from two different housing facilities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want to analyze what is different between  the stool microbiome between mice from these two facilities, using 16S rRNA gene data.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will use R to analyze the data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9e598bef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9e598bef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BDC1C6"/>
                </a:solidFill>
                <a:effectLst/>
                <a:highlight>
                  <a:srgbClr val="202124"/>
                </a:highlight>
                <a:latin typeface="Roboto" panose="020F0502020204030204" pitchFamily="34" charset="0"/>
              </a:rPr>
              <a:t>R is a programming language for statistical computing and data visualization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09e598bef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09e598bef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\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09e598bef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09e598bef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9e598bef5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09e598bef5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09e598bef5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09e598bef5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09e598bef5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09e598bef5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9e598bef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9e598bef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09e598bef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09e598bef5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9e598bef5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09e598bef5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09e598bef5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09e598bef5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09e598bef5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09e598bef5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09e598bef5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09e598bef5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09e598bef5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09e598bef5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09e598bef5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09e598bef5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Tutorial within assignment document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09e598bef5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09e598bef5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09e598bef5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09e598bef5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rstudio.com/products/rstudio/download/" TargetMode="External"/><Relationship Id="rId4" Type="http://schemas.openxmlformats.org/officeDocument/2006/relationships/hyperlink" Target="https://cran.rstudio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osit.co/download/rstudio-desktop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studio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osit.co/download/rstudio-deskto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articles/ggplot2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articles/ggplot2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-graph-gallery.com/218-basic-barplots-with-ggplot2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reference/geom_boxplot.htm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rdocumentation.org/packages/ggpubr/versions/0.6.0/topics/stat_compare_means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Assignment 12</a:t>
            </a:r>
            <a:endParaRPr sz="3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Metagenomics</a:t>
            </a:r>
            <a:endParaRPr sz="36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April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●"/>
            </a:pPr>
            <a:r>
              <a:rPr lang="en" b="1" dirty="0">
                <a:solidFill>
                  <a:srgbClr val="CC0000"/>
                </a:solidFill>
              </a:rPr>
              <a:t>Due Friday April 17</a:t>
            </a:r>
            <a:r>
              <a:rPr lang="en" b="1" baseline="30000" dirty="0">
                <a:solidFill>
                  <a:srgbClr val="CC0000"/>
                </a:solidFill>
              </a:rPr>
              <a:t>th</a:t>
            </a:r>
            <a:endParaRPr dirty="0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Download  files in </a:t>
            </a:r>
            <a:r>
              <a:rPr lang="en-US" dirty="0">
                <a:solidFill>
                  <a:srgbClr val="00B0F0"/>
                </a:solidFill>
              </a:rPr>
              <a:t>/storage1/fs1/workshops/Active/BIO5488/SP2026.L41.BIOL.5488.01/Assignments/A12/</a:t>
            </a:r>
            <a:r>
              <a:rPr lang="en-US" dirty="0" err="1">
                <a:solidFill>
                  <a:srgbClr val="00B0F0"/>
                </a:solidFill>
              </a:rPr>
              <a:t>Assignment_Data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your local desktop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Use R to analyze what is different between the stool microbiome </a:t>
            </a:r>
            <a:r>
              <a:rPr lang="en-US" dirty="0">
                <a:solidFill>
                  <a:schemeClr val="dk1"/>
                </a:solidFill>
              </a:rPr>
              <a:t>of</a:t>
            </a:r>
            <a:r>
              <a:rPr lang="en" dirty="0">
                <a:solidFill>
                  <a:schemeClr val="dk1"/>
                </a:solidFill>
              </a:rPr>
              <a:t> mice from these two facilities, using 16S rRNA gene data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What to turn in: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assignment_12.Rmd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 err="1">
                <a:solidFill>
                  <a:schemeClr val="dk1"/>
                </a:solidFill>
              </a:rPr>
              <a:t>README.txt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1. Installation of R and RStudio 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dirty="0">
                <a:solidFill>
                  <a:schemeClr val="dk1"/>
                </a:solidFill>
              </a:rPr>
              <a:t>R and RStudio Desktop should work on any OS (Mac, Linux, Windows). You will need to install </a:t>
            </a:r>
            <a:r>
              <a:rPr lang="en" sz="1650" b="1" u="sng" dirty="0">
                <a:solidFill>
                  <a:schemeClr val="dk1"/>
                </a:solidFill>
              </a:rPr>
              <a:t>both</a:t>
            </a:r>
            <a:r>
              <a:rPr lang="en" sz="1650" dirty="0">
                <a:solidFill>
                  <a:schemeClr val="dk1"/>
                </a:solidFill>
              </a:rPr>
              <a:t> R and RStudio Desktop. The instructions are pretty detailed and can be found for all OS at </a:t>
            </a:r>
            <a:r>
              <a:rPr lang="en" sz="1650" u="sng" dirty="0">
                <a:solidFill>
                  <a:schemeClr val="hlink"/>
                </a:solidFill>
                <a:hlinkClick r:id="rId3"/>
              </a:rPr>
              <a:t>https://posit.co/download/rstudio-desktop/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 dirty="0">
                <a:solidFill>
                  <a:schemeClr val="dk1"/>
                </a:solidFill>
              </a:rPr>
              <a:t> 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 dirty="0">
                <a:solidFill>
                  <a:schemeClr val="dk1"/>
                </a:solidFill>
              </a:rPr>
              <a:t>Please be sure to, as shown on the website: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 b="1" dirty="0">
                <a:solidFill>
                  <a:schemeClr val="dk1"/>
                </a:solidFill>
              </a:rPr>
              <a:t>1. Install R, version R-4.1.3 or higher (</a:t>
            </a:r>
            <a:r>
              <a:rPr lang="en" sz="1650" u="sng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https://cran.rstudio.com/</a:t>
            </a:r>
            <a:r>
              <a:rPr lang="en" sz="1650" b="1" dirty="0">
                <a:solidFill>
                  <a:schemeClr val="dk1"/>
                </a:solidFill>
              </a:rPr>
              <a:t>).</a:t>
            </a:r>
            <a:endParaRPr sz="165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dirty="0">
                <a:solidFill>
                  <a:schemeClr val="dk1"/>
                </a:solidFill>
              </a:rPr>
              <a:t>2. Download RStudio Desktop, version 2022.02.1-461 or higher (</a:t>
            </a:r>
            <a:r>
              <a:rPr lang="en" sz="1650" u="sng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https://www.rstudio.com/products/rstudio/download/</a:t>
            </a:r>
            <a:r>
              <a:rPr lang="en" sz="1650" b="1" u="sng" dirty="0">
                <a:solidFill>
                  <a:schemeClr val="dk1"/>
                </a:solidFill>
              </a:rPr>
              <a:t>)</a:t>
            </a:r>
            <a:r>
              <a:rPr lang="en" sz="1650" dirty="0">
                <a:solidFill>
                  <a:schemeClr val="dk1"/>
                </a:solidFill>
              </a:rPr>
              <a:t>.</a:t>
            </a:r>
            <a:endParaRPr sz="2400"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1.1 Install R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650" y="1574112"/>
            <a:ext cx="6844783" cy="33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68925" y="1017725"/>
            <a:ext cx="392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https://posit.co/download/rstudio-desktop/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2094950" y="3900025"/>
            <a:ext cx="434700" cy="645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20"/>
              <a:t>Step 1.1 Install R - choose the R version that fits your operating system</a:t>
            </a:r>
            <a:endParaRPr sz="20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902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https://cran.rstudio.com/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7713" y="1357100"/>
            <a:ext cx="6388575" cy="34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 rot="-5400000">
            <a:off x="6908050" y="2031600"/>
            <a:ext cx="434700" cy="645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Step 1.1 Install R - choose the R version that fits your operating system</a:t>
            </a:r>
            <a:endParaRPr sz="200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481" y="1268075"/>
            <a:ext cx="7195870" cy="118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9148" y="2580410"/>
            <a:ext cx="7010534" cy="957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9150" y="3667523"/>
            <a:ext cx="4474972" cy="9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311700" y="1525225"/>
            <a:ext cx="13575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>
                <a:solidFill>
                  <a:schemeClr val="dk1"/>
                </a:solidFill>
              </a:rPr>
              <a:t>macOS</a:t>
            </a:r>
            <a:endParaRPr sz="162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20">
                <a:solidFill>
                  <a:schemeClr val="dk1"/>
                </a:solidFill>
              </a:rPr>
              <a:t>Apple silicon</a:t>
            </a:r>
            <a:endParaRPr sz="1520">
              <a:solidFill>
                <a:schemeClr val="dk1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11700" y="2505875"/>
            <a:ext cx="13575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>
                <a:solidFill>
                  <a:schemeClr val="dk1"/>
                </a:solidFill>
              </a:rPr>
              <a:t>macOS</a:t>
            </a:r>
            <a:endParaRPr sz="162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20">
                <a:solidFill>
                  <a:schemeClr val="dk1"/>
                </a:solidFill>
              </a:rPr>
              <a:t>Intel</a:t>
            </a:r>
            <a:endParaRPr sz="1520"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11400" y="3924675"/>
            <a:ext cx="13575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>
                <a:solidFill>
                  <a:schemeClr val="dk1"/>
                </a:solidFill>
              </a:rPr>
              <a:t>Windows</a:t>
            </a:r>
            <a:endParaRPr sz="1520">
              <a:solidFill>
                <a:schemeClr val="dk1"/>
              </a:solidFill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Step 1.2 Install RStudio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563" y="1496225"/>
            <a:ext cx="6988876" cy="344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368925" y="1017725"/>
            <a:ext cx="392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https://posit.co/download/rstudio-desktop/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Step 2. Configure RStudio working environment for this homework</a:t>
            </a:r>
            <a:endParaRPr sz="2020"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767" y="954825"/>
            <a:ext cx="6783708" cy="399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1210025" y="4245100"/>
            <a:ext cx="22839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>
                <a:solidFill>
                  <a:schemeClr val="lt1"/>
                </a:solidFill>
              </a:rPr>
              <a:t>Interactive R console</a:t>
            </a:r>
            <a:endParaRPr sz="1520" b="1">
              <a:solidFill>
                <a:schemeClr val="lt1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538625" y="2137650"/>
            <a:ext cx="22839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>
                <a:solidFill>
                  <a:schemeClr val="lt1"/>
                </a:solidFill>
              </a:rPr>
              <a:t>List of variables</a:t>
            </a:r>
            <a:endParaRPr sz="1520" b="1">
              <a:solidFill>
                <a:schemeClr val="lt1"/>
              </a:solidFill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269075" y="4245100"/>
            <a:ext cx="25533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>
                <a:solidFill>
                  <a:schemeClr val="lt1"/>
                </a:solidFill>
              </a:rPr>
              <a:t>Files, plots, packages…</a:t>
            </a:r>
            <a:endParaRPr sz="1520" b="1">
              <a:solidFill>
                <a:schemeClr val="lt1"/>
              </a:solidFill>
            </a:endParaRPr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11700" y="305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 dirty="0"/>
              <a:t>Step 2.1 Open assignment_12.Rmd</a:t>
            </a:r>
            <a:br>
              <a:rPr lang="en" sz="2020" dirty="0"/>
            </a:br>
            <a:endParaRPr sz="2020" dirty="0"/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76758-4B70-2D6E-BCE5-405B4002E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64" y="1186653"/>
            <a:ext cx="5816104" cy="387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2F3B97-459E-CCF9-25A6-0A8AD9C77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31" y="3048548"/>
            <a:ext cx="3517668" cy="2094951"/>
          </a:xfrm>
          <a:prstGeom prst="rect">
            <a:avLst/>
          </a:prstGeom>
        </p:spPr>
      </p:pic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305500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Step 2.2 Set working directory (</a:t>
            </a:r>
            <a:r>
              <a:rPr lang="en" sz="2020" b="1">
                <a:solidFill>
                  <a:srgbClr val="CC0000"/>
                </a:solidFill>
              </a:rPr>
              <a:t>important</a:t>
            </a:r>
            <a:r>
              <a:rPr lang="en" sz="2020"/>
              <a:t>)  </a:t>
            </a:r>
            <a:endParaRPr sz="2020"/>
          </a:p>
        </p:txBody>
      </p:sp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37" name="Google Shape;137;p22"/>
          <p:cNvSpPr/>
          <p:nvPr/>
        </p:nvSpPr>
        <p:spPr>
          <a:xfrm rot="-5400000">
            <a:off x="4765775" y="1354725"/>
            <a:ext cx="380400" cy="393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5225650" y="1361325"/>
            <a:ext cx="3521400" cy="886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20" dirty="0">
                <a:solidFill>
                  <a:schemeClr val="dk1"/>
                </a:solidFill>
              </a:rPr>
              <a:t>First, click the … sign to navigate to your working directory where R markdown file and data files are stored</a:t>
            </a:r>
            <a:endParaRPr sz="900" dirty="0"/>
          </a:p>
        </p:txBody>
      </p:sp>
      <p:sp>
        <p:nvSpPr>
          <p:cNvPr id="140" name="Google Shape;140;p22"/>
          <p:cNvSpPr/>
          <p:nvPr/>
        </p:nvSpPr>
        <p:spPr>
          <a:xfrm rot="-5400000">
            <a:off x="3749312" y="1960831"/>
            <a:ext cx="111600" cy="271165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5310900" y="3048550"/>
            <a:ext cx="35214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20">
                <a:solidFill>
                  <a:schemeClr val="dk1"/>
                </a:solidFill>
              </a:rPr>
              <a:t>Next, click the ‘gear’ sign </a:t>
            </a:r>
            <a:endParaRPr sz="900"/>
          </a:p>
        </p:txBody>
      </p:sp>
      <p:sp>
        <p:nvSpPr>
          <p:cNvPr id="142" name="Google Shape;142;p22"/>
          <p:cNvSpPr/>
          <p:nvPr/>
        </p:nvSpPr>
        <p:spPr>
          <a:xfrm rot="-5400000">
            <a:off x="4088130" y="3373230"/>
            <a:ext cx="111601" cy="17890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5312613" y="4267775"/>
            <a:ext cx="30000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20">
                <a:solidFill>
                  <a:schemeClr val="dk1"/>
                </a:solidFill>
              </a:rPr>
              <a:t>Last, select ‘Set As Working Directory’ option.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91F0D-7112-5283-ACCF-3DC260FAD7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816"/>
          <a:stretch/>
        </p:blipFill>
        <p:spPr>
          <a:xfrm>
            <a:off x="182410" y="1037249"/>
            <a:ext cx="4511287" cy="1852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Step 3. Ensure the R packages needed for this assignment are installed </a:t>
            </a:r>
            <a:endParaRPr sz="2000"/>
          </a:p>
        </p:txBody>
      </p:sp>
      <p:sp>
        <p:nvSpPr>
          <p:cNvPr id="150" name="Google Shape;15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1152475"/>
            <a:ext cx="5894393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/>
          <p:nvPr/>
        </p:nvSpPr>
        <p:spPr>
          <a:xfrm>
            <a:off x="4381800" y="2052300"/>
            <a:ext cx="380400" cy="393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2967050" y="2571750"/>
            <a:ext cx="30042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Char char="-"/>
            </a:pPr>
            <a:r>
              <a:rPr lang="en" sz="1620" b="1">
                <a:solidFill>
                  <a:schemeClr val="lt1"/>
                </a:solidFill>
              </a:rPr>
              <a:t>Click Run button to run line by line. </a:t>
            </a:r>
            <a:endParaRPr sz="1620" b="1">
              <a:solidFill>
                <a:schemeClr val="lt1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Char char="-"/>
            </a:pPr>
            <a:r>
              <a:rPr lang="en" sz="1620" b="1">
                <a:solidFill>
                  <a:schemeClr val="lt1"/>
                </a:solidFill>
              </a:rPr>
              <a:t>There are keyboard shortcuts for macOS and Windows</a:t>
            </a:r>
            <a:endParaRPr sz="1520" b="1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E874C-4415-67D1-6D72-338EB513B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Step 3.1 Loading messages will show up in the Interactive Console if a package has been installed before. </a:t>
            </a:r>
            <a:endParaRPr sz="2000"/>
          </a:p>
        </p:txBody>
      </p:sp>
      <p:sp>
        <p:nvSpPr>
          <p:cNvPr id="159" name="Google Shape;15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2967050" y="2571750"/>
            <a:ext cx="30042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Char char="-"/>
            </a:pPr>
            <a:r>
              <a:rPr lang="en" sz="1620" b="1">
                <a:solidFill>
                  <a:schemeClr val="lt1"/>
                </a:solidFill>
              </a:rPr>
              <a:t>Click Run button to run line by line. </a:t>
            </a:r>
            <a:endParaRPr sz="1620" b="1">
              <a:solidFill>
                <a:schemeClr val="lt1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Char char="-"/>
            </a:pPr>
            <a:r>
              <a:rPr lang="en" sz="1620" b="1">
                <a:solidFill>
                  <a:schemeClr val="lt1"/>
                </a:solidFill>
              </a:rPr>
              <a:t>There are keyboard shortcuts for macOS and Windows</a:t>
            </a:r>
            <a:endParaRPr sz="1520" b="1">
              <a:solidFill>
                <a:schemeClr val="lt1"/>
              </a:solidFill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848" y="1299550"/>
            <a:ext cx="6356301" cy="27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1393850" y="4161025"/>
            <a:ext cx="6356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error messages show up, we will need to install the missing packages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Step 3.2 This assignment has two groups of packages which need different installation methods</a:t>
            </a:r>
            <a:endParaRPr sz="20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2967050" y="2571750"/>
            <a:ext cx="30042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Char char="-"/>
            </a:pPr>
            <a:r>
              <a:rPr lang="en" sz="1620" b="1">
                <a:solidFill>
                  <a:schemeClr val="lt1"/>
                </a:solidFill>
              </a:rPr>
              <a:t>Click Run button to run line by line. </a:t>
            </a:r>
            <a:endParaRPr sz="1620" b="1">
              <a:solidFill>
                <a:schemeClr val="lt1"/>
              </a:solidFill>
            </a:endParaRPr>
          </a:p>
          <a:p>
            <a:pPr marL="457200" lvl="0" indent="-33147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Char char="-"/>
            </a:pPr>
            <a:r>
              <a:rPr lang="en" sz="1620" b="1">
                <a:solidFill>
                  <a:schemeClr val="lt1"/>
                </a:solidFill>
              </a:rPr>
              <a:t>There are keyboard shortcuts for macOS and Windows</a:t>
            </a:r>
            <a:endParaRPr sz="1520" b="1">
              <a:solidFill>
                <a:schemeClr val="lt1"/>
              </a:solidFill>
            </a:endParaRPr>
          </a:p>
        </p:txBody>
      </p:sp>
      <p:graphicFrame>
        <p:nvGraphicFramePr>
          <p:cNvPr id="170" name="Google Shape;170;p25"/>
          <p:cNvGraphicFramePr/>
          <p:nvPr/>
        </p:nvGraphicFramePr>
        <p:xfrm>
          <a:off x="849650" y="1270300"/>
          <a:ext cx="7239000" cy="3227361"/>
        </p:xfrm>
        <a:graphic>
          <a:graphicData uri="http://schemas.openxmlformats.org/drawingml/2006/table">
            <a:tbl>
              <a:tblPr>
                <a:noFill/>
                <a:tableStyleId>{8F2C107A-D247-497C-A203-C354C64A97DD}</a:tableStyleId>
              </a:tblPr>
              <a:tblGrid>
                <a:gridCol w="176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DD1144"/>
                          </a:solidFill>
                        </a:rPr>
                        <a:t>Group 1</a:t>
                      </a:r>
                      <a:endParaRPr b="1">
                        <a:solidFill>
                          <a:srgbClr val="DD1144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DD1144"/>
                          </a:solidFill>
                        </a:rPr>
                        <a:t>Group 2</a:t>
                      </a:r>
                      <a:endParaRPr b="1">
                        <a:solidFill>
                          <a:srgbClr val="DD1144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Package name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vegan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plotly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tidyverse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gridExtra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data.table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ggpubr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ggrepel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BiocManager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Phyloseq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Microbiome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DESeq2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Installation method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AutoNum type="arabicPeriod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Use the Install button in the packages tab in the bottom right section of the screen (next slide)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AutoNum type="arabicPeriod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Use function install.packages()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Use BiocManager::install() function in package BiocManager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53425"/>
            <a:ext cx="6654826" cy="22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3.3 Install Group 1 packages use either method 1 or 2 or the one you are familiar with</a:t>
            </a:r>
            <a:endParaRPr sz="1800"/>
          </a:p>
        </p:txBody>
      </p:sp>
      <p:sp>
        <p:nvSpPr>
          <p:cNvPr id="178" name="Google Shape;178;p26"/>
          <p:cNvSpPr txBox="1"/>
          <p:nvPr/>
        </p:nvSpPr>
        <p:spPr>
          <a:xfrm>
            <a:off x="7031625" y="1645575"/>
            <a:ext cx="198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Method 1</a:t>
            </a:r>
            <a:r>
              <a:rPr lang="en" sz="1200">
                <a:solidFill>
                  <a:schemeClr val="dk1"/>
                </a:solidFill>
              </a:rPr>
              <a:t>. Use the Install button in the Packages tab</a:t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 rot="-4492308">
            <a:off x="4613401" y="1127182"/>
            <a:ext cx="213810" cy="39354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6"/>
          <p:cNvSpPr/>
          <p:nvPr/>
        </p:nvSpPr>
        <p:spPr>
          <a:xfrm rot="1803236">
            <a:off x="3299666" y="1390991"/>
            <a:ext cx="213851" cy="393541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6"/>
          <p:cNvSpPr/>
          <p:nvPr/>
        </p:nvSpPr>
        <p:spPr>
          <a:xfrm rot="4822">
            <a:off x="1126763" y="2008500"/>
            <a:ext cx="213900" cy="393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6"/>
          <p:cNvSpPr/>
          <p:nvPr/>
        </p:nvSpPr>
        <p:spPr>
          <a:xfrm rot="-10795178">
            <a:off x="2097663" y="2439925"/>
            <a:ext cx="213900" cy="393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350" y="3311250"/>
            <a:ext cx="4105149" cy="174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5863275" y="3907000"/>
            <a:ext cx="260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Method 2</a:t>
            </a:r>
            <a:r>
              <a:rPr lang="en" sz="1200">
                <a:solidFill>
                  <a:schemeClr val="dk1"/>
                </a:solidFill>
              </a:rPr>
              <a:t>. Use function install.packages() in the Interactive Console and hit the Enter button</a:t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 rot="5404822">
            <a:off x="1036779" y="3496611"/>
            <a:ext cx="213900" cy="393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3.4 BiocManager package needs to be loaded to install Group 2 packages</a:t>
            </a:r>
            <a:endParaRPr sz="1800"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250" y="1502300"/>
            <a:ext cx="6683275" cy="19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/>
          <p:nvPr/>
        </p:nvSpPr>
        <p:spPr>
          <a:xfrm rot="5404822">
            <a:off x="1740554" y="1995536"/>
            <a:ext cx="213900" cy="393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7"/>
          <p:cNvSpPr/>
          <p:nvPr/>
        </p:nvSpPr>
        <p:spPr>
          <a:xfrm rot="5404822">
            <a:off x="1740554" y="3022236"/>
            <a:ext cx="213900" cy="393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228950" y="1894275"/>
            <a:ext cx="1423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1</a:t>
            </a:r>
            <a:r>
              <a:rPr lang="en" sz="1200">
                <a:solidFill>
                  <a:schemeClr val="dk1"/>
                </a:solidFill>
              </a:rPr>
              <a:t>. Load BiocManager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228950" y="2967500"/>
            <a:ext cx="1423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2</a:t>
            </a:r>
            <a:r>
              <a:rPr lang="en" sz="1200">
                <a:solidFill>
                  <a:schemeClr val="dk1"/>
                </a:solidFill>
              </a:rPr>
              <a:t>. Install Group 2 packages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311700" y="184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Step 4. Fill out and run each code block in Assignment_12.Rmd. Remember to save your Rmd file for submission!!</a:t>
            </a:r>
            <a:endParaRPr sz="1800" dirty="0"/>
          </a:p>
        </p:txBody>
      </p:sp>
      <p:sp>
        <p:nvSpPr>
          <p:cNvPr id="204" name="Google Shape;204;p28"/>
          <p:cNvSpPr txBox="1"/>
          <p:nvPr/>
        </p:nvSpPr>
        <p:spPr>
          <a:xfrm>
            <a:off x="6235379" y="1456757"/>
            <a:ext cx="2574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 dirty="0">
                <a:solidFill>
                  <a:schemeClr val="dk1"/>
                </a:solidFill>
              </a:rPr>
              <a:t>Hit the Run button or keyboards shortcuts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6362150" y="2571750"/>
            <a:ext cx="1989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 dirty="0">
                <a:solidFill>
                  <a:schemeClr val="dk1"/>
                </a:solidFill>
              </a:rPr>
              <a:t>Output will show up below each block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57DCC-AB30-5333-01A8-D1C5C2AF9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4" y="1456757"/>
            <a:ext cx="6335486" cy="1726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5. Answer questions 1 to 9 in the README.txt</a:t>
            </a:r>
            <a:endParaRPr sz="1800"/>
          </a:p>
        </p:txBody>
      </p:sp>
      <p:sp>
        <p:nvSpPr>
          <p:cNvPr id="216" name="Google Shape;216;p29"/>
          <p:cNvSpPr txBox="1"/>
          <p:nvPr/>
        </p:nvSpPr>
        <p:spPr>
          <a:xfrm>
            <a:off x="391886" y="1315975"/>
            <a:ext cx="8440314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In this assignment, we will use </a:t>
            </a:r>
            <a:r>
              <a:rPr lang="en" sz="2000" dirty="0">
                <a:solidFill>
                  <a:srgbClr val="CC0000"/>
                </a:solidFill>
                <a:highlight>
                  <a:srgbClr val="FFFFFF"/>
                </a:highlight>
              </a:rPr>
              <a:t>p-value &lt; 0.05</a:t>
            </a: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 as cut-off for statistical significance.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R use </a:t>
            </a:r>
            <a:r>
              <a:rPr lang="en" sz="2000" dirty="0">
                <a:solidFill>
                  <a:srgbClr val="CC0000"/>
                </a:solidFill>
                <a:highlight>
                  <a:srgbClr val="FFFFFF"/>
                </a:highlight>
              </a:rPr>
              <a:t># sign</a:t>
            </a: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 to comment lines without running it.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</a:rPr>
              <a:t>When you meet errors, 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</a:rPr>
              <a:t>try reading through the error message and see if gives you a hint on how to fix it 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sym typeface="Wingdings" panose="05000000000000000000" pitchFamily="2" charset="2"/>
              </a:rPr>
              <a:t>.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</a:t>
            </a:r>
            <a:r>
              <a:rPr lang="en-US" dirty="0" err="1"/>
              <a:t>ggplot</a:t>
            </a:r>
            <a:endParaRPr dirty="0"/>
          </a:p>
        </p:txBody>
      </p:sp>
      <p:sp>
        <p:nvSpPr>
          <p:cNvPr id="222" name="Google Shape;22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 err="1">
                <a:solidFill>
                  <a:schemeClr val="dk1"/>
                </a:solidFill>
              </a:rPr>
              <a:t>ggplot</a:t>
            </a:r>
            <a:r>
              <a:rPr lang="en-US" dirty="0">
                <a:solidFill>
                  <a:schemeClr val="dk1"/>
                </a:solidFill>
              </a:rPr>
              <a:t> is a widely used plotting package that makes it easy to customize and layer plot</a:t>
            </a:r>
          </a:p>
          <a:p>
            <a:pPr marL="285750" indent="-285750"/>
            <a:r>
              <a:rPr lang="en-US" dirty="0">
                <a:solidFill>
                  <a:schemeClr val="dk1"/>
                </a:solidFill>
              </a:rPr>
              <a:t>You first use the </a:t>
            </a:r>
            <a:r>
              <a:rPr lang="en-US" dirty="0" err="1">
                <a:solidFill>
                  <a:schemeClr val="dk1"/>
                </a:solidFill>
              </a:rPr>
              <a:t>ggplot</a:t>
            </a:r>
            <a:r>
              <a:rPr lang="en-US" dirty="0">
                <a:solidFill>
                  <a:schemeClr val="dk1"/>
                </a:solidFill>
              </a:rPr>
              <a:t> function to specify your data (must be a </a:t>
            </a:r>
            <a:r>
              <a:rPr lang="en-US" dirty="0" err="1">
                <a:solidFill>
                  <a:schemeClr val="dk1"/>
                </a:solidFill>
              </a:rPr>
              <a:t>dataframe</a:t>
            </a:r>
            <a:r>
              <a:rPr lang="en-US" dirty="0">
                <a:solidFill>
                  <a:schemeClr val="dk1"/>
                </a:solidFill>
              </a:rPr>
              <a:t>), and your mapping (which columns are the x and y axes?),</a:t>
            </a:r>
          </a:p>
          <a:p>
            <a:pPr marL="285750" indent="-285750"/>
            <a:r>
              <a:rPr lang="en-US" dirty="0">
                <a:solidFill>
                  <a:schemeClr val="dk1"/>
                </a:solidFill>
              </a:rPr>
              <a:t>Then you can add on layers using </a:t>
            </a:r>
            <a:r>
              <a:rPr lang="en-US" dirty="0" err="1">
                <a:solidFill>
                  <a:schemeClr val="dk1"/>
                </a:solidFill>
              </a:rPr>
              <a:t>geom</a:t>
            </a:r>
            <a:r>
              <a:rPr lang="en-US" dirty="0">
                <a:solidFill>
                  <a:schemeClr val="dk1"/>
                </a:solidFill>
              </a:rPr>
              <a:t>_* functions</a:t>
            </a:r>
          </a:p>
          <a:p>
            <a:pPr marL="285750" indent="-285750"/>
            <a:endParaRPr lang="en-US"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/>
            <a:endParaRPr lang="en-US" dirty="0">
              <a:solidFill>
                <a:schemeClr val="dk1"/>
              </a:solidFill>
            </a:endParaRPr>
          </a:p>
          <a:p>
            <a:pPr marL="285750" indent="-285750"/>
            <a:endParaRPr dirty="0"/>
          </a:p>
        </p:txBody>
      </p:sp>
      <p:sp>
        <p:nvSpPr>
          <p:cNvPr id="223" name="Google Shape;22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E457B-6E8F-C8F2-73AF-25FBD861FDFC}"/>
              </a:ext>
            </a:extLst>
          </p:cNvPr>
          <p:cNvSpPr txBox="1"/>
          <p:nvPr/>
        </p:nvSpPr>
        <p:spPr>
          <a:xfrm>
            <a:off x="2285999" y="439069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https://ggplot2.tidyverse.org/articles/ggplot2.html</a:t>
            </a:r>
            <a:r>
              <a:rPr lang="en-US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95449B-0928-960E-82DB-45B3D51C5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78" y="3049442"/>
            <a:ext cx="7649643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AB28-A228-A461-EE25-0BF32AF4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Scatter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734FC-73FF-21CE-8074-28C2510C7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0CA0E-C24F-7EA4-4B83-0796D330FF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B85AD6-81BC-70C4-6DC0-6680C5E2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136" y="481960"/>
            <a:ext cx="6455164" cy="457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18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5526-BA89-4B40-4CA8-EA4D6C53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Bar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845E7-13A4-C199-C114-8B35FCE1B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2716301" cy="3416400"/>
          </a:xfrm>
        </p:spPr>
        <p:txBody>
          <a:bodyPr/>
          <a:lstStyle/>
          <a:p>
            <a:r>
              <a:rPr lang="en-US" dirty="0"/>
              <a:t>You can only specify the x axis here – by default it’ll count the number of rows in the </a:t>
            </a:r>
            <a:r>
              <a:rPr lang="en-US" dirty="0" err="1"/>
              <a:t>dataframe</a:t>
            </a:r>
            <a:r>
              <a:rPr lang="en-US" dirty="0"/>
              <a:t> within each class.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D7CC7-3733-D624-5C58-DAE2F90EFD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E5C1B3-1F3C-20AA-F27F-B5168593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59" y="1017725"/>
            <a:ext cx="5615441" cy="38675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714075-9994-CBB4-BAC4-E3A154E12A27}"/>
              </a:ext>
            </a:extLst>
          </p:cNvPr>
          <p:cNvSpPr txBox="1"/>
          <p:nvPr/>
        </p:nvSpPr>
        <p:spPr>
          <a:xfrm>
            <a:off x="3738579" y="42359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https://ggplot2.tidyverse.org/articles/ggplot2.html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0083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96B0-D401-C060-EB94-82E8B86D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Bar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01243-AA82-5FFD-170A-850A00C8F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571678" cy="3416400"/>
          </a:xfrm>
        </p:spPr>
        <p:txBody>
          <a:bodyPr/>
          <a:lstStyle/>
          <a:p>
            <a:r>
              <a:rPr lang="en-US" dirty="0"/>
              <a:t>Alternatively, specify both x and y axes and use stat=“identity”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3CB5B-A8AF-E268-809B-4873CC5AF1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8FBD2-1EC9-10DF-AF7B-BE2F0D675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24" y="0"/>
            <a:ext cx="5507934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DD3778-5430-B1E6-1E71-08E123FFB5BF}"/>
              </a:ext>
            </a:extLst>
          </p:cNvPr>
          <p:cNvSpPr txBox="1"/>
          <p:nvPr/>
        </p:nvSpPr>
        <p:spPr>
          <a:xfrm>
            <a:off x="434622" y="2819002"/>
            <a:ext cx="289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https://r-graph-gallery.com/218-basic-barplots-with-ggplot2.html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9572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2061-0666-8CC4-75F9-6D7BEB70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Box and Whisker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EF540-7ADE-0EE7-2CAF-5171ABA61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D6D77-DCDB-C15D-20CA-DC338C063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1D956D-6C16-E803-73A1-6E0D2726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51" y="1017128"/>
            <a:ext cx="6049307" cy="4039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30DDC6-238F-6453-E3E3-8655B767448A}"/>
              </a:ext>
            </a:extLst>
          </p:cNvPr>
          <p:cNvSpPr txBox="1"/>
          <p:nvPr/>
        </p:nvSpPr>
        <p:spPr>
          <a:xfrm>
            <a:off x="122842" y="2310140"/>
            <a:ext cx="2518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https://ggplot2.tidyverse.org/reference/geom_boxplot.html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880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D3BB-D89D-82A3-3A8E-8F21835C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Statistical tests with your plot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23482-BD9C-B5C2-B0B7-FF7144BCF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6900" y="204208"/>
            <a:ext cx="3492656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200" dirty="0">
                <a:hlinkClick r:id="rId2"/>
              </a:rPr>
              <a:t>https://www.rdocumentation.org/packages/ggpubr/versions/0.6.0/topics/stat_compare_means</a:t>
            </a:r>
            <a:r>
              <a:rPr lang="en-US" sz="1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1AD2-7B77-7535-6F52-EDC06321FB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69305-7B04-B87C-ADFB-EE1642224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279" y="920769"/>
            <a:ext cx="5133879" cy="413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88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D506D-BBF9-49FD-9BE4-EE03B1D9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Multidimensional Scaling (MDS)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F356E-49D1-8EE6-C002-899C435A6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similar idea to PCA or UMAP</a:t>
            </a:r>
          </a:p>
          <a:p>
            <a:pPr lvl="1"/>
            <a:r>
              <a:rPr lang="en-US" dirty="0"/>
              <a:t>Project data to a 2D space and plot it to see how similar/different each data point is</a:t>
            </a:r>
          </a:p>
          <a:p>
            <a:r>
              <a:rPr lang="en-US" dirty="0"/>
              <a:t>You can use different distance metrics to measure the difference between samples in different ways</a:t>
            </a:r>
          </a:p>
          <a:p>
            <a:r>
              <a:rPr lang="en-US" dirty="0"/>
              <a:t>To plot an MDS plot,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ordinate()</a:t>
            </a:r>
            <a:r>
              <a:rPr lang="en-US" dirty="0"/>
              <a:t> to create an ordination object, and then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plot_ordination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on that object. (</a:t>
            </a:r>
            <a:r>
              <a:rPr lang="en-US" dirty="0" err="1"/>
              <a:t>phyloseq</a:t>
            </a:r>
            <a:r>
              <a:rPr lang="en-US" dirty="0"/>
              <a:t> package)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FE3AC-E9DC-D1B9-DEB8-7879BAE741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D0145-5F1D-6F1D-C652-93A85649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" y="3265288"/>
            <a:ext cx="4370136" cy="1734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5066D5-A7C2-795F-0310-0E4387DD6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882" y="3175627"/>
            <a:ext cx="4181276" cy="182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25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7E50-F609-6C37-9DDE-53B41CD7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Alpha Diversity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1965B-9B2E-3A59-AA2F-18BA80B9C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function in microbiome package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5F676-4C1C-C1FD-5498-876F1F536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B5D17-83A8-0396-553A-6C8717620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69" y="1671760"/>
            <a:ext cx="5667335" cy="338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41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91989-D6E6-F759-576D-A2ACB40B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Doing </a:t>
            </a:r>
            <a:r>
              <a:rPr lang="en-US"/>
              <a:t>an adonis2 </a:t>
            </a:r>
            <a:r>
              <a:rPr lang="en-US" dirty="0"/>
              <a:t>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1DA49-0EFE-39DE-385F-4035FA1E0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adonis2() </a:t>
            </a:r>
            <a:r>
              <a:rPr lang="en-US" sz="1400" dirty="0"/>
              <a:t>runs a statistical test used to determine if there are significant differences between the means of two or more groups.</a:t>
            </a:r>
          </a:p>
          <a:p>
            <a:r>
              <a:rPr lang="en-US" sz="1400" dirty="0"/>
              <a:t>Get a </a:t>
            </a:r>
            <a:r>
              <a:rPr lang="en-US" sz="1400" dirty="0" err="1"/>
              <a:t>dist</a:t>
            </a:r>
            <a:r>
              <a:rPr lang="en-US" sz="1400" dirty="0"/>
              <a:t> object using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distance()</a:t>
            </a:r>
            <a:r>
              <a:rPr lang="en-US" sz="1400" dirty="0"/>
              <a:t> (</a:t>
            </a:r>
            <a:r>
              <a:rPr lang="en-US" sz="1400" dirty="0" err="1"/>
              <a:t>phyloseq</a:t>
            </a:r>
            <a:r>
              <a:rPr lang="en-US" sz="1400" dirty="0"/>
              <a:t> package) and then use it as the dependent variable in the formula for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adonis2() </a:t>
            </a:r>
            <a:r>
              <a:rPr lang="en-US" sz="1400" dirty="0"/>
              <a:t>function</a:t>
            </a:r>
          </a:p>
          <a:p>
            <a:r>
              <a:rPr lang="en-US" sz="1400" dirty="0"/>
              <a:t>The independent variables must be columns from a </a:t>
            </a:r>
            <a:r>
              <a:rPr lang="en-US" sz="1400" dirty="0" err="1"/>
              <a:t>dataframe</a:t>
            </a:r>
            <a:r>
              <a:rPr lang="en-US" sz="1400" dirty="0"/>
              <a:t>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adonis2(dep_var1 ~ ind_var1+ind_var2,</a:t>
            </a:r>
          </a:p>
          <a:p>
            <a:pPr marL="11430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data=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 ind_var1 and ind_var2 are columns in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64B76-202A-4C32-291C-38DEFB8129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0C0DE-D365-C54D-A970-7D9B60369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" y="3242533"/>
            <a:ext cx="4686225" cy="1814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4C9FAE-629F-7441-ADA6-CD2D6E31F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925" y="3066234"/>
            <a:ext cx="4024704" cy="207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1130</Words>
  <Application>Microsoft Macintosh PowerPoint</Application>
  <PresentationFormat>On-screen Show (16:9)</PresentationFormat>
  <Paragraphs>145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Courier New</vt:lpstr>
      <vt:lpstr>Roboto</vt:lpstr>
      <vt:lpstr>Wingdings</vt:lpstr>
      <vt:lpstr>Simple Light</vt:lpstr>
      <vt:lpstr>Assignment 12 Metagenomics</vt:lpstr>
      <vt:lpstr>Goal</vt:lpstr>
      <vt:lpstr>Step 1. Installation of R and RStudio </vt:lpstr>
      <vt:lpstr>Step 1.1 Install R </vt:lpstr>
      <vt:lpstr>Step 1.1 Install R - choose the R version that fits your operating system </vt:lpstr>
      <vt:lpstr>Step 1.1 Install R - choose the R version that fits your operating system</vt:lpstr>
      <vt:lpstr>Step 1.2 Install RStudio  </vt:lpstr>
      <vt:lpstr>Step 2. Configure RStudio working environment for this homework</vt:lpstr>
      <vt:lpstr>Step 2.1 Open assignment_12.Rmd </vt:lpstr>
      <vt:lpstr>Step 2.2 Set working directory (important)  </vt:lpstr>
      <vt:lpstr>Step 3. Ensure the R packages needed for this assignment are installed </vt:lpstr>
      <vt:lpstr>Step 3.1 Loading messages will show up in the Interactive Console if a package has been installed before. </vt:lpstr>
      <vt:lpstr>Step 3.2 This assignment has two groups of packages which need different installation methods</vt:lpstr>
      <vt:lpstr>Step 3.3 Install Group 1 packages use either method 1 or 2 or the one you are familiar with</vt:lpstr>
      <vt:lpstr>Step 3.4 BiocManager package needs to be loaded to install Group 2 packages</vt:lpstr>
      <vt:lpstr>Step 4. Fill out and run each code block in Assignment_12.Rmd. Remember to save your Rmd file for submission!!</vt:lpstr>
      <vt:lpstr>Step 5. Answer questions 1 to 9 in the README.txt</vt:lpstr>
      <vt:lpstr>Using ggplot</vt:lpstr>
      <vt:lpstr>Scatter Plots</vt:lpstr>
      <vt:lpstr>Bar Plots</vt:lpstr>
      <vt:lpstr>Bar Plots</vt:lpstr>
      <vt:lpstr>Box and Whisker Plots</vt:lpstr>
      <vt:lpstr>Statistical tests with your plot</vt:lpstr>
      <vt:lpstr>Multidimensional Scaling (MDS)</vt:lpstr>
      <vt:lpstr>Calculating Alpha Diversity</vt:lpstr>
      <vt:lpstr>Doing an adonis2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12 Metagenomics</dc:title>
  <cp:lastModifiedBy>Van Court, Benjamin</cp:lastModifiedBy>
  <cp:revision>4</cp:revision>
  <dcterms:modified xsi:type="dcterms:W3CDTF">2026-04-03T15:30:46Z</dcterms:modified>
</cp:coreProperties>
</file>