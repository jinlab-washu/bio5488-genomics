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heme/themeOverride1.xml" ContentType="application/vnd.openxmlformats-officedocument.themeOverr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notesSlides/notesSlide2.xml" ContentType="application/vnd.openxmlformats-officedocument.presentationml.notesSlide+xml"/>
  <Override PartName="/ppt/theme/themeOverride2.xml" ContentType="application/vnd.openxmlformats-officedocument.themeOverride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20"/>
  </p:notesMasterIdLst>
  <p:sldIdLst>
    <p:sldId id="256" r:id="rId2"/>
    <p:sldId id="260" r:id="rId3"/>
    <p:sldId id="294" r:id="rId4"/>
    <p:sldId id="261" r:id="rId5"/>
    <p:sldId id="275" r:id="rId6"/>
    <p:sldId id="257" r:id="rId7"/>
    <p:sldId id="262" r:id="rId8"/>
    <p:sldId id="258" r:id="rId9"/>
    <p:sldId id="274" r:id="rId10"/>
    <p:sldId id="272" r:id="rId11"/>
    <p:sldId id="259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317"/>
    <p:restoredTop sz="96932"/>
  </p:normalViewPr>
  <p:slideViewPr>
    <p:cSldViewPr snapToGrid="0">
      <p:cViewPr varScale="1">
        <p:scale>
          <a:sx n="202" d="100"/>
          <a:sy n="202" d="100"/>
        </p:scale>
        <p:origin x="176" y="3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0ae2bf775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0ae2bf775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>
          <a:extLst>
            <a:ext uri="{FF2B5EF4-FFF2-40B4-BE49-F238E27FC236}">
              <a16:creationId xmlns:a16="http://schemas.microsoft.com/office/drawing/2014/main" id="{F40ED53D-C6A7-ED1B-BCA6-01BFAF0945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0ae2bf775_0_10:notes">
            <a:extLst>
              <a:ext uri="{FF2B5EF4-FFF2-40B4-BE49-F238E27FC236}">
                <a16:creationId xmlns:a16="http://schemas.microsoft.com/office/drawing/2014/main" id="{48D35691-DBF8-A6C0-B520-A5CABEEC57D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0ae2bf775_0_10:notes">
            <a:extLst>
              <a:ext uri="{FF2B5EF4-FFF2-40B4-BE49-F238E27FC236}">
                <a16:creationId xmlns:a16="http://schemas.microsoft.com/office/drawing/2014/main" id="{5EAD4067-9E74-9A76-2A8C-347E4549F08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9411210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0ae2bf775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0ae2bf775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>
          <a:extLst>
            <a:ext uri="{FF2B5EF4-FFF2-40B4-BE49-F238E27FC236}">
              <a16:creationId xmlns:a16="http://schemas.microsoft.com/office/drawing/2014/main" id="{245E912C-30C0-DCB2-99DD-445C0D80B7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0ae2bf775_0_5:notes">
            <a:extLst>
              <a:ext uri="{FF2B5EF4-FFF2-40B4-BE49-F238E27FC236}">
                <a16:creationId xmlns:a16="http://schemas.microsoft.com/office/drawing/2014/main" id="{93BFE3B2-D859-5ABF-CFCB-449C93A1973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0ae2bf775_0_5:notes">
            <a:extLst>
              <a:ext uri="{FF2B5EF4-FFF2-40B4-BE49-F238E27FC236}">
                <a16:creationId xmlns:a16="http://schemas.microsoft.com/office/drawing/2014/main" id="{4C3A8FF6-39D2-4384-01DB-35693CA3580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7463627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0ae2bf77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0ae2bf77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0ae2bf775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0ae2bf775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if (len(sys.argv) != 2): # 2 parameters, script name and input file</a:t>
            </a:r>
            <a:endParaRPr sz="14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457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sys.exit(__doc__) </a:t>
            </a:r>
            <a:endParaRPr sz="14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0ae2bf775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0ae2bf775_0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4f51219324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4f51219324_0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0ae2bf775_0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0ae2bf775_0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0ae2bf775_0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0ae2bf775_0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4f51219324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4f51219324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0ae2bf775_0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0ae2bf775_0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0ae2bf775_0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30ae2bf775_0_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0ae2bf775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0ae2bf775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6eaff677ff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6eaff677ff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tags" Target="../tags/tag7.xml"/><Relationship Id="rId13" Type="http://schemas.openxmlformats.org/officeDocument/2006/relationships/image" Target="../media/image3.png"/><Relationship Id="rId3" Type="http://schemas.openxmlformats.org/officeDocument/2006/relationships/tags" Target="../tags/tag2.xml"/><Relationship Id="rId7" Type="http://schemas.openxmlformats.org/officeDocument/2006/relationships/tags" Target="../tags/tag6.xml"/><Relationship Id="rId12" Type="http://schemas.openxmlformats.org/officeDocument/2006/relationships/image" Target="../media/image2.png"/><Relationship Id="rId2" Type="http://schemas.openxmlformats.org/officeDocument/2006/relationships/tags" Target="../tags/tag1.xml"/><Relationship Id="rId16" Type="http://schemas.openxmlformats.org/officeDocument/2006/relationships/image" Target="../media/image6.png"/><Relationship Id="rId1" Type="http://schemas.openxmlformats.org/officeDocument/2006/relationships/themeOverride" Target="../theme/themeOverride1.xml"/><Relationship Id="rId6" Type="http://schemas.openxmlformats.org/officeDocument/2006/relationships/tags" Target="../tags/tag5.xml"/><Relationship Id="rId11" Type="http://schemas.openxmlformats.org/officeDocument/2006/relationships/image" Target="../media/image1.png"/><Relationship Id="rId5" Type="http://schemas.openxmlformats.org/officeDocument/2006/relationships/tags" Target="../tags/tag4.xml"/><Relationship Id="rId15" Type="http://schemas.openxmlformats.org/officeDocument/2006/relationships/image" Target="../media/image5.png"/><Relationship Id="rId10" Type="http://schemas.openxmlformats.org/officeDocument/2006/relationships/notesSlide" Target="../notesSlides/notesSlide2.xml"/><Relationship Id="rId4" Type="http://schemas.openxmlformats.org/officeDocument/2006/relationships/tags" Target="../tags/tag3.xml"/><Relationship Id="rId9" Type="http://schemas.openxmlformats.org/officeDocument/2006/relationships/slideLayout" Target="../slideLayouts/slideLayout3.xml"/><Relationship Id="rId1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tags" Target="../tags/tag9.xml"/><Relationship Id="rId7" Type="http://schemas.openxmlformats.org/officeDocument/2006/relationships/notesSlide" Target="../notesSlides/notesSlide3.xml"/><Relationship Id="rId2" Type="http://schemas.openxmlformats.org/officeDocument/2006/relationships/tags" Target="../tags/tag8.xml"/><Relationship Id="rId1" Type="http://schemas.openxmlformats.org/officeDocument/2006/relationships/themeOverride" Target="../theme/themeOverride2.xml"/><Relationship Id="rId6" Type="http://schemas.openxmlformats.org/officeDocument/2006/relationships/slideLayout" Target="../slideLayouts/slideLayout3.xml"/><Relationship Id="rId5" Type="http://schemas.openxmlformats.org/officeDocument/2006/relationships/tags" Target="../tags/tag11.xml"/><Relationship Id="rId10" Type="http://schemas.openxmlformats.org/officeDocument/2006/relationships/image" Target="../media/image6.png"/><Relationship Id="rId4" Type="http://schemas.openxmlformats.org/officeDocument/2006/relationships/tags" Target="../tags/tag10.xml"/><Relationship Id="rId9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w3schools.com/python/python_functions.asp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10" Type="http://schemas.openxmlformats.org/officeDocument/2006/relationships/image" Target="../media/image16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matplotlib.org/gallery/index.html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9.png"/><Relationship Id="rId4" Type="http://schemas.openxmlformats.org/officeDocument/2006/relationships/hyperlink" Target="https://matplotlib.org/api/pyplot_summary.html" TargetMode="Externa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311708" y="517599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Assignment 5</a:t>
            </a:r>
            <a:endParaRPr dirty="0"/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xfrm>
            <a:off x="311700" y="2607149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Gene Expression</a:t>
            </a:r>
            <a:endParaRPr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F629898-2C1F-A7CE-E184-2AFFC00422D2}"/>
              </a:ext>
            </a:extLst>
          </p:cNvPr>
          <p:cNvSpPr txBox="1"/>
          <p:nvPr/>
        </p:nvSpPr>
        <p:spPr>
          <a:xfrm>
            <a:off x="2432792" y="3348433"/>
            <a:ext cx="4278415" cy="3693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dk1"/>
                </a:solidFill>
              </a:rPr>
              <a:t>Due date: 2/20/2026 11:59 PM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>
            <a:spLocks noGrp="1"/>
          </p:cNvSpPr>
          <p:nvPr>
            <p:ph type="title"/>
          </p:nvPr>
        </p:nvSpPr>
        <p:spPr>
          <a:xfrm>
            <a:off x="311700" y="28827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Premise</a:t>
            </a:r>
            <a:endParaRPr dirty="0"/>
          </a:p>
        </p:txBody>
      </p:sp>
      <p:sp>
        <p:nvSpPr>
          <p:cNvPr id="79" name="Google Shape;79;p17"/>
          <p:cNvSpPr txBox="1">
            <a:spLocks noGrp="1"/>
          </p:cNvSpPr>
          <p:nvPr>
            <p:ph type="body" idx="1"/>
          </p:nvPr>
        </p:nvSpPr>
        <p:spPr>
          <a:xfrm>
            <a:off x="311700" y="676634"/>
            <a:ext cx="8520600" cy="144141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dirty="0">
                <a:solidFill>
                  <a:schemeClr val="dk1"/>
                </a:solidFill>
              </a:rPr>
              <a:t>We have 20 subjects who are at a high risk for developing type 2 diabetes </a:t>
            </a:r>
            <a:endParaRPr dirty="0">
              <a:solidFill>
                <a:schemeClr val="dk1"/>
              </a:solidFill>
            </a:endParaRPr>
          </a:p>
          <a:p>
            <a:pPr marL="914400" lvl="1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" sz="1800" dirty="0">
                <a:solidFill>
                  <a:schemeClr val="dk1"/>
                </a:solidFill>
              </a:rPr>
              <a:t>We put them on a year-long exercise regimen</a:t>
            </a:r>
            <a:endParaRPr sz="1800" dirty="0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dirty="0">
                <a:solidFill>
                  <a:schemeClr val="dk1"/>
                </a:solidFill>
              </a:rPr>
              <a:t>We have muscle biopsies from each subject before beginning the exercise regimen and after one year (2 time points)</a:t>
            </a:r>
            <a:endParaRPr dirty="0">
              <a:solidFill>
                <a:schemeClr val="dk1"/>
              </a:solidFill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CFE5A448-7653-F90F-00A4-0C1600D74589}"/>
              </a:ext>
            </a:extLst>
          </p:cNvPr>
          <p:cNvGrpSpPr/>
          <p:nvPr/>
        </p:nvGrpSpPr>
        <p:grpSpPr>
          <a:xfrm>
            <a:off x="1281772" y="2118049"/>
            <a:ext cx="5048500" cy="1328816"/>
            <a:chOff x="647291" y="3198545"/>
            <a:chExt cx="6026851" cy="1586327"/>
          </a:xfrm>
        </p:grpSpPr>
        <p:pic>
          <p:nvPicPr>
            <p:cNvPr id="2" name="Image 0" descr="preencoded.png">
              <a:extLst>
                <a:ext uri="{FF2B5EF4-FFF2-40B4-BE49-F238E27FC236}">
                  <a16:creationId xmlns:a16="http://schemas.microsoft.com/office/drawing/2014/main" id="{2A3F225F-209A-4AE1-D482-6634C1E7867E}"/>
                </a:ext>
              </a:extLst>
            </p:cNvPr>
            <p:cNvPicPr>
              <a:picLocks noChangeAspect="1"/>
            </p:cNvPicPr>
            <p:nvPr>
              <p:custDataLst>
                <p:tags r:id="rId7"/>
              </p:custDataLst>
            </p:nvPr>
          </p:nvPicPr>
          <p:blipFill>
            <a:blip r:embed="rId11"/>
            <a:stretch>
              <a:fillRect/>
            </a:stretch>
          </p:blipFill>
          <p:spPr>
            <a:xfrm>
              <a:off x="647291" y="3198545"/>
              <a:ext cx="1953768" cy="1584960"/>
            </a:xfrm>
            <a:prstGeom prst="rect">
              <a:avLst/>
            </a:prstGeom>
          </p:spPr>
        </p:pic>
        <p:pic>
          <p:nvPicPr>
            <p:cNvPr id="5" name="Image 3" descr="preencoded.png">
              <a:extLst>
                <a:ext uri="{FF2B5EF4-FFF2-40B4-BE49-F238E27FC236}">
                  <a16:creationId xmlns:a16="http://schemas.microsoft.com/office/drawing/2014/main" id="{9AE02257-4123-597F-8A86-495AAC21EEB3}"/>
                </a:ext>
              </a:extLst>
            </p:cNvPr>
            <p:cNvPicPr>
              <a:picLocks noChangeAspect="1"/>
            </p:cNvPicPr>
            <p:nvPr>
              <p:custDataLst>
                <p:tags r:id="rId8"/>
              </p:custDataLst>
            </p:nvPr>
          </p:nvPicPr>
          <p:blipFill>
            <a:blip r:embed="rId12"/>
            <a:stretch>
              <a:fillRect/>
            </a:stretch>
          </p:blipFill>
          <p:spPr>
            <a:xfrm>
              <a:off x="5427510" y="3538240"/>
              <a:ext cx="1246632" cy="1246632"/>
            </a:xfrm>
            <a:prstGeom prst="rect">
              <a:avLst/>
            </a:prstGeom>
          </p:spPr>
        </p:pic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BABB9D2E-AA8A-2F0F-F11A-023FD49DCFF6}"/>
              </a:ext>
            </a:extLst>
          </p:cNvPr>
          <p:cNvSpPr txBox="1"/>
          <p:nvPr/>
        </p:nvSpPr>
        <p:spPr>
          <a:xfrm>
            <a:off x="1114229" y="3474142"/>
            <a:ext cx="1971694" cy="43088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US" dirty="0"/>
              <a:t>High risk T2D individuals</a:t>
            </a:r>
            <a:br>
              <a:rPr lang="en-US" dirty="0"/>
            </a:br>
            <a:r>
              <a:rPr lang="en-US" dirty="0"/>
              <a:t>(N = 20)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D549073-E8C1-6882-859C-1CB3C23C758B}"/>
              </a:ext>
            </a:extLst>
          </p:cNvPr>
          <p:cNvSpPr txBox="1"/>
          <p:nvPr/>
        </p:nvSpPr>
        <p:spPr>
          <a:xfrm>
            <a:off x="5116445" y="3474141"/>
            <a:ext cx="1383392" cy="43088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US" dirty="0"/>
              <a:t>1-year</a:t>
            </a:r>
          </a:p>
          <a:p>
            <a:pPr algn="ctr"/>
            <a:r>
              <a:rPr lang="en-US" dirty="0"/>
              <a:t>Exercise regimen</a:t>
            </a:r>
          </a:p>
        </p:txBody>
      </p:sp>
      <p:pic>
        <p:nvPicPr>
          <p:cNvPr id="13" name="Image 1" descr="preencoded.png">
            <a:extLst>
              <a:ext uri="{FF2B5EF4-FFF2-40B4-BE49-F238E27FC236}">
                <a16:creationId xmlns:a16="http://schemas.microsoft.com/office/drawing/2014/main" id="{3B485512-039C-3C4E-351D-13715F5B3D1D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3"/>
          <a:stretch>
            <a:fillRect/>
          </a:stretch>
        </p:blipFill>
        <p:spPr>
          <a:xfrm>
            <a:off x="3335314" y="3706162"/>
            <a:ext cx="1600864" cy="926816"/>
          </a:xfrm>
          <a:prstGeom prst="rect">
            <a:avLst/>
          </a:prstGeom>
        </p:spPr>
      </p:pic>
      <p:pic>
        <p:nvPicPr>
          <p:cNvPr id="14" name="Image 2" descr="preencoded.png">
            <a:extLst>
              <a:ext uri="{FF2B5EF4-FFF2-40B4-BE49-F238E27FC236}">
                <a16:creationId xmlns:a16="http://schemas.microsoft.com/office/drawing/2014/main" id="{3C5B22E8-63B7-A4A3-E035-45B8882C5786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4"/>
          <a:stretch>
            <a:fillRect/>
          </a:stretch>
        </p:blipFill>
        <p:spPr>
          <a:xfrm>
            <a:off x="6591762" y="3706162"/>
            <a:ext cx="1600864" cy="926816"/>
          </a:xfrm>
          <a:prstGeom prst="rect">
            <a:avLst/>
          </a:prstGeom>
        </p:spPr>
      </p:pic>
      <p:pic>
        <p:nvPicPr>
          <p:cNvPr id="15" name="Image 4" descr="preencoded.png">
            <a:extLst>
              <a:ext uri="{FF2B5EF4-FFF2-40B4-BE49-F238E27FC236}">
                <a16:creationId xmlns:a16="http://schemas.microsoft.com/office/drawing/2014/main" id="{CB6C1E73-816B-32C4-CE56-B9466CF56493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5"/>
          <a:stretch>
            <a:fillRect/>
          </a:stretch>
        </p:blipFill>
        <p:spPr>
          <a:xfrm>
            <a:off x="3147069" y="2674269"/>
            <a:ext cx="1807674" cy="148086"/>
          </a:xfrm>
          <a:prstGeom prst="rect">
            <a:avLst/>
          </a:prstGeom>
        </p:spPr>
      </p:pic>
      <p:pic>
        <p:nvPicPr>
          <p:cNvPr id="16" name="Image 5" descr="preencoded.png">
            <a:extLst>
              <a:ext uri="{FF2B5EF4-FFF2-40B4-BE49-F238E27FC236}">
                <a16:creationId xmlns:a16="http://schemas.microsoft.com/office/drawing/2014/main" id="{4E13385C-9957-DF19-D48F-16D37190227F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6"/>
          <a:stretch>
            <a:fillRect/>
          </a:stretch>
        </p:blipFill>
        <p:spPr>
          <a:xfrm>
            <a:off x="3335314" y="2673913"/>
            <a:ext cx="753198" cy="1337883"/>
          </a:xfrm>
          <a:prstGeom prst="rect">
            <a:avLst/>
          </a:prstGeom>
        </p:spPr>
      </p:pic>
      <p:pic>
        <p:nvPicPr>
          <p:cNvPr id="17" name="Image 6" descr="preencoded.png">
            <a:extLst>
              <a:ext uri="{FF2B5EF4-FFF2-40B4-BE49-F238E27FC236}">
                <a16:creationId xmlns:a16="http://schemas.microsoft.com/office/drawing/2014/main" id="{69E9E321-2C2B-C5D1-F4C7-9EC13F57D156}"/>
              </a:ext>
            </a:extLst>
          </p:cNvPr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6"/>
          <a:stretch>
            <a:fillRect/>
          </a:stretch>
        </p:blipFill>
        <p:spPr>
          <a:xfrm>
            <a:off x="6742554" y="2739229"/>
            <a:ext cx="753198" cy="1337883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B4E61D31-8C89-326A-ECC4-E4CF5289D261}"/>
              </a:ext>
            </a:extLst>
          </p:cNvPr>
          <p:cNvSpPr txBox="1"/>
          <p:nvPr/>
        </p:nvSpPr>
        <p:spPr>
          <a:xfrm>
            <a:off x="2886911" y="4238256"/>
            <a:ext cx="1284006" cy="43088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US" b="1" dirty="0"/>
              <a:t>Before</a:t>
            </a:r>
            <a:r>
              <a:rPr lang="en-US" dirty="0"/>
              <a:t> exercise</a:t>
            </a:r>
          </a:p>
          <a:p>
            <a:pPr algn="ctr"/>
            <a:r>
              <a:rPr lang="en-US" dirty="0"/>
              <a:t>(20 samples)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736FF50-0EB7-0908-D306-CB2EAFC8A17A}"/>
              </a:ext>
            </a:extLst>
          </p:cNvPr>
          <p:cNvSpPr txBox="1"/>
          <p:nvPr/>
        </p:nvSpPr>
        <p:spPr>
          <a:xfrm>
            <a:off x="6217898" y="4238256"/>
            <a:ext cx="1134927" cy="43088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US" b="1" dirty="0"/>
              <a:t>After</a:t>
            </a:r>
            <a:r>
              <a:rPr lang="en-US" dirty="0"/>
              <a:t> exercise</a:t>
            </a:r>
          </a:p>
          <a:p>
            <a:pPr algn="ctr"/>
            <a:r>
              <a:rPr lang="en-US" dirty="0"/>
              <a:t>(20 samples)</a:t>
            </a:r>
          </a:p>
        </p:txBody>
      </p:sp>
    </p:spTree>
  </p:cSld>
  <p:clrMapOvr>
    <a:overrideClrMapping bg1="lt1" tx1="dk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77">
          <a:extLst>
            <a:ext uri="{FF2B5EF4-FFF2-40B4-BE49-F238E27FC236}">
              <a16:creationId xmlns:a16="http://schemas.microsoft.com/office/drawing/2014/main" id="{5E868B79-FB71-19FF-293F-8B051C4556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>
            <a:extLst>
              <a:ext uri="{FF2B5EF4-FFF2-40B4-BE49-F238E27FC236}">
                <a16:creationId xmlns:a16="http://schemas.microsoft.com/office/drawing/2014/main" id="{021A1054-FE9E-8E97-1616-837F738384F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28827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Premise</a:t>
            </a:r>
            <a:endParaRPr dirty="0"/>
          </a:p>
        </p:txBody>
      </p:sp>
      <p:sp>
        <p:nvSpPr>
          <p:cNvPr id="79" name="Google Shape;79;p17">
            <a:extLst>
              <a:ext uri="{FF2B5EF4-FFF2-40B4-BE49-F238E27FC236}">
                <a16:creationId xmlns:a16="http://schemas.microsoft.com/office/drawing/2014/main" id="{7CA185DF-943C-24A1-381B-A8E79644C6B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676635"/>
            <a:ext cx="8520600" cy="12081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dirty="0">
                <a:solidFill>
                  <a:schemeClr val="dk1"/>
                </a:solidFill>
              </a:rPr>
              <a:t>We want to characterize their skeletal muscle transcriptomes and hope to better understand the genetic underpinnings of insulin signaling and insulin sensitivity after exercise in human skeletal muscle.</a:t>
            </a:r>
            <a:endParaRPr b="1" dirty="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0" lvl="0" indent="0" algn="l" rtl="0">
              <a:spcBef>
                <a:spcPts val="200"/>
              </a:spcBef>
              <a:spcAft>
                <a:spcPts val="1600"/>
              </a:spcAft>
              <a:buNone/>
            </a:pPr>
            <a:endParaRPr dirty="0"/>
          </a:p>
        </p:txBody>
      </p:sp>
      <p:pic>
        <p:nvPicPr>
          <p:cNvPr id="7" name="Image 1" descr="preencoded.png">
            <a:extLst>
              <a:ext uri="{FF2B5EF4-FFF2-40B4-BE49-F238E27FC236}">
                <a16:creationId xmlns:a16="http://schemas.microsoft.com/office/drawing/2014/main" id="{E84845FE-82C0-2310-E1AE-4F0612462395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2069977" y="2446273"/>
            <a:ext cx="1600864" cy="926816"/>
          </a:xfrm>
          <a:prstGeom prst="rect">
            <a:avLst/>
          </a:prstGeom>
        </p:spPr>
      </p:pic>
      <p:pic>
        <p:nvPicPr>
          <p:cNvPr id="8" name="Image 2" descr="preencoded.png">
            <a:extLst>
              <a:ext uri="{FF2B5EF4-FFF2-40B4-BE49-F238E27FC236}">
                <a16:creationId xmlns:a16="http://schemas.microsoft.com/office/drawing/2014/main" id="{181230A7-3F64-DE04-73CD-79AA3BD50375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5157425" y="2446273"/>
            <a:ext cx="1600864" cy="926816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18CC8231-BE5F-0476-1306-FB395CD583A6}"/>
              </a:ext>
            </a:extLst>
          </p:cNvPr>
          <p:cNvSpPr txBox="1"/>
          <p:nvPr/>
        </p:nvSpPr>
        <p:spPr>
          <a:xfrm>
            <a:off x="2312381" y="3373089"/>
            <a:ext cx="1284006" cy="43088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US" b="1" dirty="0"/>
              <a:t>Before</a:t>
            </a:r>
            <a:r>
              <a:rPr lang="en-US" dirty="0"/>
              <a:t> exercise</a:t>
            </a:r>
          </a:p>
          <a:p>
            <a:pPr algn="ctr"/>
            <a:r>
              <a:rPr lang="en-US" dirty="0"/>
              <a:t>(20 samples)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352664A-6237-40C6-E3A4-9B849CAA42AA}"/>
              </a:ext>
            </a:extLst>
          </p:cNvPr>
          <p:cNvSpPr txBox="1"/>
          <p:nvPr/>
        </p:nvSpPr>
        <p:spPr>
          <a:xfrm>
            <a:off x="5475355" y="3373089"/>
            <a:ext cx="1134927" cy="43088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US" b="1" dirty="0"/>
              <a:t>After</a:t>
            </a:r>
            <a:r>
              <a:rPr lang="en-US" dirty="0"/>
              <a:t> exercise</a:t>
            </a:r>
          </a:p>
          <a:p>
            <a:pPr algn="ctr"/>
            <a:r>
              <a:rPr lang="en-US" dirty="0"/>
              <a:t>(20 samples)</a:t>
            </a:r>
          </a:p>
        </p:txBody>
      </p:sp>
      <p:pic>
        <p:nvPicPr>
          <p:cNvPr id="17" name="Image 5" descr="preencoded.png">
            <a:extLst>
              <a:ext uri="{FF2B5EF4-FFF2-40B4-BE49-F238E27FC236}">
                <a16:creationId xmlns:a16="http://schemas.microsoft.com/office/drawing/2014/main" id="{0F0407A8-7F62-001E-B031-9B0C3F101680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3771679" y="2863028"/>
            <a:ext cx="753198" cy="1337883"/>
          </a:xfrm>
          <a:prstGeom prst="rect">
            <a:avLst/>
          </a:prstGeom>
        </p:spPr>
      </p:pic>
      <p:pic>
        <p:nvPicPr>
          <p:cNvPr id="18" name="Image 5" descr="preencoded.png">
            <a:extLst>
              <a:ext uri="{FF2B5EF4-FFF2-40B4-BE49-F238E27FC236}">
                <a16:creationId xmlns:a16="http://schemas.microsoft.com/office/drawing/2014/main" id="{F5B0FDEF-E544-8F81-1897-0C55B6F555A9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0"/>
          <a:stretch>
            <a:fillRect/>
          </a:stretch>
        </p:blipFill>
        <p:spPr>
          <a:xfrm flipH="1">
            <a:off x="4377842" y="2863027"/>
            <a:ext cx="753198" cy="1337883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4990D948-62F4-4345-9ECE-054ECE2324BF}"/>
              </a:ext>
            </a:extLst>
          </p:cNvPr>
          <p:cNvSpPr txBox="1"/>
          <p:nvPr/>
        </p:nvSpPr>
        <p:spPr>
          <a:xfrm>
            <a:off x="4071341" y="4175053"/>
            <a:ext cx="756617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US" b="1" dirty="0"/>
              <a:t>RNA-seq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5115255"/>
      </p:ext>
    </p:extLst>
  </p:cSld>
  <p:clrMapOvr>
    <a:overrideClrMapping bg1="lt1" tx1="dk1" bg2="dk2" tx2="lt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8"/>
          <p:cNvSpPr txBox="1">
            <a:spLocks noGrp="1"/>
          </p:cNvSpPr>
          <p:nvPr>
            <p:ph type="title"/>
          </p:nvPr>
        </p:nvSpPr>
        <p:spPr>
          <a:xfrm>
            <a:off x="311700" y="28827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Important Files </a:t>
            </a:r>
            <a:endParaRPr/>
          </a:p>
        </p:txBody>
      </p:sp>
      <p:sp>
        <p:nvSpPr>
          <p:cNvPr id="85" name="Google Shape;85;p18"/>
          <p:cNvSpPr txBox="1">
            <a:spLocks noGrp="1"/>
          </p:cNvSpPr>
          <p:nvPr>
            <p:ph type="body" idx="1"/>
          </p:nvPr>
        </p:nvSpPr>
        <p:spPr>
          <a:xfrm>
            <a:off x="311700" y="748658"/>
            <a:ext cx="8520600" cy="14331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b="1" dirty="0"/>
              <a:t>raw_counts.txt</a:t>
            </a:r>
            <a:endParaRPr b="1"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dirty="0"/>
              <a:t>RNA-Seq count data from the muscle biopsies before and after the exercise regime for the 20 individuals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dirty="0"/>
              <a:t>Look at the data to get an rough idea</a:t>
            </a: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dirty="0"/>
              <a:t>Do not copy this file to your folder to save </a:t>
            </a:r>
            <a:r>
              <a:rPr lang="en-US" dirty="0"/>
              <a:t>space</a:t>
            </a:r>
            <a:endParaRPr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4F5E1044-0361-90E4-FB11-97F159BC00EA}"/>
              </a:ext>
            </a:extLst>
          </p:cNvPr>
          <p:cNvGrpSpPr/>
          <p:nvPr/>
        </p:nvGrpSpPr>
        <p:grpSpPr>
          <a:xfrm>
            <a:off x="931591" y="2073673"/>
            <a:ext cx="7008759" cy="2956130"/>
            <a:chOff x="63845" y="1239227"/>
            <a:chExt cx="8677455" cy="3659947"/>
          </a:xfrm>
        </p:grpSpPr>
        <p:pic>
          <p:nvPicPr>
            <p:cNvPr id="2" name="图片 5">
              <a:extLst>
                <a:ext uri="{FF2B5EF4-FFF2-40B4-BE49-F238E27FC236}">
                  <a16:creationId xmlns:a16="http://schemas.microsoft.com/office/drawing/2014/main" id="{D3A5BA57-9C69-E4A0-DE79-E04905372B3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94572" y="1430427"/>
              <a:ext cx="8246728" cy="3468747"/>
            </a:xfrm>
            <a:prstGeom prst="rect">
              <a:avLst/>
            </a:prstGeom>
          </p:spPr>
        </p:pic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E2910A8F-CD22-E3E3-E463-7D3684F29400}"/>
                </a:ext>
              </a:extLst>
            </p:cNvPr>
            <p:cNvSpPr/>
            <p:nvPr/>
          </p:nvSpPr>
          <p:spPr>
            <a:xfrm>
              <a:off x="706027" y="1513257"/>
              <a:ext cx="8035273" cy="322468"/>
            </a:xfrm>
            <a:prstGeom prst="rect">
              <a:avLst/>
            </a:prstGeom>
            <a:noFill/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7CFC9CA4-9B06-4455-CDF0-0C3339E9E32E}"/>
                </a:ext>
              </a:extLst>
            </p:cNvPr>
            <p:cNvSpPr txBox="1"/>
            <p:nvPr/>
          </p:nvSpPr>
          <p:spPr>
            <a:xfrm>
              <a:off x="4089300" y="1239227"/>
              <a:ext cx="795428" cy="27757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highlight>
                    <a:srgbClr val="FFFF00"/>
                  </a:highlight>
                </a:rPr>
                <a:t>Samples</a:t>
              </a: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EBCCA9A5-C2A5-5BA2-B2CA-6672A1629F40}"/>
                </a:ext>
              </a:extLst>
            </p:cNvPr>
            <p:cNvSpPr/>
            <p:nvPr/>
          </p:nvSpPr>
          <p:spPr>
            <a:xfrm>
              <a:off x="706028" y="1514579"/>
              <a:ext cx="333040" cy="3384595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512B8F6F-3148-92F2-E1F0-C57476AE51D5}"/>
                </a:ext>
              </a:extLst>
            </p:cNvPr>
            <p:cNvSpPr txBox="1"/>
            <p:nvPr/>
          </p:nvSpPr>
          <p:spPr>
            <a:xfrm>
              <a:off x="63845" y="3026012"/>
              <a:ext cx="642182" cy="27757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  <a:highlight>
                    <a:srgbClr val="FF0000"/>
                  </a:highlight>
                </a:rPr>
                <a:t>Genes</a:t>
              </a: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E79839A1-0A96-2854-045D-B276B8CBC621}"/>
                </a:ext>
              </a:extLst>
            </p:cNvPr>
            <p:cNvSpPr/>
            <p:nvPr/>
          </p:nvSpPr>
          <p:spPr>
            <a:xfrm>
              <a:off x="1069383" y="1866977"/>
              <a:ext cx="7671917" cy="2974846"/>
            </a:xfrm>
            <a:prstGeom prst="rect">
              <a:avLst/>
            </a:prstGeom>
            <a:noFill/>
            <a:ln>
              <a:solidFill>
                <a:schemeClr val="accent5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F52EB3E6-94EC-193C-DF00-FEC1B8D0C5B2}"/>
                </a:ext>
              </a:extLst>
            </p:cNvPr>
            <p:cNvSpPr txBox="1"/>
            <p:nvPr/>
          </p:nvSpPr>
          <p:spPr>
            <a:xfrm>
              <a:off x="7620480" y="3303588"/>
              <a:ext cx="112082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highlight>
                    <a:srgbClr val="00FFFF"/>
                  </a:highlight>
                </a:rPr>
                <a:t>Raw counts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>
          <a:extLst>
            <a:ext uri="{FF2B5EF4-FFF2-40B4-BE49-F238E27FC236}">
              <a16:creationId xmlns:a16="http://schemas.microsoft.com/office/drawing/2014/main" id="{FEAFA007-BA99-1B6F-4F46-6BF79371C1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8">
            <a:extLst>
              <a:ext uri="{FF2B5EF4-FFF2-40B4-BE49-F238E27FC236}">
                <a16:creationId xmlns:a16="http://schemas.microsoft.com/office/drawing/2014/main" id="{2D58AEE9-342B-AC26-2181-83070EA7E50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28827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Important Files </a:t>
            </a:r>
            <a:endParaRPr dirty="0"/>
          </a:p>
        </p:txBody>
      </p:sp>
      <p:sp>
        <p:nvSpPr>
          <p:cNvPr id="85" name="Google Shape;85;p18">
            <a:extLst>
              <a:ext uri="{FF2B5EF4-FFF2-40B4-BE49-F238E27FC236}">
                <a16:creationId xmlns:a16="http://schemas.microsoft.com/office/drawing/2014/main" id="{8B2B8BAD-BE44-8B77-4302-DF3E20FA354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b="1" dirty="0" err="1"/>
              <a:t>raw_counts.txt</a:t>
            </a:r>
            <a:endParaRPr lang="en-US" b="1"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RNA-Seq count data from the muscle biopsies before and after the exercise regime for the 20 individuals</a:t>
            </a: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Look at the data to get an rough idea (How many columns? Rows? What does those columns/rows mean?)</a:t>
            </a: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dirty="0">
                <a:solidFill>
                  <a:schemeClr val="bg1">
                    <a:lumMod val="85000"/>
                  </a:schemeClr>
                </a:solidFill>
              </a:rPr>
              <a:t>Do not copy this file to your folder to save </a:t>
            </a:r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space</a:t>
            </a:r>
            <a:endParaRPr dirty="0">
              <a:solidFill>
                <a:schemeClr val="bg1">
                  <a:lumMod val="85000"/>
                </a:schemeClr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b="1" dirty="0"/>
              <a:t>gene_expression.py</a:t>
            </a:r>
            <a:endParaRPr b="1"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dirty="0"/>
              <a:t>Python script that you will need to complete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dirty="0"/>
              <a:t>Read through this script, see what is completed, what do you need to do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b="1" dirty="0"/>
              <a:t>README.txt</a:t>
            </a:r>
            <a:endParaRPr b="1"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dirty="0"/>
              <a:t>README to answer the questions in the assignment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0485410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>
            <a:spLocks noGrp="1"/>
          </p:cNvSpPr>
          <p:nvPr>
            <p:ph type="title"/>
          </p:nvPr>
        </p:nvSpPr>
        <p:spPr>
          <a:xfrm>
            <a:off x="311700" y="28827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Assignment Overview</a:t>
            </a:r>
            <a:endParaRPr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367846C-7B5D-9F1B-F8D5-E73277B4C534}"/>
              </a:ext>
            </a:extLst>
          </p:cNvPr>
          <p:cNvSpPr txBox="1"/>
          <p:nvPr/>
        </p:nvSpPr>
        <p:spPr>
          <a:xfrm>
            <a:off x="390645" y="994049"/>
            <a:ext cx="8520599" cy="34283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indent="-342900">
              <a:lnSpc>
                <a:spcPct val="115000"/>
              </a:lnSpc>
              <a:buClr>
                <a:schemeClr val="dk2"/>
              </a:buClr>
              <a:buSzPts val="1800"/>
              <a:buChar char="●"/>
              <a:defRPr sz="1800" b="1">
                <a:solidFill>
                  <a:schemeClr val="dk2"/>
                </a:solidFill>
              </a:defRPr>
            </a:lvl1pPr>
            <a:lvl2pPr marL="914400" indent="-317500">
              <a:lnSpc>
                <a:spcPct val="115000"/>
              </a:lnSpc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indent="-317500">
              <a:lnSpc>
                <a:spcPct val="115000"/>
              </a:lnSpc>
              <a:spcBef>
                <a:spcPts val="1600"/>
              </a:spcBef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indent="-317500">
              <a:lnSpc>
                <a:spcPct val="115000"/>
              </a:lnSpc>
              <a:spcBef>
                <a:spcPts val="1600"/>
              </a:spcBef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indent="-317500">
              <a:lnSpc>
                <a:spcPct val="115000"/>
              </a:lnSpc>
              <a:spcBef>
                <a:spcPts val="1600"/>
              </a:spcBef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indent="-317500">
              <a:lnSpc>
                <a:spcPct val="115000"/>
              </a:lnSpc>
              <a:spcBef>
                <a:spcPts val="1600"/>
              </a:spcBef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indent="-317500">
              <a:lnSpc>
                <a:spcPct val="115000"/>
              </a:lnSpc>
              <a:spcBef>
                <a:spcPts val="1600"/>
              </a:spcBef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indent="-317500">
              <a:lnSpc>
                <a:spcPct val="115000"/>
              </a:lnSpc>
              <a:spcBef>
                <a:spcPts val="1600"/>
              </a:spcBef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r>
              <a:rPr lang="en-US" dirty="0"/>
              <a:t>Part 0: Functions</a:t>
            </a:r>
          </a:p>
          <a:p>
            <a:pPr lvl="1"/>
            <a:r>
              <a:rPr lang="en-US" sz="1600" dirty="0"/>
              <a:t>Partially completed</a:t>
            </a:r>
          </a:p>
          <a:p>
            <a:pPr lvl="1"/>
            <a:r>
              <a:rPr lang="en-US" sz="1600" dirty="0"/>
              <a:t>Look for </a:t>
            </a:r>
            <a:r>
              <a:rPr lang="en-US" sz="1600" dirty="0">
                <a:solidFill>
                  <a:srgbClr val="FF0000"/>
                </a:solidFill>
              </a:rPr>
              <a:t>TODO</a:t>
            </a:r>
            <a:r>
              <a:rPr lang="en-US" sz="1600" dirty="0"/>
              <a:t> comments if you forget what things we want you to do or comment</a:t>
            </a:r>
          </a:p>
          <a:p>
            <a:r>
              <a:rPr lang="en-US" dirty="0"/>
              <a:t>Part 1: Data filtering</a:t>
            </a:r>
          </a:p>
          <a:p>
            <a:r>
              <a:rPr lang="en-US" dirty="0"/>
              <a:t>Part 2: Data visualization</a:t>
            </a:r>
          </a:p>
          <a:p>
            <a:r>
              <a:rPr lang="en-US" dirty="0"/>
              <a:t>Part 3: Data normalization</a:t>
            </a:r>
          </a:p>
          <a:p>
            <a:r>
              <a:rPr lang="en-US" dirty="0"/>
              <a:t>Part 4: Data exploration</a:t>
            </a:r>
          </a:p>
          <a:p>
            <a:r>
              <a:rPr lang="en-US" dirty="0"/>
              <a:t>Extra Credit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9"/>
          <p:cNvSpPr txBox="1">
            <a:spLocks noGrp="1"/>
          </p:cNvSpPr>
          <p:nvPr>
            <p:ph type="title"/>
          </p:nvPr>
        </p:nvSpPr>
        <p:spPr>
          <a:xfrm>
            <a:off x="311700" y="28827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Part 0 – Functions (Setting up for success)</a:t>
            </a:r>
            <a:endParaRPr dirty="0"/>
          </a:p>
        </p:txBody>
      </p:sp>
      <p:sp>
        <p:nvSpPr>
          <p:cNvPr id="91" name="Google Shape;91;p19"/>
          <p:cNvSpPr txBox="1">
            <a:spLocks noGrp="1"/>
          </p:cNvSpPr>
          <p:nvPr>
            <p:ph type="body" idx="1"/>
          </p:nvPr>
        </p:nvSpPr>
        <p:spPr>
          <a:xfrm>
            <a:off x="180280" y="1145495"/>
            <a:ext cx="8783439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>
                <a:solidFill>
                  <a:schemeClr val="dk1"/>
                </a:solidFill>
              </a:rPr>
              <a:t>Make script exit if the number of input parameters is incorrect</a:t>
            </a:r>
            <a:endParaRPr dirty="0">
              <a:solidFill>
                <a:schemeClr val="dk1"/>
              </a:solidFill>
            </a:endParaRPr>
          </a:p>
          <a:p>
            <a:pPr lvl="0"/>
            <a:r>
              <a:rPr lang="en" dirty="0" err="1">
                <a:solidFill>
                  <a:srgbClr val="666666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translate_dictionary</a:t>
            </a:r>
            <a:r>
              <a:rPr lang="en" dirty="0">
                <a:solidFill>
                  <a:schemeClr val="dk1"/>
                </a:solidFill>
                <a:sym typeface="Consolas"/>
              </a:rPr>
              <a:t> (</a:t>
            </a:r>
            <a:r>
              <a:rPr lang="en" dirty="0">
                <a:solidFill>
                  <a:schemeClr val="dk1"/>
                </a:solidFill>
              </a:rPr>
              <a:t>Fill in the code for the function)</a:t>
            </a:r>
            <a:endParaRPr dirty="0">
              <a:solidFill>
                <a:schemeClr val="dk1"/>
              </a:solidFill>
            </a:endParaRPr>
          </a:p>
          <a:p>
            <a:pPr marL="91440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" sz="1800" dirty="0">
                <a:solidFill>
                  <a:schemeClr val="dk1"/>
                </a:solidFill>
              </a:rPr>
              <a:t>Translate a dictionary (as input) from a dictionary of </a:t>
            </a:r>
            <a:r>
              <a:rPr lang="en" sz="1800" u="sng" dirty="0">
                <a:solidFill>
                  <a:schemeClr val="dk1"/>
                </a:solidFill>
              </a:rPr>
              <a:t>counts by sample for genes</a:t>
            </a:r>
            <a:r>
              <a:rPr lang="en" sz="1800" dirty="0">
                <a:solidFill>
                  <a:schemeClr val="dk1"/>
                </a:solidFill>
              </a:rPr>
              <a:t> to a dictionary of </a:t>
            </a:r>
            <a:r>
              <a:rPr lang="en" sz="1800" u="sng" dirty="0">
                <a:solidFill>
                  <a:schemeClr val="dk1"/>
                </a:solidFill>
              </a:rPr>
              <a:t>counts of genes for each sample</a:t>
            </a:r>
            <a:endParaRPr sz="1800" u="sng" dirty="0">
              <a:solidFill>
                <a:schemeClr val="dk1"/>
              </a:solidFill>
            </a:endParaRPr>
          </a:p>
          <a:p>
            <a:pPr marL="91440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" sz="1800" dirty="0">
                <a:solidFill>
                  <a:schemeClr val="dk1"/>
                </a:solidFill>
              </a:rPr>
              <a:t>{gene:[list of counts by sample]} to {sample:[list of counts by gene]}.</a:t>
            </a:r>
            <a:endParaRPr sz="1800" dirty="0">
              <a:solidFill>
                <a:schemeClr val="dk1"/>
              </a:solidFill>
            </a:endParaRPr>
          </a:p>
          <a:p>
            <a:pPr lvl="0"/>
            <a:r>
              <a:rPr lang="en" dirty="0" err="1">
                <a:solidFill>
                  <a:srgbClr val="666666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upper_quartile_norm</a:t>
            </a:r>
            <a:r>
              <a:rPr lang="en" dirty="0">
                <a:solidFill>
                  <a:srgbClr val="666666"/>
                </a:solidFill>
                <a:latin typeface="Consolas"/>
                <a:ea typeface="Consolas"/>
                <a:cs typeface="Consolas"/>
                <a:sym typeface="Consolas"/>
              </a:rPr>
              <a:t> (</a:t>
            </a:r>
            <a:r>
              <a:rPr lang="en" dirty="0">
                <a:solidFill>
                  <a:schemeClr val="dk1"/>
                </a:solidFill>
              </a:rPr>
              <a:t>Comment the function to explain what each line does)</a:t>
            </a:r>
            <a:endParaRPr dirty="0">
              <a:solidFill>
                <a:schemeClr val="dk1"/>
              </a:solidFill>
            </a:endParaRPr>
          </a:p>
          <a:p>
            <a:pPr lvl="0">
              <a:buClr>
                <a:schemeClr val="dk1"/>
              </a:buClr>
            </a:pPr>
            <a:r>
              <a:rPr lang="en" dirty="0" err="1">
                <a:solidFill>
                  <a:srgbClr val="666666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fishers_linear_discriminant</a:t>
            </a:r>
            <a:r>
              <a:rPr lang="en" dirty="0">
                <a:solidFill>
                  <a:srgbClr val="666666"/>
                </a:solidFill>
                <a:latin typeface="Consolas"/>
                <a:ea typeface="Consolas"/>
                <a:cs typeface="Consolas"/>
                <a:sym typeface="Consolas"/>
              </a:rPr>
              <a:t> (</a:t>
            </a:r>
            <a:r>
              <a:rPr lang="en" dirty="0">
                <a:solidFill>
                  <a:schemeClr val="dk1"/>
                </a:solidFill>
              </a:rPr>
              <a:t>Create and comment the function)</a:t>
            </a:r>
            <a:endParaRPr lang="en" dirty="0">
              <a:solidFill>
                <a:srgbClr val="666666"/>
              </a:solidFill>
              <a:highlight>
                <a:srgbClr val="FFFF00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571500" lvl="1" indent="0">
              <a:spcBef>
                <a:spcPts val="0"/>
              </a:spcBef>
              <a:buClr>
                <a:schemeClr val="dk1"/>
              </a:buClr>
              <a:buSzPts val="1800"/>
              <a:buNone/>
            </a:pPr>
            <a:endParaRPr lang="en-US" altLang="zh-CN" dirty="0">
              <a:solidFill>
                <a:schemeClr val="tx1"/>
              </a:solidFill>
            </a:endParaRPr>
          </a:p>
          <a:p>
            <a:pPr marL="571500" lvl="1" indent="0">
              <a:spcBef>
                <a:spcPts val="0"/>
              </a:spcBef>
              <a:buClr>
                <a:schemeClr val="dk1"/>
              </a:buClr>
              <a:buSzPts val="1800"/>
              <a:buNone/>
            </a:pPr>
            <a:r>
              <a:rPr lang="en-US" altLang="zh-CN" b="1" dirty="0">
                <a:solidFill>
                  <a:schemeClr val="tx1"/>
                </a:solidFill>
              </a:rPr>
              <a:t>Note: </a:t>
            </a:r>
            <a:r>
              <a:rPr lang="en-US" altLang="zh-CN" dirty="0">
                <a:solidFill>
                  <a:schemeClr val="tx1"/>
                </a:solidFill>
              </a:rPr>
              <a:t>Remember that </a:t>
            </a:r>
            <a:r>
              <a:rPr lang="en-US" altLang="zh-CN" u="sng" dirty="0">
                <a:solidFill>
                  <a:schemeClr val="tx1"/>
                </a:solidFill>
              </a:rPr>
              <a:t>functions should be able to work using different data sets</a:t>
            </a:r>
            <a:r>
              <a:rPr lang="en-US" altLang="zh-CN" dirty="0">
                <a:solidFill>
                  <a:schemeClr val="tx1"/>
                </a:solidFill>
              </a:rPr>
              <a:t>, so make sure</a:t>
            </a:r>
            <a:br>
              <a:rPr lang="en-US" altLang="zh-CN" dirty="0">
                <a:solidFill>
                  <a:schemeClr val="tx1"/>
                </a:solidFill>
              </a:rPr>
            </a:br>
            <a:r>
              <a:rPr lang="en-US" altLang="zh-CN" dirty="0">
                <a:solidFill>
                  <a:schemeClr val="tx1"/>
                </a:solidFill>
              </a:rPr>
              <a:t>that your function would work with data from a different experiment with different numbers of before and after samples. </a:t>
            </a:r>
            <a:endParaRPr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>
            <a:spLocks noGrp="1"/>
          </p:cNvSpPr>
          <p:nvPr>
            <p:ph type="title"/>
          </p:nvPr>
        </p:nvSpPr>
        <p:spPr>
          <a:xfrm>
            <a:off x="311700" y="308837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Tips and Tricks: FUNCTIONS ARE YOUR FRIENDS</a:t>
            </a:r>
            <a:endParaRPr dirty="0"/>
          </a:p>
        </p:txBody>
      </p:sp>
      <p:sp>
        <p:nvSpPr>
          <p:cNvPr id="67" name="Google Shape;67;p1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84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Functions allow you to re-run the same code over and over again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dirty="0"/>
              <a:t>Computer scientists are lazy and you should be too with your code!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dirty="0"/>
              <a:t>Why copy paste if you can just call a function?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You can provide functions with arguments to make them versatile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dirty="0"/>
              <a:t>If only one small thing (like the data) is changing, use function arguments to run the same code on different objects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When debugging functions help in determining which part of your code is breaking</a:t>
            </a:r>
            <a:endParaRPr dirty="0"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400" b="1" dirty="0"/>
              <a:t>As a general rule: Functions are really good at one thing, break up your steps into functions</a:t>
            </a:r>
            <a:endParaRPr sz="1400" b="1" dirty="0"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400" b="1" dirty="0"/>
              <a:t>TIP: You can write more functions than we specifically ask for if it is helpful to you</a:t>
            </a:r>
            <a:endParaRPr sz="1400" b="1" dirty="0"/>
          </a:p>
          <a:p>
            <a:pPr marL="457200" lvl="0" indent="-317500" algn="l" rtl="0">
              <a:spcBef>
                <a:spcPts val="1600"/>
              </a:spcBef>
              <a:spcAft>
                <a:spcPts val="0"/>
              </a:spcAft>
              <a:buSzPts val="1400"/>
              <a:buChar char="●"/>
            </a:pPr>
            <a:r>
              <a:rPr lang="en" sz="1400" dirty="0"/>
              <a:t>Some simple tutorial for function in Python:</a:t>
            </a:r>
            <a:r>
              <a:rPr lang="en" sz="1100" u="sng" dirty="0">
                <a:solidFill>
                  <a:schemeClr val="hlink"/>
                </a:solidFill>
                <a:hlinkClick r:id="rId3"/>
              </a:rPr>
              <a:t>https://www.w3schools.com/python/python_functions.asp</a:t>
            </a:r>
            <a:endParaRPr sz="1400" b="1" dirty="0"/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endParaRPr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D55671-4BC3-B809-5E06-4A185629AA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269287"/>
            <a:ext cx="8520600" cy="572700"/>
          </a:xfrm>
        </p:spPr>
        <p:txBody>
          <a:bodyPr/>
          <a:lstStyle/>
          <a:p>
            <a:r>
              <a:rPr lang="en-US" dirty="0"/>
              <a:t>Important Formulas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6127F7-5442-0CBB-BA36-55292E4CBC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1088481"/>
            <a:ext cx="8520600" cy="3416400"/>
          </a:xfrm>
        </p:spPr>
        <p:txBody>
          <a:bodyPr/>
          <a:lstStyle/>
          <a:p>
            <a:r>
              <a:rPr lang="en-US" u="sng" dirty="0"/>
              <a:t>Counts per million </a:t>
            </a:r>
            <a:r>
              <a:rPr lang="en-US" dirty="0"/>
              <a:t>(also known as reads per million)</a:t>
            </a:r>
          </a:p>
          <a:p>
            <a:endParaRPr lang="en-US" dirty="0"/>
          </a:p>
          <a:p>
            <a:pPr lvl="1"/>
            <a:endParaRPr lang="en-US" dirty="0"/>
          </a:p>
          <a:p>
            <a:r>
              <a:rPr lang="en-US" u="sng" dirty="0"/>
              <a:t>Upper Quartile Normalization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u="sng" dirty="0"/>
              <a:t>Fisher’s Linear Determinant 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5FB71AD-4255-F4DB-8AA3-D59BE95ACC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976" y="1571095"/>
            <a:ext cx="4023816" cy="50875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36491B5-D40A-28A2-7476-944810290E2D}"/>
                  </a:ext>
                </a:extLst>
              </p:cNvPr>
              <p:cNvSpPr txBox="1"/>
              <p:nvPr/>
            </p:nvSpPr>
            <p:spPr>
              <a:xfrm>
                <a:off x="5305421" y="1604228"/>
                <a:ext cx="941294" cy="5037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den>
                      </m:f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∗</m:t>
                      </m:r>
                      <m:sSup>
                        <m:sSup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e>
                        <m:sup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6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36491B5-D40A-28A2-7476-944810290E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05421" y="1604228"/>
                <a:ext cx="941294" cy="50379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9DE20259-0437-657A-1D3E-E404BDFCDF3A}"/>
              </a:ext>
            </a:extLst>
          </p:cNvPr>
          <p:cNvSpPr txBox="1"/>
          <p:nvPr/>
        </p:nvSpPr>
        <p:spPr>
          <a:xfrm>
            <a:off x="6246715" y="1517697"/>
            <a:ext cx="178173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Where: 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0552C0E-A845-05BC-3973-31905608E86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937" y="1825474"/>
            <a:ext cx="2401705" cy="18714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9FD7090-C470-9A2E-9855-1C48CD93C20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13270" y="2025295"/>
            <a:ext cx="2381372" cy="21591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15ECA098-072A-DB6F-6110-8EBC31461292}"/>
                  </a:ext>
                </a:extLst>
              </p:cNvPr>
              <p:cNvSpPr txBox="1"/>
              <p:nvPr/>
            </p:nvSpPr>
            <p:spPr>
              <a:xfrm>
                <a:off x="6388324" y="1979361"/>
                <a:ext cx="416859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15ECA098-072A-DB6F-6110-8EBC314612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88324" y="1979361"/>
                <a:ext cx="416859" cy="30777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43096BDF-6FEF-CD95-74C7-41E96FC280E1}"/>
                  </a:ext>
                </a:extLst>
              </p:cNvPr>
              <p:cNvSpPr txBox="1"/>
              <p:nvPr/>
            </p:nvSpPr>
            <p:spPr>
              <a:xfrm>
                <a:off x="2043953" y="4043126"/>
                <a:ext cx="1640541" cy="4716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FLD=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bSup>
                          <m:sSubSup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Sup>
                          <m:sSub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den>
                    </m:f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43096BDF-6FEF-CD95-74C7-41E96FC280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43953" y="4043126"/>
                <a:ext cx="1640541" cy="471604"/>
              </a:xfrm>
              <a:prstGeom prst="rect">
                <a:avLst/>
              </a:prstGeom>
              <a:blipFill>
                <a:blip r:embed="rId7"/>
                <a:stretch>
                  <a:fillRect l="-7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extBox 14">
            <a:extLst>
              <a:ext uri="{FF2B5EF4-FFF2-40B4-BE49-F238E27FC236}">
                <a16:creationId xmlns:a16="http://schemas.microsoft.com/office/drawing/2014/main" id="{4AABC834-5A34-41BA-5C42-001C96850F27}"/>
              </a:ext>
            </a:extLst>
          </p:cNvPr>
          <p:cNvSpPr txBox="1"/>
          <p:nvPr/>
        </p:nvSpPr>
        <p:spPr>
          <a:xfrm>
            <a:off x="3818965" y="3885733"/>
            <a:ext cx="178173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Where: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EE680F1F-668D-E6D3-81B0-2DF10DED962E}"/>
                  </a:ext>
                </a:extLst>
              </p:cNvPr>
              <p:cNvSpPr txBox="1"/>
              <p:nvPr/>
            </p:nvSpPr>
            <p:spPr>
              <a:xfrm>
                <a:off x="4260300" y="4135549"/>
                <a:ext cx="4572000" cy="73866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</m:oMath>
                </a14:m>
                <a:r>
                  <a:rPr lang="en-US" dirty="0"/>
                  <a:t> is the mean of their group (1 or 2)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</m:oMath>
                </a14:m>
                <a:r>
                  <a:rPr lang="en-US" dirty="0"/>
                  <a:t>is the standard deviation of </a:t>
                </a:r>
                <a:r>
                  <a:rPr lang="en-US"/>
                  <a:t>their group (1 or 2)</a:t>
                </a:r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EE680F1F-668D-E6D3-81B0-2DF10DED96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60300" y="4135549"/>
                <a:ext cx="4572000" cy="738664"/>
              </a:xfrm>
              <a:prstGeom prst="rect">
                <a:avLst/>
              </a:prstGeom>
              <a:blipFill>
                <a:blip r:embed="rId8"/>
                <a:stretch>
                  <a:fillRect t="-16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9752AD2-45D1-02D5-1FBB-150302CA7D14}"/>
                  </a:ext>
                </a:extLst>
              </p:cNvPr>
              <p:cNvSpPr txBox="1"/>
              <p:nvPr/>
            </p:nvSpPr>
            <p:spPr>
              <a:xfrm>
                <a:off x="439044" y="2806776"/>
                <a:ext cx="4237559" cy="5037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Upper</m:t>
                      </m:r>
                      <m:r>
                        <a:rPr lang="en-US" b="0" i="0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Quartile</m:t>
                      </m:r>
                      <m:r>
                        <a:rPr lang="en-US" b="0" i="0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Normalized</m:t>
                      </m:r>
                      <m:r>
                        <a:rPr lang="en-US" b="0" i="0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Count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  <m:sub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den>
                      </m:f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∗</m:t>
                      </m:r>
                      <m:acc>
                        <m:accPr>
                          <m:chr m:val="̅"/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</m:acc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9752AD2-45D1-02D5-1FBB-150302CA7D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9044" y="2806776"/>
                <a:ext cx="4237559" cy="50379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B63124ED-BE0F-9E84-6CA6-F4C56133B4D6}"/>
                  </a:ext>
                </a:extLst>
              </p:cNvPr>
              <p:cNvSpPr txBox="1"/>
              <p:nvPr/>
            </p:nvSpPr>
            <p:spPr>
              <a:xfrm>
                <a:off x="4636540" y="2675904"/>
                <a:ext cx="3933071" cy="104464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Where: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11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1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1100" b="0" i="1" smtClean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lang="en-US" sz="1100" b="0" i="0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1100" dirty="0"/>
                  <a:t> raw count of </a:t>
                </a:r>
                <a:r>
                  <a:rPr lang="en-US" sz="1100" dirty="0" err="1"/>
                  <a:t>j</a:t>
                </a:r>
                <a:r>
                  <a:rPr lang="en-US" sz="1100" baseline="30000" dirty="0" err="1"/>
                  <a:t>th</a:t>
                </a:r>
                <a:r>
                  <a:rPr lang="en-US" sz="1100" dirty="0"/>
                  <a:t> gene in the </a:t>
                </a:r>
                <a:r>
                  <a:rPr lang="en-US" sz="1100" dirty="0" err="1"/>
                  <a:t>i</a:t>
                </a:r>
                <a:r>
                  <a:rPr lang="en-US" sz="1100" baseline="30000" dirty="0" err="1"/>
                  <a:t>th</a:t>
                </a:r>
                <a:r>
                  <a:rPr lang="en-US" sz="1100" dirty="0"/>
                  <a:t> sample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11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100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sz="11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1100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1100" dirty="0"/>
                  <a:t> 75</a:t>
                </a:r>
                <a:r>
                  <a:rPr lang="en-US" sz="1100" baseline="30000" dirty="0"/>
                  <a:t>th</a:t>
                </a:r>
                <a:r>
                  <a:rPr lang="en-US" sz="1100" dirty="0"/>
                  <a:t> percentile of gene counts in the </a:t>
                </a:r>
                <a:r>
                  <a:rPr lang="en-US" sz="1100" dirty="0" err="1"/>
                  <a:t>i</a:t>
                </a:r>
                <a:r>
                  <a:rPr lang="en-US" sz="1100" baseline="30000" dirty="0" err="1"/>
                  <a:t>th</a:t>
                </a:r>
                <a:r>
                  <a:rPr lang="en-US" sz="1100" dirty="0"/>
                  <a:t> sample</a:t>
                </a:r>
              </a:p>
              <a:p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1100" b="0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1100" b="0" i="1" dirty="0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</m:acc>
                  </m:oMath>
                </a14:m>
                <a:r>
                  <a:rPr lang="en-US" sz="1100" dirty="0"/>
                  <a:t> </a:t>
                </a:r>
                <a14:m>
                  <m:oMath xmlns:m="http://schemas.openxmlformats.org/officeDocument/2006/math">
                    <m:r>
                      <a:rPr lang="en-US" sz="1100" b="0" i="1" dirty="0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1100" dirty="0"/>
                  <a:t> Average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1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100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sz="11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1100" dirty="0"/>
                  <a:t> for all samples 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B63124ED-BE0F-9E84-6CA6-F4C56133B4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36540" y="2675904"/>
                <a:ext cx="3933071" cy="1044645"/>
              </a:xfrm>
              <a:prstGeom prst="rect">
                <a:avLst/>
              </a:prstGeom>
              <a:blipFill>
                <a:blip r:embed="rId10"/>
                <a:stretch>
                  <a:fillRect l="-645" t="-12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194937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CE0ACAAD-3A43-49AA-810A-D377455706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336" y="1316091"/>
            <a:ext cx="7535327" cy="3153215"/>
          </a:xfrm>
          <a:prstGeom prst="rect">
            <a:avLst/>
          </a:prstGeom>
        </p:spPr>
      </p:pic>
      <p:sp>
        <p:nvSpPr>
          <p:cNvPr id="5" name="Google Shape;66;p15">
            <a:extLst>
              <a:ext uri="{FF2B5EF4-FFF2-40B4-BE49-F238E27FC236}">
                <a16:creationId xmlns:a16="http://schemas.microsoft.com/office/drawing/2014/main" id="{C486D751-953C-4772-9204-FA5D92399FB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699" y="324002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An example of a function used in this assignment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1671482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Tips and Tricks:</a:t>
            </a:r>
            <a:endParaRPr/>
          </a:p>
        </p:txBody>
      </p:sp>
      <p:sp>
        <p:nvSpPr>
          <p:cNvPr id="73" name="Google Shape;73;p1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1 is different than 1.0</a:t>
            </a:r>
            <a:endParaRPr dirty="0"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 dirty="0"/>
              <a:t>	Int and float are different and sometimes incompatible</a:t>
            </a:r>
            <a:endParaRPr dirty="0"/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endParaRPr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0"/>
          <p:cNvSpPr txBox="1">
            <a:spLocks noGrp="1"/>
          </p:cNvSpPr>
          <p:nvPr>
            <p:ph type="title"/>
          </p:nvPr>
        </p:nvSpPr>
        <p:spPr>
          <a:xfrm>
            <a:off x="311700" y="28827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Part 1- Data filtering</a:t>
            </a:r>
            <a:endParaRPr dirty="0"/>
          </a:p>
        </p:txBody>
      </p:sp>
      <p:sp>
        <p:nvSpPr>
          <p:cNvPr id="97" name="Google Shape;97;p2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 dirty="0"/>
              <a:t>Remove genes that have zero counts in all samples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 dirty="0"/>
              <a:t>Create a dictionary with genes that pass your filter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 dirty="0"/>
              <a:t>TIP: create a new dictionary for each filtering step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400"/>
              <a:buAutoNum type="alphaLcPeriod"/>
            </a:pPr>
            <a:r>
              <a:rPr lang="en" dirty="0">
                <a:solidFill>
                  <a:srgbClr val="FF0000"/>
                </a:solidFill>
              </a:rPr>
              <a:t>DO NOT ALTER THE ORIGINAL DATA FILE</a:t>
            </a:r>
            <a:endParaRPr dirty="0">
              <a:solidFill>
                <a:srgbClr val="FF0000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 dirty="0"/>
              <a:t>Calculate the counts per million (</a:t>
            </a:r>
            <a:r>
              <a:rPr lang="en" dirty="0" err="1"/>
              <a:t>cpm</a:t>
            </a:r>
            <a:r>
              <a:rPr lang="en" dirty="0"/>
              <a:t>) of each gene left in your data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 dirty="0"/>
              <a:t>Use the </a:t>
            </a:r>
            <a:r>
              <a:rPr lang="en" dirty="0" err="1">
                <a:highlight>
                  <a:srgbClr val="FFFF00"/>
                </a:highlight>
                <a:latin typeface="Courier New"/>
                <a:ea typeface="Courier New"/>
                <a:cs typeface="Courier New"/>
                <a:sym typeface="Courier New"/>
              </a:rPr>
              <a:t>counts_per_million</a:t>
            </a:r>
            <a:r>
              <a:rPr lang="en" dirty="0">
                <a:highlight>
                  <a:srgbClr val="FFFF00"/>
                </a:highlight>
              </a:rPr>
              <a:t> </a:t>
            </a:r>
            <a:r>
              <a:rPr lang="en" dirty="0"/>
              <a:t>function to your data that passed the filter</a:t>
            </a:r>
            <a:endParaRPr dirty="0"/>
          </a:p>
          <a:p>
            <a:pPr>
              <a:buFont typeface="Arial"/>
              <a:buAutoNum type="arabicPeriod"/>
            </a:pPr>
            <a:r>
              <a:rPr lang="en-US" dirty="0"/>
              <a:t>Remove genes that have 20 or more samples with </a:t>
            </a:r>
            <a:r>
              <a:rPr lang="en-US" dirty="0" err="1"/>
              <a:t>cpm</a:t>
            </a:r>
            <a:r>
              <a:rPr lang="en-US" dirty="0"/>
              <a:t> &lt; 1</a:t>
            </a: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-US" dirty="0"/>
              <a:t>Create a dictionary of genes that pass your second filter</a:t>
            </a: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 dirty="0"/>
              <a:t>NOTE: this should be a dictionary of raw counts, not </a:t>
            </a:r>
            <a:r>
              <a:rPr lang="en" dirty="0" err="1"/>
              <a:t>cpm</a:t>
            </a:r>
            <a:r>
              <a:rPr lang="en" dirty="0"/>
              <a:t>. You are just doing the filtering based on </a:t>
            </a:r>
            <a:r>
              <a:rPr lang="en" dirty="0" err="1"/>
              <a:t>cpm</a:t>
            </a:r>
            <a:r>
              <a:rPr lang="en" dirty="0"/>
              <a:t>.</a:t>
            </a:r>
            <a:endParaRPr dirty="0"/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endParaRPr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1"/>
          <p:cNvSpPr txBox="1">
            <a:spLocks noGrp="1"/>
          </p:cNvSpPr>
          <p:nvPr>
            <p:ph type="title"/>
          </p:nvPr>
        </p:nvSpPr>
        <p:spPr>
          <a:xfrm>
            <a:off x="311700" y="28827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Part 2 - Data visualization</a:t>
            </a:r>
            <a:endParaRPr/>
          </a:p>
        </p:txBody>
      </p:sp>
      <p:sp>
        <p:nvSpPr>
          <p:cNvPr id="103" name="Google Shape;103;p2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187064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 dirty="0"/>
              <a:t>Plot the library sizes (total counts) for each sample using the genes that passed your filters in Part 1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 dirty="0"/>
              <a:t>Use the matplotlib library in python to plot things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 dirty="0"/>
              <a:t>Make sure your plot has labeled axes!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 dirty="0"/>
              <a:t>Save this plot as </a:t>
            </a:r>
            <a:r>
              <a:rPr lang="en" dirty="0" err="1">
                <a:solidFill>
                  <a:srgbClr val="00B0F0"/>
                </a:solidFill>
                <a:highlight>
                  <a:srgbClr val="FFFFFF"/>
                </a:highlight>
                <a:latin typeface="Consolas"/>
                <a:cs typeface="Consolas"/>
                <a:sym typeface="Courier New"/>
              </a:rPr>
              <a:t>library_size.png</a:t>
            </a:r>
            <a:endParaRPr dirty="0">
              <a:solidFill>
                <a:srgbClr val="00B0F0"/>
              </a:solidFill>
              <a:highlight>
                <a:srgbClr val="FFFFFF"/>
              </a:highlight>
              <a:latin typeface="Consolas"/>
              <a:cs typeface="Consolas"/>
              <a:sym typeface="Courier New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D3EE037-6630-55C8-B277-D25F18D3BE7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5057030" y="2512612"/>
            <a:ext cx="3666832" cy="221046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261DF48-CEB0-58BD-2939-382569226817}"/>
              </a:ext>
            </a:extLst>
          </p:cNvPr>
          <p:cNvSpPr txBox="1"/>
          <p:nvPr/>
        </p:nvSpPr>
        <p:spPr>
          <a:xfrm rot="16200000">
            <a:off x="4596412" y="3339548"/>
            <a:ext cx="488916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dirty="0">
                <a:solidFill>
                  <a:schemeClr val="bg1"/>
                </a:solidFill>
                <a:highlight>
                  <a:srgbClr val="000000"/>
                </a:highlight>
              </a:rPr>
              <a:t>Y axis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BF28884-CE2E-A9F3-BA01-A0329E38D3AB}"/>
              </a:ext>
            </a:extLst>
          </p:cNvPr>
          <p:cNvSpPr txBox="1"/>
          <p:nvPr/>
        </p:nvSpPr>
        <p:spPr>
          <a:xfrm>
            <a:off x="6585564" y="4747503"/>
            <a:ext cx="488916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dirty="0">
                <a:solidFill>
                  <a:schemeClr val="bg1"/>
                </a:solidFill>
                <a:highlight>
                  <a:srgbClr val="000000"/>
                </a:highlight>
              </a:rPr>
              <a:t>X axis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Graphing in Python</a:t>
            </a:r>
            <a:endParaRPr/>
          </a:p>
        </p:txBody>
      </p:sp>
      <p:sp>
        <p:nvSpPr>
          <p:cNvPr id="109" name="Google Shape;109;p2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 u="sng" dirty="0">
                <a:solidFill>
                  <a:schemeClr val="hlink"/>
                </a:solidFill>
                <a:hlinkClick r:id="rId3"/>
              </a:rPr>
              <a:t>https://matplotlib.org/gallery/index.html</a:t>
            </a:r>
            <a:endParaRPr dirty="0"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 u="sng" dirty="0">
                <a:solidFill>
                  <a:schemeClr val="hlink"/>
                </a:solidFill>
                <a:hlinkClick r:id="rId4"/>
              </a:rPr>
              <a:t>https://matplotlib.org/api/pyplot_summary.html</a:t>
            </a:r>
            <a:endParaRPr dirty="0"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 dirty="0"/>
              <a:t>       Ask Google about detailed questions : ) </a:t>
            </a:r>
            <a:endParaRPr dirty="0"/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endParaRPr dirty="0"/>
          </a:p>
        </p:txBody>
      </p:sp>
      <p:pic>
        <p:nvPicPr>
          <p:cNvPr id="110" name="Google Shape;110;p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80825" y="1152478"/>
            <a:ext cx="6398674" cy="1560175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22"/>
          <p:cNvSpPr txBox="1"/>
          <p:nvPr/>
        </p:nvSpPr>
        <p:spPr>
          <a:xfrm>
            <a:off x="5146575" y="2847400"/>
            <a:ext cx="3608700" cy="196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 Or others if you are more comfortable with: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	</a:t>
            </a:r>
            <a:r>
              <a:rPr lang="en" dirty="0" err="1"/>
              <a:t>Ggplot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	Pandas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	etc...</a:t>
            </a:r>
            <a:endParaRPr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3"/>
          <p:cNvSpPr txBox="1">
            <a:spLocks noGrp="1"/>
          </p:cNvSpPr>
          <p:nvPr>
            <p:ph type="title"/>
          </p:nvPr>
        </p:nvSpPr>
        <p:spPr>
          <a:xfrm>
            <a:off x="311700" y="28827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Part 3 - Data normalization</a:t>
            </a:r>
            <a:endParaRPr dirty="0"/>
          </a:p>
        </p:txBody>
      </p:sp>
      <p:sp>
        <p:nvSpPr>
          <p:cNvPr id="117" name="Google Shape;117;p2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 dirty="0"/>
              <a:t>Use the </a:t>
            </a:r>
            <a:r>
              <a:rPr lang="en" dirty="0" err="1">
                <a:highlight>
                  <a:srgbClr val="FFFF00"/>
                </a:highlight>
                <a:latin typeface="Courier New"/>
                <a:ea typeface="Courier New"/>
                <a:cs typeface="Courier New"/>
                <a:sym typeface="Courier New"/>
              </a:rPr>
              <a:t>upper_quartile_norm</a:t>
            </a:r>
            <a:r>
              <a:rPr lang="en" dirty="0"/>
              <a:t> function to normalize the data you have from Part 1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 dirty="0"/>
              <a:t>Plot the normalized library sizes (total counts)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 dirty="0"/>
              <a:t>TIP: Look at your code from Part 2 to make this easier!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 dirty="0"/>
              <a:t>(optional) TIP: Make a function to plot your data </a:t>
            </a:r>
            <a:endParaRPr lang="en" sz="1800" dirty="0"/>
          </a:p>
          <a:p>
            <a:pPr marL="596900" indent="-457200">
              <a:buSzPct val="100000"/>
              <a:buFont typeface="+mj-lt"/>
              <a:buAutoNum type="arabicPeriod"/>
            </a:pPr>
            <a:r>
              <a:rPr lang="en" dirty="0"/>
              <a:t>Save the plot as </a:t>
            </a:r>
            <a:br>
              <a:rPr lang="en" dirty="0"/>
            </a:br>
            <a:r>
              <a:rPr lang="en-US" dirty="0" err="1">
                <a:solidFill>
                  <a:srgbClr val="00B0F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library_size_normalized.png</a:t>
            </a:r>
            <a:endParaRPr lang="en-US" dirty="0">
              <a:solidFill>
                <a:srgbClr val="00B0F0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88AE29D-2182-2BB8-6889-EF6D1A3F012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4882101" y="2695492"/>
            <a:ext cx="3828017" cy="228997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849B9E7-176D-20D4-C2C3-2998F3BB4A32}"/>
              </a:ext>
            </a:extLst>
          </p:cNvPr>
          <p:cNvSpPr txBox="1"/>
          <p:nvPr/>
        </p:nvSpPr>
        <p:spPr>
          <a:xfrm rot="16200000">
            <a:off x="4435264" y="3520101"/>
            <a:ext cx="488916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dirty="0">
                <a:solidFill>
                  <a:schemeClr val="bg1"/>
                </a:solidFill>
                <a:highlight>
                  <a:srgbClr val="000000"/>
                </a:highlight>
              </a:rPr>
              <a:t>Y axis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FBCD63D-09BB-D21B-62FD-3C9CABD29378}"/>
              </a:ext>
            </a:extLst>
          </p:cNvPr>
          <p:cNvSpPr txBox="1"/>
          <p:nvPr/>
        </p:nvSpPr>
        <p:spPr>
          <a:xfrm>
            <a:off x="6678858" y="4855225"/>
            <a:ext cx="488916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dirty="0">
                <a:solidFill>
                  <a:schemeClr val="bg1"/>
                </a:solidFill>
                <a:highlight>
                  <a:srgbClr val="000000"/>
                </a:highlight>
              </a:rPr>
              <a:t>X axis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4"/>
          <p:cNvSpPr txBox="1">
            <a:spLocks noGrp="1"/>
          </p:cNvSpPr>
          <p:nvPr>
            <p:ph type="title"/>
          </p:nvPr>
        </p:nvSpPr>
        <p:spPr>
          <a:xfrm>
            <a:off x="311700" y="28827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Part 4 - Data exploration</a:t>
            </a:r>
            <a:endParaRPr dirty="0"/>
          </a:p>
        </p:txBody>
      </p:sp>
      <p:sp>
        <p:nvSpPr>
          <p:cNvPr id="123" name="Google Shape;123;p2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86739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 dirty="0"/>
              <a:t>Use Fisher’s Linear Discriminant (FLD) to identify genes that are differentially expressed between the Before and After groups</a:t>
            </a:r>
            <a:endParaRPr dirty="0"/>
          </a:p>
          <a:p>
            <a:pPr lvl="1">
              <a:spcBef>
                <a:spcPts val="0"/>
              </a:spcBef>
              <a:buFont typeface="Arial"/>
              <a:buAutoNum type="alphaLcPeriod"/>
            </a:pPr>
            <a:r>
              <a:rPr lang="en" dirty="0"/>
              <a:t>Use the </a:t>
            </a:r>
            <a:r>
              <a:rPr lang="en" dirty="0" err="1">
                <a:solidFill>
                  <a:srgbClr val="666666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fishers_linear_discriminant</a:t>
            </a:r>
            <a:r>
              <a:rPr lang="en" dirty="0"/>
              <a:t> function you wrote in Part 0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 dirty="0"/>
              <a:t>Output the genes with the ten highest FLD values (include gene name and FLD values)</a:t>
            </a: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-US" dirty="0"/>
              <a:t>P</a:t>
            </a:r>
            <a:r>
              <a:rPr lang="en" dirty="0"/>
              <a:t>ick a gene to explore further, and </a:t>
            </a:r>
            <a:r>
              <a:rPr lang="en-US" dirty="0"/>
              <a:t>generate a bar graph of the upper quartile normalized mean expression level in each group.</a:t>
            </a:r>
          </a:p>
          <a:p>
            <a:pPr marL="342900">
              <a:spcBef>
                <a:spcPts val="1600"/>
              </a:spcBef>
              <a:spcAft>
                <a:spcPts val="1600"/>
              </a:spcAft>
              <a:buFont typeface="+mj-lt"/>
              <a:buAutoNum type="arabicPeriod"/>
            </a:pPr>
            <a:r>
              <a:rPr lang="en" dirty="0"/>
              <a:t>Save the plot as </a:t>
            </a:r>
            <a:r>
              <a:rPr lang="en-US" dirty="0" err="1">
                <a:solidFill>
                  <a:srgbClr val="00B0F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mean_expression.png</a:t>
            </a:r>
            <a:endParaRPr lang="en-US" dirty="0">
              <a:solidFill>
                <a:srgbClr val="00B0F0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-US" dirty="0"/>
              <a:t>NOTE: when calculating FLD for each gene, </a:t>
            </a:r>
            <a:br>
              <a:rPr lang="en-US" dirty="0"/>
            </a:br>
            <a:r>
              <a:rPr lang="en-US" dirty="0"/>
              <a:t>remember to split the expression values into </a:t>
            </a:r>
            <a:br>
              <a:rPr lang="en-US" dirty="0"/>
            </a:br>
            <a:r>
              <a:rPr lang="en-US" dirty="0"/>
              <a:t>group 1 (Before) and group 2 (After)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DC0167A-E332-1C71-0257-BB634818784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679095" y="2784986"/>
            <a:ext cx="2019631" cy="223488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830546F-C983-6D49-2ACE-742387164403}"/>
              </a:ext>
            </a:extLst>
          </p:cNvPr>
          <p:cNvSpPr txBox="1"/>
          <p:nvPr/>
        </p:nvSpPr>
        <p:spPr>
          <a:xfrm>
            <a:off x="7068706" y="4603805"/>
            <a:ext cx="527388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  <a:highlight>
                  <a:srgbClr val="000000"/>
                </a:highlight>
              </a:rPr>
              <a:t>Before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E9D6F61-3A70-0CD2-3C19-9D5ECF1AF36B}"/>
              </a:ext>
            </a:extLst>
          </p:cNvPr>
          <p:cNvSpPr txBox="1"/>
          <p:nvPr/>
        </p:nvSpPr>
        <p:spPr>
          <a:xfrm>
            <a:off x="8022140" y="4603805"/>
            <a:ext cx="378309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  <a:highlight>
                  <a:srgbClr val="000000"/>
                </a:highlight>
              </a:rPr>
              <a:t>After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5"/>
          <p:cNvSpPr txBox="1">
            <a:spLocks noGrp="1"/>
          </p:cNvSpPr>
          <p:nvPr>
            <p:ph type="title"/>
          </p:nvPr>
        </p:nvSpPr>
        <p:spPr>
          <a:xfrm>
            <a:off x="311700" y="203898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dirty="0"/>
              <a:t>What to turn in</a:t>
            </a:r>
            <a:endParaRPr dirty="0"/>
          </a:p>
        </p:txBody>
      </p:sp>
      <p:sp>
        <p:nvSpPr>
          <p:cNvPr id="129" name="Google Shape;129;p25"/>
          <p:cNvSpPr txBox="1">
            <a:spLocks noGrp="1"/>
          </p:cNvSpPr>
          <p:nvPr>
            <p:ph type="body" idx="1"/>
          </p:nvPr>
        </p:nvSpPr>
        <p:spPr>
          <a:xfrm>
            <a:off x="311700" y="875052"/>
            <a:ext cx="8520600" cy="377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>
                <a:solidFill>
                  <a:schemeClr val="dk1"/>
                </a:solidFill>
              </a:rPr>
              <a:t>Edited script: </a:t>
            </a:r>
            <a:r>
              <a:rPr lang="en" dirty="0" err="1">
                <a:solidFill>
                  <a:srgbClr val="00B0F0"/>
                </a:solidFill>
                <a:latin typeface="Consolas"/>
                <a:ea typeface="Consolas"/>
                <a:cs typeface="Consolas"/>
                <a:sym typeface="Consolas"/>
              </a:rPr>
              <a:t>gene_expression.py</a:t>
            </a:r>
            <a:endParaRPr dirty="0">
              <a:solidFill>
                <a:srgbClr val="00B0F0"/>
              </a:solidFill>
            </a:endParaRPr>
          </a:p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dirty="0">
                <a:solidFill>
                  <a:schemeClr val="dk1"/>
                </a:solidFill>
              </a:rPr>
              <a:t>Output files</a:t>
            </a:r>
            <a:endParaRPr dirty="0">
              <a:solidFill>
                <a:schemeClr val="dk1"/>
              </a:solidFill>
            </a:endParaRPr>
          </a:p>
          <a:p>
            <a:pPr marL="914400" lvl="1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800"/>
              <a:buFont typeface="Consolas"/>
              <a:buChar char="○"/>
            </a:pPr>
            <a:r>
              <a:rPr lang="en" sz="1800" dirty="0" err="1">
                <a:solidFill>
                  <a:srgbClr val="00B0F0"/>
                </a:solidFill>
                <a:latin typeface="Consolas"/>
                <a:ea typeface="Consolas"/>
                <a:cs typeface="Consolas"/>
                <a:sym typeface="Consolas"/>
              </a:rPr>
              <a:t>library_size.png</a:t>
            </a:r>
            <a:endParaRPr sz="1800" dirty="0">
              <a:solidFill>
                <a:srgbClr val="00B0F0"/>
              </a:solidFill>
            </a:endParaRPr>
          </a:p>
          <a:p>
            <a:pPr marL="914400" lvl="1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800"/>
              <a:buFont typeface="Consolas"/>
              <a:buChar char="○"/>
            </a:pPr>
            <a:r>
              <a:rPr lang="en" sz="1800" dirty="0" err="1">
                <a:solidFill>
                  <a:srgbClr val="00B0F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library_size_normalized.png</a:t>
            </a:r>
            <a:endParaRPr sz="1800" dirty="0">
              <a:solidFill>
                <a:srgbClr val="00B0F0"/>
              </a:solidFill>
            </a:endParaRPr>
          </a:p>
          <a:p>
            <a:pPr marL="914400" lvl="1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800"/>
              <a:buFont typeface="Consolas"/>
              <a:buChar char="○"/>
            </a:pPr>
            <a:r>
              <a:rPr lang="en" sz="1800" dirty="0" err="1">
                <a:solidFill>
                  <a:srgbClr val="00B0F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mean_expression.png</a:t>
            </a:r>
            <a:endParaRPr sz="1800" dirty="0">
              <a:solidFill>
                <a:srgbClr val="00B0F0"/>
              </a:solidFill>
            </a:endParaRPr>
          </a:p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>
                <a:solidFill>
                  <a:schemeClr val="dk1"/>
                </a:solidFill>
              </a:rPr>
              <a:t>Your </a:t>
            </a:r>
            <a:r>
              <a:rPr lang="en" dirty="0" err="1">
                <a:solidFill>
                  <a:srgbClr val="00B0F0"/>
                </a:solidFill>
                <a:latin typeface="Consolas"/>
                <a:ea typeface="Consolas"/>
                <a:cs typeface="Consolas"/>
                <a:sym typeface="Consolas"/>
              </a:rPr>
              <a:t>README.txt</a:t>
            </a:r>
            <a:r>
              <a:rPr lang="en" dirty="0">
                <a:solidFill>
                  <a:srgbClr val="00B0F0"/>
                </a:solidFill>
              </a:rPr>
              <a:t> </a:t>
            </a:r>
            <a:r>
              <a:rPr lang="en" dirty="0">
                <a:solidFill>
                  <a:schemeClr val="dk1"/>
                </a:solidFill>
              </a:rPr>
              <a:t>with the answers to the questions and the commands you used to answer the questions</a:t>
            </a:r>
            <a:endParaRPr dirty="0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>
                <a:solidFill>
                  <a:schemeClr val="dk1"/>
                </a:solidFill>
              </a:rPr>
              <a:t>Extra credit only: </a:t>
            </a:r>
            <a:r>
              <a:rPr lang="en" dirty="0" err="1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dendrogram.png</a:t>
            </a:r>
            <a:r>
              <a:rPr lang="en" dirty="0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dirty="0">
                <a:solidFill>
                  <a:srgbClr val="0070C0"/>
                </a:solidFill>
                <a:latin typeface="Arial" panose="020B0604020202020204" pitchFamily="34" charset="0"/>
                <a:ea typeface="Consolas"/>
                <a:cs typeface="Arial" panose="020B0604020202020204" pitchFamily="34" charset="0"/>
                <a:sym typeface="Consolas"/>
              </a:rPr>
              <a:t>+ completed “Extra credit” in</a:t>
            </a:r>
            <a:r>
              <a:rPr lang="en" dirty="0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dirty="0" err="1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gene_expression.py</a:t>
            </a:r>
            <a:r>
              <a:rPr lang="en" dirty="0">
                <a:solidFill>
                  <a:srgbClr val="0070C0"/>
                </a:solidFill>
                <a:latin typeface="Arial" panose="020B0604020202020204" pitchFamily="34" charset="0"/>
                <a:ea typeface="Consolas"/>
                <a:cs typeface="Arial" panose="020B0604020202020204" pitchFamily="34" charset="0"/>
                <a:sym typeface="Consolas"/>
              </a:rPr>
              <a:t>)</a:t>
            </a:r>
            <a:br>
              <a:rPr lang="en" dirty="0">
                <a:solidFill>
                  <a:srgbClr val="666666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" dirty="0">
                <a:solidFill>
                  <a:schemeClr val="dk1"/>
                </a:solidFill>
                <a:sym typeface="Consolas"/>
              </a:rPr>
              <a:t>(</a:t>
            </a:r>
            <a:r>
              <a:rPr lang="en-US" dirty="0">
                <a:solidFill>
                  <a:schemeClr val="dk1"/>
                </a:solidFill>
                <a:sym typeface="Consolas"/>
              </a:rPr>
              <a:t>Assignment instruction did not specify clustering method, so students could feel free to use any.)</a:t>
            </a:r>
            <a:endParaRPr dirty="0">
              <a:solidFill>
                <a:schemeClr val="dk1"/>
              </a:solidFill>
            </a:endParaRPr>
          </a:p>
          <a:p>
            <a:pPr marL="4572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dk1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solidFill>
                  <a:srgbClr val="FF0000"/>
                </a:solidFill>
              </a:rPr>
              <a:t>REMEMBER TO COMMENT YOUR CODE </a:t>
            </a:r>
            <a:endParaRPr b="1" dirty="0">
              <a:solidFill>
                <a:srgbClr val="FF0000"/>
              </a:solidFill>
            </a:endParaRPr>
          </a:p>
          <a:p>
            <a:pPr marL="0" lvl="0" indent="0" algn="ctr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" b="1" dirty="0">
                <a:solidFill>
                  <a:srgbClr val="FF0000"/>
                </a:solidFill>
              </a:rPr>
              <a:t>(for accurate grading and for your future self!)</a:t>
            </a:r>
            <a:endParaRPr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6"/>
          <p:cNvSpPr txBox="1">
            <a:spLocks noGrp="1"/>
          </p:cNvSpPr>
          <p:nvPr>
            <p:ph type="title"/>
          </p:nvPr>
        </p:nvSpPr>
        <p:spPr>
          <a:xfrm>
            <a:off x="311700" y="28827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Suggestions</a:t>
            </a:r>
            <a:endParaRPr dirty="0"/>
          </a:p>
        </p:txBody>
      </p:sp>
      <p:sp>
        <p:nvSpPr>
          <p:cNvPr id="135" name="Google Shape;135;p26"/>
          <p:cNvSpPr txBox="1">
            <a:spLocks noGrp="1"/>
          </p:cNvSpPr>
          <p:nvPr>
            <p:ph type="body" idx="1"/>
          </p:nvPr>
        </p:nvSpPr>
        <p:spPr>
          <a:xfrm>
            <a:off x="622091" y="1152475"/>
            <a:ext cx="6520721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14300" lvl="0" indent="0" algn="l" rtl="0"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lang="en"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 dirty="0"/>
              <a:t>Discuss questions with classmates (but no copying)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 dirty="0"/>
              <a:t>Google and AI are your best friends!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 dirty="0"/>
              <a:t>Post questions on Piazza</a:t>
            </a:r>
            <a:endParaRPr dirty="0"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8e1f27febf34f9c5f9434b"/>
  <p:tag name="FIGURESLIDEID" val="c55718e3-1bd3-4489-b779-dbab48095621"/>
  <p:tag name="SELECTIONIDS" val="ace53a02-432f-4747-837c-32795dabae61"/>
  <p:tag name="TRANSPARENTBACKGROUND" val="true"/>
  <p:tag name="VERSION" val="1770922276272"/>
  <p:tag name="TITLE" val="Genomics_lab5"/>
  <p:tag name="CREATORNAME" val="Tingkuan Chu"/>
  <p:tag name="DATEINSERTED" val="1770922276607"/>
  <p:tag name="DPI" val="300"/>
  <p:tag name="BIOJSON" val="{&quot;id&quot;:&quot;3bc2fd54-760a-4627-a012-49dbee8ad38a&quot;,&quot;objects&quot;:{&quot;ace53a02-432f-4747-837c-32795dabae61&quot;:{&quot;id&quot;:&quot;ace53a02-432f-4747-837c-32795dabae61&quot;,&quot;name&quot;:&quot;Muscle (generic)&quot;,&quot;displayName&quot;:&quot;&quot;,&quot;type&quot;:&quot;FIGURE_OBJECT&quot;,&quot;relativeTransform&quot;:{&quot;translate&quot;:{&quot;x&quot;:-70.62102812158491,&quot;y&quot;:-1.85986505721813},&quot;rotate&quot;:0,&quot;skewX&quot;:0,&quot;scale&quot;:{&quot;x&quot;:2.5095178166196224,&quot;y&quot;:2.5095178166196224}},&quot;image&quot;:{&quot;url&quot;:&quot;https://icons.cdn.biorender.com/biorender/5f47af8950c7a50028d146ce/20200827132010/image/5f47af8950c7a50028d146ce.png&quot;,&quot;isPremium&quot;:false,&quot;isOrgIcon&quot;:false,&quot;size&quot;:{&quot;x&quot;:80,&quot;y&quot;:46.315789473684205}},&quot;source&quot;:{&quot;id&quot;:&quot;5f47af8950c7a50028d146ce&quot;,&quot;version&quot;:&quot;20200827132010&quot;,&quot;type&quot;:&quot;ASSETS&quot;},&quot;isPremium&quot;:false,&quot;parent&quot;:{&quot;type&quot;:&quot;CHILD&quot;,&quot;parentId&quot;:&quot;c55718e3-1bd3-4489-b779-dbab48095621&quot;,&quot;order&quot;:&quot;9&quot;}},&quot;c55718e3-1bd3-4489-b779-dbab48095621&quot;:{&quot;id&quot;:&quot;c55718e3-1bd3-4489-b779-dbab48095621&quot;,&quot;type&quot;:&quot;FIGURE_OBJECT&quot;,&quot;document&quot;:{&quot;type&quot;:&quot;FIGURE&quot;,&quot;canvasType&quot;:&quot;FIGURE&quot;,&quot;units&quot;:&quot;in&quot;},&quot;parent&quot;:{&quot;parentId&quot;:&quot;3bc2fd54-760a-4627-a012-49dbee8ad38a&quot;,&quot;type&quot;:&quot;DOCUMENT&quot;,&quot;order&quot;:&quot;5&quot;}},&quot;3bc2fd54-760a-4627-a012-49dbee8ad38a&quot;:{&quot;id&quot;:&quot;3bc2fd54-760a-4627-a012-49dbee8ad38a&quot;,&quot;type&quot;:&quot;FIGURE_OBJECT&quot;,&quot;document&quot;:{&quot;type&quot;:&quot;DOCUMENT_GROUP&quot;,&quot;canvasType&quot;:&quot;FIGURE&quot;,&quot;units&quot;:&quot;in&quot;}}}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8e1f27febf34f9c5f9434b"/>
  <p:tag name="FIGURESLIDEID" val="c55718e3-1bd3-4489-b779-dbab48095621"/>
  <p:tag name="SELECTIONIDS" val="d47ad2f1-ecdb-450c-a6c9-8259d00d82f8"/>
  <p:tag name="TRANSPARENTBACKGROUND" val="true"/>
  <p:tag name="VERSION" val="1770922276272"/>
  <p:tag name="TITLE" val="Genomics_lab5"/>
  <p:tag name="CREATORNAME" val="Tingkuan Chu"/>
  <p:tag name="DATEINSERTED" val="1770922276607"/>
  <p:tag name="DPI" val="300"/>
  <p:tag name="BIOJSON" val="{&quot;id&quot;:&quot;3bc2fd54-760a-4627-a012-49dbee8ad38a&quot;,&quot;objects&quot;:{&quot;d47ad2f1-ecdb-450c-a6c9-8259d00d82f8&quot;:{&quot;id&quot;:&quot;d47ad2f1-ecdb-450c-a6c9-8259d00d82f8&quot;,&quot;name&quot;:&quot;Muscle (generic)&quot;,&quot;displayName&quot;:&quot;&quot;,&quot;type&quot;:&quot;FIGURE_OBJECT&quot;,&quot;relativeTransform&quot;:{&quot;translate&quot;:{&quot;x&quot;:316.3360604700715,&quot;y&quot;:-1.8593737994603146},&quot;rotate&quot;:0,&quot;skewX&quot;:0,&quot;scale&quot;:{&quot;x&quot;:2.5095178166196224,&quot;y&quot;:2.5095178166196224}},&quot;image&quot;:{&quot;url&quot;:&quot;https://icons.cdn.biorender.com/biorender/5f47b31750c7a50028d146d4/5f47af8950c7a50028d146ce.png&quot;,&quot;isPremium&quot;:false,&quot;isOrgIcon&quot;:false,&quot;size&quot;:{&quot;x&quot;:80,&quot;y&quot;:46.315789473684205},&quot;fallbackUrl&quot;:&quot;sources/icons/5f47b31750c7a50028d146d4/5f47af8950c7a50028d146ce.svg&quot;},&quot;source&quot;:{&quot;id&quot;:&quot;5f47af8950c7a50028d146ce&quot;,&quot;version&quot;:&quot;20200827132010&quot;,&quot;type&quot;:&quot;ASSETS&quot;},&quot;isPremium&quot;:false,&quot;parent&quot;:{&quot;type&quot;:&quot;CHILD&quot;,&quot;parentId&quot;:&quot;c55718e3-1bd3-4489-b779-dbab48095621&quot;,&quot;order&quot;:&quot;95&quot;},&quot;styles&quot;:{&quot;vector-hidden&quot;:[]},&quot;opacity&quot;:1},&quot;c55718e3-1bd3-4489-b779-dbab48095621&quot;:{&quot;id&quot;:&quot;c55718e3-1bd3-4489-b779-dbab48095621&quot;,&quot;type&quot;:&quot;FIGURE_OBJECT&quot;,&quot;document&quot;:{&quot;type&quot;:&quot;FIGURE&quot;,&quot;canvasType&quot;:&quot;FIGURE&quot;,&quot;units&quot;:&quot;in&quot;},&quot;parent&quot;:{&quot;parentId&quot;:&quot;3bc2fd54-760a-4627-a012-49dbee8ad38a&quot;,&quot;type&quot;:&quot;DOCUMENT&quot;,&quot;order&quot;:&quot;5&quot;}},&quot;3bc2fd54-760a-4627-a012-49dbee8ad38a&quot;:{&quot;id&quot;:&quot;3bc2fd54-760a-4627-a012-49dbee8ad38a&quot;,&quot;type&quot;:&quot;FIGURE_OBJECT&quot;,&quot;document&quot;:{&quot;type&quot;:&quot;DOCUMENT_GROUP&quot;,&quot;canvasType&quot;:&quot;FIGURE&quot;,&quot;units&quot;:&quot;in&quot;}}}}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8e1f27febf34f9c5f9434b"/>
  <p:tag name="FIGURESLIDEID" val="c55718e3-1bd3-4489-b779-dbab48095621"/>
  <p:tag name="SELECTIONIDS" val="2a61207d-636e-4c71-bb58-5e492fed01e4"/>
  <p:tag name="TRANSPARENTBACKGROUND" val="true"/>
  <p:tag name="VERSION" val="1770922276272"/>
  <p:tag name="TITLE" val="Genomics_lab5"/>
  <p:tag name="CREATORNAME" val="Tingkuan Chu"/>
  <p:tag name="DATEINSERTED" val="1770922276607"/>
  <p:tag name="DPI" val="300"/>
  <p:tag name="BIOJSON" val="{&quot;id&quot;:&quot;3bc2fd54-760a-4627-a012-49dbee8ad38a&quot;,&quot;objects&quot;:{&quot;2a61207d-636e-4c71-bb58-5e492fed01e4&quot;:{&quot;type&quot;:&quot;FIGURE_OBJECT&quot;,&quot;id&quot;:&quot;2a61207d-636e-4c71-bb58-5e492fed01e4&quot;,&quot;relativeTransform&quot;:{&quot;translate&quot;:{&quot;x&quot;:-65.76518851269697,&quot;y&quot;:-169.13381996719073},&quot;rotate&quot;:0,&quot;skewX&quot;:0,&quot;scale&quot;:{&quot;x&quot;:1,&quot;y&quot;:1}},&quot;opacity&quot;:1,&quot;path&quot;:{&quot;type&quot;:&quot;POLY_LINE&quot;,&quot;points&quot;:[{&quot;x&quot;:-103.92926591002472,&quot;y&quot;:0},{&quot;x&quot;:103.92926591002472,&quot;y&quot;:0}],&quot;closed&quot;:false},&quot;pathStyles&quot;:[{&quot;type&quot;:&quot;FILL&quot;,&quot;fillStyle&quot;:&quot;rgba(0,0,0,0)&quot;},{&quot;type&quot;:&quot;STROKE&quot;,&quot;strokeStyle&quot;:&quot;#232323&quot;,&quot;lineWidth&quot;:2.6145727272962196,&quot;lineJoin&quot;:&quot;round&quot;}],&quot;pathMarkers&quot;:{&quot;markerEnd&quot;:{&quot;type&quot;:&quot;PATH&quot;,&quot;units&quot;:{&quot;type&quot;:&quot;STROKE_WIDTH&quot;,&quot;scale&quot;:1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isLocked&quot;:false,&quot;parent&quot;:{&quot;type&quot;:&quot;CHILD&quot;,&quot;parentId&quot;:&quot;c55718e3-1bd3-4489-b779-dbab48095621&quot;,&quot;order&quot;:&quot;98&quot;},&quot;connectorInfo&quot;:{&quot;type&quot;:&quot;LINE&quot;,&quot;offset&quot;:{&quot;x&quot;:0,&quot;y&quot;:0},&quot;bending&quot;:0.1,&quot;customized&quot;:false}},&quot;c55718e3-1bd3-4489-b779-dbab48095621&quot;:{&quot;id&quot;:&quot;c55718e3-1bd3-4489-b779-dbab48095621&quot;,&quot;type&quot;:&quot;FIGURE_OBJECT&quot;,&quot;document&quot;:{&quot;type&quot;:&quot;FIGURE&quot;,&quot;canvasType&quot;:&quot;FIGURE&quot;,&quot;units&quot;:&quot;in&quot;},&quot;parent&quot;:{&quot;parentId&quot;:&quot;3bc2fd54-760a-4627-a012-49dbee8ad38a&quot;,&quot;type&quot;:&quot;DOCUMENT&quot;,&quot;order&quot;:&quot;5&quot;}},&quot;3bc2fd54-760a-4627-a012-49dbee8ad38a&quot;:{&quot;id&quot;:&quot;3bc2fd54-760a-4627-a012-49dbee8ad38a&quot;,&quot;type&quot;:&quot;FIGURE_OBJECT&quot;,&quot;document&quot;:{&quot;type&quot;:&quot;DOCUMENT_GROUP&quot;,&quot;canvasType&quot;:&quot;FIGURE&quot;,&quot;units&quot;:&quot;in&quot;}}}}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8e1f27febf34f9c5f9434b"/>
  <p:tag name="FIGURESLIDEID" val="c55718e3-1bd3-4489-b779-dbab48095621"/>
  <p:tag name="SELECTIONIDS" val="da179ca9-6893-40cf-b3bb-8e51c2e0e3fe"/>
  <p:tag name="TRANSPARENTBACKGROUND" val="true"/>
  <p:tag name="VERSION" val="1770922276272"/>
  <p:tag name="TITLE" val="Genomics_lab5"/>
  <p:tag name="CREATORNAME" val="Tingkuan Chu"/>
  <p:tag name="DATEINSERTED" val="1770922276607"/>
  <p:tag name="DPI" val="300"/>
  <p:tag name="BIOJSON" val="{&quot;id&quot;:&quot;3bc2fd54-760a-4627-a012-49dbee8ad38a&quot;,&quot;objects&quot;:{&quot;da179ca9-6893-40cf-b3bb-8e51c2e0e3fe&quot;:{&quot;type&quot;:&quot;FIGURE_OBJECT&quot;,&quot;id&quot;:&quot;da179ca9-6893-40cf-b3bb-8e51c2e0e3fe&quot;,&quot;relativeTransform&quot;:{&quot;translate&quot;:{&quot;x&quot;:-108.25199533126047,&quot;y&quot;:-94.6184972392485},&quot;rotate&quot;:1.5707963267948966,&quot;skewX&quot;:0,&quot;scale&quot;:{&quot;x&quot;:1,&quot;y&quot;:1}},&quot;opacity&quot;:1,&quot;path&quot;:{&quot;type&quot;:&quot;POLY_LINE&quot;,&quot;points&quot;:[{&quot;x&quot;:-74.51532272794226,&quot;y&quot;:37.91130454579518},{&quot;x&quot;:-74.51532272794226,&quot;y&quot;:-37.91130454579518},{&quot;x&quot;:74.51532272794226,&quot;y&quot;:-37.91130454579518}],&quot;closed&quot;:false,&quot;cornerRounding&quot;:{&quot;type&quot;:&quot;ARC_LENGTH&quot;,&quot;global&quot;:20.534806180875083}},&quot;pathStyles&quot;:[{&quot;type&quot;:&quot;FILL&quot;,&quot;fillStyle&quot;:&quot;rgba(0,0,0,0)&quot;},{&quot;type&quot;:&quot;STROKE&quot;,&quot;strokeStyle&quot;:&quot;#232323&quot;,&quot;lineWidth&quot;:2.6145727272962196,&quot;lineJoin&quot;:&quot;round&quot;}],&quot;pathMarkers&quot;:{&quot;markerEnd&quot;:{&quot;type&quot;:&quot;PATH&quot;,&quot;units&quot;:{&quot;type&quot;:&quot;STROKE_WIDTH&quot;,&quot;scale&quot;:1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isLocked&quot;:false,&quot;parent&quot;:{&quot;type&quot;:&quot;CHILD&quot;,&quot;parentId&quot;:&quot;c55718e3-1bd3-4489-b779-dbab48095621&quot;,&quot;order&quot;:&quot;99&quot;},&quot;connectorInfo&quot;:{&quot;type&quot;:&quot;ELBOW&quot;,&quot;offset&quot;:{&quot;x&quot;:0,&quot;y&quot;:0},&quot;bending&quot;:-0.1,&quot;customized&quot;:false}},&quot;c55718e3-1bd3-4489-b779-dbab48095621&quot;:{&quot;id&quot;:&quot;c55718e3-1bd3-4489-b779-dbab48095621&quot;,&quot;type&quot;:&quot;FIGURE_OBJECT&quot;,&quot;document&quot;:{&quot;type&quot;:&quot;FIGURE&quot;,&quot;canvasType&quot;:&quot;FIGURE&quot;,&quot;units&quot;:&quot;in&quot;},&quot;parent&quot;:{&quot;parentId&quot;:&quot;3bc2fd54-760a-4627-a012-49dbee8ad38a&quot;,&quot;type&quot;:&quot;DOCUMENT&quot;,&quot;order&quot;:&quot;5&quot;}},&quot;3bc2fd54-760a-4627-a012-49dbee8ad38a&quot;:{&quot;id&quot;:&quot;3bc2fd54-760a-4627-a012-49dbee8ad38a&quot;,&quot;type&quot;:&quot;FIGURE_OBJECT&quot;,&quot;document&quot;:{&quot;type&quot;:&quot;DOCUMENT_GROUP&quot;,&quot;canvasType&quot;:&quot;FIGURE&quot;,&quot;units&quot;:&quot;in&quot;}}}}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8e1f27febf34f9c5f9434b"/>
  <p:tag name="FIGURESLIDEID" val="c55718e3-1bd3-4489-b779-dbab48095621"/>
  <p:tag name="SELECTIONIDS" val="ca551212-e621-46a3-9202-b6d0418eed28"/>
  <p:tag name="TRANSPARENTBACKGROUND" val="true"/>
  <p:tag name="VERSION" val="1770922276272"/>
  <p:tag name="TITLE" val="Genomics_lab5"/>
  <p:tag name="CREATORNAME" val="Tingkuan Chu"/>
  <p:tag name="DATEINSERTED" val="1770922276607"/>
  <p:tag name="DPI" val="300"/>
  <p:tag name="BIOJSON" val="{&quot;id&quot;:&quot;3bc2fd54-760a-4627-a012-49dbee8ad38a&quot;,&quot;objects&quot;:{&quot;ca551212-e621-46a3-9202-b6d0418eed28&quot;:{&quot;type&quot;:&quot;FIGURE_OBJECT&quot;,&quot;id&quot;:&quot;ca551212-e621-46a3-9202-b6d0418eed28&quot;,&quot;relativeTransform&quot;:{&quot;translate&quot;:{&quot;x&quot;:282.11513594429846,&quot;y&quot;:-94.61868531431334},&quot;rotate&quot;:1.5707963267948966,&quot;skewX&quot;:0,&quot;scale&quot;:{&quot;x&quot;:1,&quot;y&quot;:1}},&quot;opacity&quot;:1,&quot;path&quot;:{&quot;type&quot;:&quot;POLY_LINE&quot;,&quot;points&quot;:[{&quot;x&quot;:-74.51532272794226,&quot;y&quot;:37.91130454579518},{&quot;x&quot;:-74.51532272794226,&quot;y&quot;:-37.91130454579518},{&quot;x&quot;:74.51532272794226,&quot;y&quot;:-37.91130454579518}],&quot;closed&quot;:false,&quot;cornerRounding&quot;:{&quot;type&quot;:&quot;ARC_LENGTH&quot;,&quot;global&quot;:20.534806180875083}},&quot;pathStyles&quot;:[{&quot;type&quot;:&quot;FILL&quot;,&quot;fillStyle&quot;:&quot;rgba(0,0,0,0)&quot;},{&quot;type&quot;:&quot;STROKE&quot;,&quot;strokeStyle&quot;:&quot;#232323&quot;,&quot;lineWidth&quot;:2.6145727272962196,&quot;lineJoin&quot;:&quot;round&quot;}],&quot;pathMarkers&quot;:{&quot;markerEnd&quot;:{&quot;type&quot;:&quot;PATH&quot;,&quot;units&quot;:{&quot;type&quot;:&quot;STROKE_WIDTH&quot;,&quot;scale&quot;:1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isLocked&quot;:false,&quot;parent&quot;:{&quot;type&quot;:&quot;CHILD&quot;,&quot;parentId&quot;:&quot;c55718e3-1bd3-4489-b779-dbab48095621&quot;,&quot;order&quot;:&quot;995&quot;},&quot;connectorInfo&quot;:{&quot;type&quot;:&quot;ELBOW&quot;,&quot;offset&quot;:{&quot;x&quot;:0,&quot;y&quot;:0},&quot;bending&quot;:-0.1,&quot;customized&quot;:false}},&quot;c55718e3-1bd3-4489-b779-dbab48095621&quot;:{&quot;id&quot;:&quot;c55718e3-1bd3-4489-b779-dbab48095621&quot;,&quot;type&quot;:&quot;FIGURE_OBJECT&quot;,&quot;document&quot;:{&quot;type&quot;:&quot;FIGURE&quot;,&quot;canvasType&quot;:&quot;FIGURE&quot;,&quot;units&quot;:&quot;in&quot;},&quot;parent&quot;:{&quot;parentId&quot;:&quot;3bc2fd54-760a-4627-a012-49dbee8ad38a&quot;,&quot;type&quot;:&quot;DOCUMENT&quot;,&quot;order&quot;:&quot;5&quot;}},&quot;3bc2fd54-760a-4627-a012-49dbee8ad38a&quot;:{&quot;id&quot;:&quot;3bc2fd54-760a-4627-a012-49dbee8ad38a&quot;,&quot;type&quot;:&quot;FIGURE_OBJECT&quot;,&quot;document&quot;:{&quot;type&quot;:&quot;DOCUMENT_GROUP&quot;,&quot;canvasType&quot;:&quot;FIGURE&quot;,&quot;units&quot;:&quot;in&quot;}}}}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8e1f27febf34f9c5f9434b"/>
  <p:tag name="FIGURESLIDEID" val="c55718e3-1bd3-4489-b779-dbab48095621"/>
  <p:tag name="SELECTIONIDS" val="0e99fadf-330e-46cd-a4af-889f103dd6ad"/>
  <p:tag name="TRANSPARENTBACKGROUND" val="true"/>
  <p:tag name="VERSION" val="1770922276272"/>
  <p:tag name="TITLE" val="Genomics_lab5"/>
  <p:tag name="CREATORNAME" val="Tingkuan Chu"/>
  <p:tag name="DATEINSERTED" val="1770922276607"/>
  <p:tag name="DPI" val="300"/>
  <p:tag name="BIOJSON" val="{&quot;id&quot;:&quot;3bc2fd54-760a-4627-a012-49dbee8ad38a&quot;,&quot;objects&quot;:{&quot;e139e5ae-7742-4f01-849b-e0e9c980d96b&quot;:{&quot;relativeTransform&quot;:{&quot;translate&quot;:{&quot;x&quot;:-486.4285651341377,&quot;y&quot;:-233.72341082418185},&quot;rotate&quot;:0},&quot;type&quot;:&quot;FIGURE_OBJECT&quot;,&quot;id&quot;:&quot;e139e5ae-7742-4f01-849b-e0e9c980d96b&quot;,&quot;name&quot;:&quot;Population (symbol)&quot;,&quot;displayName&quot;:&quot;Population (symbol)&quot;,&quot;source&quot;:{&quot;id&quot;:&quot;66fd5599e7add46e5e43b0e9&quot;,&quot;type&quot;:&quot;ASSETS&quot;},&quot;isPremium&quot;:false,&quot;parent&quot;:{&quot;type&quot;:&quot;CHILD&quot;,&quot;parentId&quot;:&quot;0e99fadf-330e-46cd-a4af-889f103dd6ad&quot;,&quot;order&quot;:&quot;2&quot;}},&quot;62879559-2995-4211-850a-7a0fe2a7c673&quot;:{&quot;id&quot;:&quot;62879559-2995-4211-850a-7a0fe2a7c673&quot;,&quot;type&quot;:&quot;FIGURE_OBJECT&quot;,&quot;parent&quot;:{&quot;type&quot;:&quot;CHILD&quot;,&quot;parentId&quot;:&quot;e139e5ae-7742-4f01-849b-e0e9c980d96b&quot;,&quot;order&quot;:&quot;6&quot;},&quot;relativeTransform&quot;:{&quot;translate&quot;:{&quot;x&quot;:0,&quot;y&quot;:0},&quot;rotate&quot;:0}},&quot;b42fdb2e-097d-4fd1-a6e4-2e3fad111d0f&quot;:{&quot;id&quot;:&quot;b42fdb2e-097d-4fd1-a6e4-2e3fad111d0f&quot;,&quot;type&quot;:&quot;FIGURE_OBJECT&quot;,&quot;document&quot;:{&quot;type&quot;:&quot;FIGURE&quot;,&quot;canvasType&quot;:&quot;FIGURE&quot;,&quot;units&quot;:&quot;in&quot;,&quot;title&quot;:&quot;&quot;},&quot;parent&quot;:{&quot;type&quot;:&quot;DOCUMENT&quot;,&quot;parentId&quot;:&quot;62879559-2995-4211-850a-7a0fe2a7c673&quot;,&quot;order&quot;:&quot;02&quot;},&quot;layout&quot;:{&quot;sizeRatio&quot;:{&quot;x&quot;:0.88,&quot;y&quot;:0.88},&quot;keepAspectRatio&quot;:false}},&quot;7a1caaca-d543-4daa-8695-e5a1b6131714&quot;:{&quot;relativeTransform&quot;:{&quot;translate&quot;:{&quot;x&quot;:79.3995129656009,&quot;y&quot;:-85.58835417909096},&quot;rotate&quot;:-1.4238535355851144e-16},&quot;type&quot;:&quot;FIGURE_OBJECT&quot;,&quot;id&quot;:&quot;7a1caaca-d543-4daa-8695-e5a1b6131714&quot;,&quot;name&quot;:&quot;25. Phospholipid monolayer brush (straight)&quot;,&quot;displayName&quot;:&quot;Phospholipid monolayer brush (straight)&quot;,&quot;opacity&quot;:0.7,&quot;source&quot;:{&quot;id&quot;:&quot;5e75574852bb9000abea623e&quot;,&quot;type&quot;:&quot;ASSETS&quot;},&quot;path&quot;:{&quot;type&quot;:&quot;POLY_LINE&quot;,&quot;points&quot;:[{&quot;x&quot;:95.27993715244361,&quot;y&quot;:0},{&quot;x&quot;:-95.27993715244354,&quot;y&quot;:0}],&quot;closed&quot;:false},&quot;pathStyles&quot;:[{&quot;type&quot;:&quot;FILL&quot;,&quot;fillStyle&quot;:&quot;rgba(0,0,0,0)&quot;},{&quot;type&quot;:&quot;STROKE&quot;,&quot;strokeStyle&quot;:&quot;rgba(0,0,0,0)&quot;,&quot;lineWidth&quot;:47.59041446485092,&quot;lineJoin&quot;:&quot;round&quot;}],&quot;pathSmoothing&quot;:{&quot;type&quot;:&quot;CATMULL_SMOOTHING&quot;,&quot;smoothing&quot;:0.2},&quot;pathPattern&quot;:{&quot;type&quot;:&quot;ROW&quot;,&quot;patternId&quot;:&quot;9eba82b5-ffa8-4cfa-a915-db497484d7fc&quot;,&quot;patternTransform&quot;:{&quot;translate&quot;:{&quot;x&quot;:-0.0007260766359839109,&quot;y&quot;:0.5},&quot;rotate&quot;:3.141592653589793,&quot;skewX&quot;:0,&quot;scale&quot;:{&quot;x&quot;:-0.0033003300330033004,&quot;y&quot;:0.0033003300330033004}},&quot;xUnits&quot;:&quot;STROKE_WIDTH&quot;,&quot;yUnits&quot;:&quot;STROKE_WIDTH&quot;,&quot;bending&quot;:true,&quot;repeat&quot;:{&quot;distance&quot;:0.35313531353135313,&quot;align&quot;:&quot;CENTER&quot;},&quot;isPremium&quot;:false},&quot;isLocked&quot;:false,&quot;parent&quot;:{&quot;type&quot;:&quot;CHILD&quot;,&quot;parentId&quot;:&quot;b42fdb2e-097d-4fd1-a6e4-2e3fad111d0f&quot;,&quot;order&quot;:&quot;9702&quot;},&quot;isPremium&quot;:false},&quot;72984f0d-8993-4b5d-b70a-48c6aafa7553&quot;:{&quot;relativeTransform&quot;:{&quot;translate&quot;:{&quot;x&quot;:79.39946054192781,&quot;y&quot;:-37.594242782350854},&quot;rotate&quot;:3.141592653589793},&quot;type&quot;:&quot;FIGURE_OBJECT&quot;,&quot;id&quot;:&quot;72984f0d-8993-4b5d-b70a-48c6aafa7553&quot;,&quot;name&quot;:&quot;25. Phospholipid monolayer brush (straight)&quot;,&quot;displayName&quot;:&quot;Phospholipid monolayer brush (straight)&quot;,&quot;opacity&quot;:0.7,&quot;source&quot;:{&quot;id&quot;:&quot;5e75574852bb9000abea623e&quot;,&quot;type&quot;:&quot;ASSETS&quot;},&quot;path&quot;:{&quot;type&quot;:&quot;POLY_LINE&quot;,&quot;points&quot;:[{&quot;x&quot;:-95.2802317335919,&quot;y&quot;:0},{&quot;x&quot;:95.28023173359188,&quot;y&quot;:0}],&quot;closed&quot;:false},&quot;pathStyles&quot;:[{&quot;type&quot;:&quot;FILL&quot;,&quot;fillStyle&quot;:&quot;rgba(0,0,0,0)&quot;},{&quot;type&quot;:&quot;STROKE&quot;,&quot;strokeStyle&quot;:&quot;rgba(0,0,0,0)&quot;,&quot;lineWidth&quot;:47.59041446485092,&quot;lineJoin&quot;:&quot;round&quot;}],&quot;pathSmoothing&quot;:{&quot;type&quot;:&quot;CATMULL_SMOOTHING&quot;,&quot;smoothing&quot;:0.2},&quot;pathPattern&quot;:{&quot;type&quot;:&quot;ROW&quot;,&quot;patternId&quot;:&quot;720db4f8-3f86-4d2d-899e-3fa17de25444&quot;,&quot;patternTransform&quot;:{&quot;translate&quot;:{&quot;x&quot;:-0.0007260766359839109,&quot;y&quot;:-0.5},&quot;rotate&quot;:1.2246467991473532e-16,&quot;skewX&quot;:0,&quot;scale&quot;:{&quot;x&quot;:0.0033003300330033004,&quot;y&quot;:0.0033003300330033004}},&quot;xUnits&quot;:&quot;STROKE_WIDTH&quot;,&quot;yUnits&quot;:&quot;STROKE_WIDTH&quot;,&quot;bending&quot;:true,&quot;repeat&quot;:{&quot;distance&quot;:0.35313531353135313,&quot;align&quot;:&quot;CENTER&quot;},&quot;isPremium&quot;:false},&quot;isLocked&quot;:false,&quot;parent&quot;:{&quot;type&quot;:&quot;CHILD&quot;,&quot;parentId&quot;:&quot;b42fdb2e-097d-4fd1-a6e4-2e3fad111d0f&quot;,&quot;order&quot;:&quot;976&quot;},&quot;isPremium&quot;:false},&quot;98e5e7a0-1533-489b-8231-88b8c0d95444&quot;:{&quot;type&quot;:&quot;FIGURE_OBJECT&quot;,&quot;id&quot;:&quot;98e5e7a0-1533-489b-8231-88b8c0d95444&quot;,&quot;relativeTransform&quot;:{&quot;translate&quot;:{&quot;x&quot;:244.57372092554664,&quot;y&quot;:58.01349516864328},&quot;rotate&quot;:3.141592653589793,&quot;skewX&quot;:0,&quot;scale&quot;:{&quot;x&quot;:1,&quot;y&quot;:1}},&quot;opacity&quot;:1,&quot;path&quot;:{&quot;type&quot;:&quot;POLY_LINE&quot;,&quot;points&quot;:[{&quot;x&quot;:0,&quot;y&quot;:-213.286759732551},{&quot;x&quot;:0,&quot;y&quot;:213.286759732551}],&quot;closed&quot;:false},&quot;pathStyles&quot;:[{&quot;type&quot;:&quot;FILL&quot;,&quot;fillStyle&quot;:&quot;rgba(0,0,0,0)&quot;},{&quot;type&quot;:&quot;STROKE&quot;,&quot;strokeStyle&quot;:{&quot;units&quot;:&quot;PATH_LENGTH&quot;,&quot;stops&quot;:{&quot;0&quot;:&quot;#C0383000&quot;,&quot;1&quot;:&quot;#C03830&quot;,&quot;0.45&quot;:&quot;#C03830&quot;}},&quot;lineWidth&quot;:9.285714285714286,&quot;lineJoin&quot;:&quot;round&quot;}],&quot;pathMarkers&quot;:{&quot;markerEnd&quot;:{&quot;type&quot;:&quot;PATH&quot;,&quot;units&quot;:{&quot;type&quot;:&quot;STROKE_WIDTH&quot;,&quot;scale&quot;:0.6000000000000001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isLocked&quot;:false,&quot;parent&quot;:{&quot;type&quot;:&quot;CHILD&quot;,&quot;parentId&quot;:&quot;b42fdb2e-097d-4fd1-a6e4-2e3fad111d0f&quot;,&quot;order&quot;:&quot;999999999999999999999999999995&quot;},&quot;connectorInfo&quot;:{&quot;connectedObjects&quot;:[],&quot;type&quot;:&quot;LINE&quot;,&quot;offset&quot;:{&quot;x&quot;:0,&quot;y&quot;:0},&quot;bending&quot;:0.1,&quot;firstElementIsHead&quot;:true,&quot;customized&quot;:false}},&quot;5459ff13-48d0-4d20-a549-002c02e48f6b&quot;:{&quot;relativeTransform&quot;:{&quot;translate&quot;:{&quot;x&quot;:-335.42159355796076,&quot;y&quot;:-37.39780538062621},&quot;rotate&quot;:3.141592653589793},&quot;type&quot;:&quot;FIGURE_OBJECT&quot;,&quot;id&quot;:&quot;5459ff13-48d0-4d20-a549-002c02e48f6b&quot;,&quot;name&quot;:&quot;25. Phospholipid monolayer brush (straight)&quot;,&quot;displayName&quot;:&quot;Phospholipid monolayer brush (straight)&quot;,&quot;opacity&quot;:0.7,&quot;source&quot;:{&quot;id&quot;:&quot;5e75574852bb9000abea623e&quot;,&quot;type&quot;:&quot;ASSETS&quot;},&quot;path&quot;:{&quot;type&quot;:&quot;POLY_LINE&quot;,&quot;points&quot;:[{&quot;x&quot;:-184.8673515131971,&quot;y&quot;:0},{&quot;x&quot;:184.86735151319692,&quot;y&quot;:0}],&quot;closed&quot;:false},&quot;pathStyles&quot;:[{&quot;type&quot;:&quot;FILL&quot;,&quot;fillStyle&quot;:&quot;rgba(0,0,0,0)&quot;},{&quot;type&quot;:&quot;STROKE&quot;,&quot;strokeStyle&quot;:&quot;rgba(0,0,0,0)&quot;,&quot;lineWidth&quot;:47.5,&quot;lineJoin&quot;:&quot;round&quot;}],&quot;pathSmoothing&quot;:{&quot;type&quot;:&quot;CATMULL_SMOOTHING&quot;,&quot;smoothing&quot;:0.2},&quot;pathPattern&quot;:{&quot;type&quot;:&quot;ROW&quot;,&quot;patternId&quot;:&quot;6c18c2ce-4eb8-4c4f-8088-aba0bcde12ec&quot;,&quot;patternTransform&quot;:{&quot;translate&quot;:{&quot;x&quot;:-0.0007260766359839109,&quot;y&quot;:-0.5},&quot;rotate&quot;:0,&quot;skewX&quot;:0,&quot;scale&quot;:{&quot;x&quot;:0.0033003300330033004,&quot;y&quot;:0.0033003300330033004}},&quot;xUnits&quot;:&quot;STROKE_WIDTH&quot;,&quot;yUnits&quot;:&quot;STROKE_WIDTH&quot;,&quot;bending&quot;:true,&quot;repeat&quot;:{&quot;distance&quot;:0.35313531353135313,&quot;align&quot;:&quot;CENTER&quot;},&quot;isPremium&quot;:false},&quot;isLocked&quot;:false,&quot;parent&quot;:{&quot;type&quot;:&quot;CHILD&quot;,&quot;parentId&quot;:&quot;b42fdb2e-097d-4fd1-a6e4-2e3fad111d0f&quot;,&quot;order&quot;:&quot;992&quot;},&quot;isPremium&quot;:false},&quot;aea62ff3-77ca-4239-94cf-c93a068a0534&quot;:{&quot;relativeTransform&quot;:{&quot;translate&quot;:{&quot;x&quot;:-185.76108779341274,&quot;y&quot;:-86.19239582864287},&quot;rotate&quot;:0},&quot;type&quot;:&quot;FIGURE_OBJECT&quot;,&quot;id&quot;:&quot;aea62ff3-77ca-4239-94cf-c93a068a0534&quot;,&quot;name&quot;:&quot;25. Phospholipid monolayer brush (straight)&quot;,&quot;displayName&quot;:&quot;Phospholipid monolayer brush (straight)&quot;,&quot;opacity&quot;:0.7,&quot;source&quot;:{&quot;id&quot;:&quot;5e75574852bb9000abea623e&quot;,&quot;type&quot;:&quot;ASSETS&quot;},&quot;path&quot;:{&quot;type&quot;:&quot;POLY_LINE&quot;,&quot;points&quot;:[{&quot;x&quot;:-35.16153889782486,&quot;y&quot;:0},{&quot;x&quot;:35.16153889782485,&quot;y&quot;:0}],&quot;closed&quot;:false},&quot;pathStyles&quot;:[{&quot;type&quot;:&quot;FILL&quot;,&quot;fillStyle&quot;:&quot;rgba(0,0,0,0)&quot;},{&quot;type&quot;:&quot;STROKE&quot;,&quot;strokeStyle&quot;:&quot;rgba(0,0,0,0)&quot;,&quot;lineWidth&quot;:47.59041446485092,&quot;lineJoin&quot;:&quot;round&quot;}],&quot;pathSmoothing&quot;:{&quot;type&quot;:&quot;CATMULL_SMOOTHING&quot;,&quot;smoothing&quot;:0.2},&quot;pathPattern&quot;:{&quot;type&quot;:&quot;ROW&quot;,&quot;patternId&quot;:&quot;798864c0-59fc-4f91-9719-b209814e9fca&quot;,&quot;patternTransform&quot;:{&quot;translate&quot;:{&quot;x&quot;:-0.0007260766359839109,&quot;y&quot;:-0.5},&quot;rotate&quot;:0,&quot;skewX&quot;:0,&quot;scale&quot;:{&quot;x&quot;:0.0033003300330033004,&quot;y&quot;:0.0033003300330033004}},&quot;xUnits&quot;:&quot;STROKE_WIDTH&quot;,&quot;yUnits&quot;:&quot;STROKE_WIDTH&quot;,&quot;bending&quot;:true,&quot;repeat&quot;:{&quot;distance&quot;:0.35313531353135313,&quot;align&quot;:&quot;CENTER&quot;},&quot;isPremium&quot;:false},&quot;isLocked&quot;:false,&quot;parent&quot;:{&quot;type&quot;:&quot;CHILD&quot;,&quot;parentId&quot;:&quot;b42fdb2e-097d-4fd1-a6e4-2e3fad111d0f&quot;,&quot;order&quot;:&quot;993&quot;},&quot;isPremium&quot;:false},&quot;4cc2079c-e416-4454-b9c0-21ede204eae3&quot;:{&quot;type&quot;:&quot;FIGURE_OBJECT&quot;,&quot;id&quot;:&quot;4cc2079c-e416-4454-b9c0-21ede204eae3&quot;,&quot;parent&quot;:{&quot;type&quot;:&quot;CHILD&quot;,&quot;parentId&quot;:&quot;b42fdb2e-097d-4fd1-a6e4-2e3fad111d0f&quot;,&quot;order&quot;:&quot;979&quot;},&quot;relativeTransform&quot;:{&quot;translate&quot;:{&quot;x&quot;:231.71329576950342,&quot;y&quot;:-96.23620809729908},&quot;rotate&quot;:-2.4492935982947064e-16,&quot;skewX&quot;:0,&quot;scale&quot;:{&quot;x&quot;:1,&quot;y&quot;:1}},&quot;opacity&quot;:0.7},&quot;503a97d1-f664-43b2-b582-4905662349cf&quot;:{&quot;id&quot;:&quot;503a97d1-f664-43b2-b582-4905662349cf&quot;,&quot;name&quot;:&quot;Phospholipid&quot;,&quot;displayName&quot;:&quot;&quot;,&quot;type&quot;:&quot;FIGURE_OBJECT&quot;,&quot;relativeTransform&quot;:{&quot;translate&quot;:{&quot;x&quot;:-246.07561904779845,&quot;y&quot;:8.119848458266587},&quot;rotate&quot;:-0.5235987755982987,&quot;skewX&quot;:-3.828652487581629e-16,&quot;scale&quot;:{&quot;x&quot;:0.3561813446790644,&quot;y&quot;:0.35618134467906504}},&quot;image&quot;:{&quot;url&quot;:&quot;https://icons.biorender.com/biorender/617826643d98ef002970526b/phospholipid-1.png&quot;,&quot;fallbackUrl&quot;:&quot;https://res.cloudinary.com/dlcjuc3ej/image/upload/v1635264092/wmosfjddzfwpeepjvhyl.svg#/keystone/api/icons/617826643d98ef002970526b/phospholipid-1.svg#/keystone/api/icons/617826643d98ef002970526b/phospholipid-1.svg#/keystone/api/icons/617826643d98ef002970526b/phospholipid-1.svg&quot;,&quot;isPremium&quot;:false,&quot;size&quot;:{&quot;x&quot;:50,&quot;y&quot;:136.42857142857144}},&quot;source&quot;:{&quot;id&quot;:&quot;5b5f651905c0e0001425b49e&quot;,&quot;type&quot;:&quot;ASSETS&quot;},&quot;isPremium&quot;:false,&quot;parent&quot;:{&quot;type&quot;:&quot;CHILD&quot;,&quot;parentId&quot;:&quot;4cc2079c-e416-4454-b9c0-21ede204eae3&quot;,&quot;order&quot;:&quot;1&quot;}},&quot;30b68acb-b071-41db-90d3-202ed971c1fc&quot;:{&quot;id&quot;:&quot;30b68acb-b071-41db-90d3-202ed971c1fc&quot;,&quot;name&quot;:&quot;Phospholipid&quot;,&quot;displayName&quot;:&quot;&quot;,&quot;type&quot;:&quot;FIGURE_OBJECT&quot;,&quot;relativeTransform&quot;:{&quot;translate&quot;:{&quot;x&quot;:-256.36786564273757,&quot;y&quot;:17.821309151935615},&quot;rotate&quot;:-0.8138283475203955,&quot;skewX&quot;:-4.375602842950429e-16,&quot;scale&quot;:{&quot;x&quot;:0.3561813446790646,&quot;y&quot;:0.3561813446790649}},&quot;image&quot;:{&quot;url&quot;:&quot;https://icons.biorender.com/biorender/617826643d98ef002970526b/phospholipid-1.png&quot;,&quot;fallbackUrl&quot;:&quot;https://res.cloudinary.com/dlcjuc3ej/image/upload/v1635264092/wmosfjddzfwpeepjvhyl.svg#/keystone/api/icons/617826643d98ef002970526b/phospholipid-1.svg#/keystone/api/icons/617826643d98ef002970526b/phospholipid-1.svg#/keystone/api/icons/617826643d98ef002970526b/phospholipid-1.svg&quot;,&quot;isPremium&quot;:false,&quot;size&quot;:{&quot;x&quot;:50,&quot;y&quot;:136.42857142857144}},&quot;source&quot;:{&quot;id&quot;:&quot;5b5f651905c0e0001425b49e&quot;,&quot;type&quot;:&quot;ASSETS&quot;},&quot;isPremium&quot;:false,&quot;parent&quot;:{&quot;type&quot;:&quot;CHILD&quot;,&quot;parentId&quot;:&quot;4cc2079c-e416-4454-b9c0-21ede204eae3&quot;,&quot;order&quot;:&quot;2&quot;}},&quot;2505ca4c-0a29-460b-8f0c-4b2ee11791cc&quot;:{&quot;id&quot;:&quot;2505ca4c-0a29-460b-8f0c-4b2ee11791cc&quot;,&quot;name&quot;:&quot;Phospholipid&quot;,&quot;displayName&quot;:&quot;&quot;,&quot;type&quot;:&quot;FIGURE_OBJECT&quot;,&quot;relativeTransform&quot;:{&quot;translate&quot;:{&quot;x&quot;:-254.39201909286004,&quot;y&quot;:32.92344387409008},&quot;rotate&quot;:-1.8241152105141218,&quot;skewX&quot;:-1.2032907818113676e-15,&quot;scale&quot;:{&quot;x&quot;:0.35618134467906465,&quot;y&quot;:0.35618134467906504}},&quot;image&quot;:{&quot;url&quot;:&quot;https://icons.biorender.com/biorender/617826643d98ef002970526b/phospholipid-1.png&quot;,&quot;fallbackUrl&quot;:&quot;https://res.cloudinary.com/dlcjuc3ej/image/upload/v1635264092/wmosfjddzfwpeepjvhyl.svg#/keystone/api/icons/617826643d98ef002970526b/phospholipid-1.svg#/keystone/api/icons/617826643d98ef002970526b/phospholipid-1.svg#/keystone/api/icons/617826643d98ef002970526b/phospholipid-1.svg&quot;,&quot;isPremium&quot;:false,&quot;size&quot;:{&quot;x&quot;:50,&quot;y&quot;:136.42857142857144}},&quot;source&quot;:{&quot;id&quot;:&quot;5b5f651905c0e0001425b49e&quot;,&quot;type&quot;:&quot;ASSETS&quot;},&quot;isPremium&quot;:false,&quot;parent&quot;:{&quot;type&quot;:&quot;CHILD&quot;,&quot;parentId&quot;:&quot;4cc2079c-e416-4454-b9c0-21ede204eae3&quot;,&quot;order&quot;:&quot;5&quot;}},&quot;6985e665-e7f2-4556-84da-8731c2b6d1a4&quot;:{&quot;id&quot;:&quot;6985e665-e7f2-4556-84da-8731c2b6d1a4&quot;,&quot;name&quot;:&quot;Phospholipid&quot;,&quot;displayName&quot;:&quot;&quot;,&quot;type&quot;:&quot;FIGURE_OBJECT&quot;,&quot;relativeTransform&quot;:{&quot;translate&quot;:{&quot;x&quot;:-264.6089196480107,&quot;y&quot;:51.25035054010824},&quot;rotate&quot;:-1.8479780835651505,&quot;skewX&quot;:-9.29815604126967e-16,&quot;scale&quot;:{&quot;x&quot;:0.3561813446790644,&quot;y&quot;:0.3561813446790651}},&quot;image&quot;:{&quot;url&quot;:&quot;https://icons.biorender.com/biorender/617826643d98ef002970526b/phospholipid-1.png&quot;,&quot;fallbackUrl&quot;:&quot;https://res.cloudinary.com/dlcjuc3ej/image/upload/v1635264092/wmosfjddzfwpeepjvhyl.svg#/keystone/api/icons/617826643d98ef002970526b/phospholipid-1.svg#/keystone/api/icons/617826643d98ef002970526b/phospholipid-1.svg#/keystone/api/icons/617826643d98ef002970526b/phospholipid-1.svg&quot;,&quot;isPremium&quot;:false,&quot;size&quot;:{&quot;x&quot;:50,&quot;y&quot;:136.42857142857144}},&quot;source&quot;:{&quot;id&quot;:&quot;5b5f651905c0e0001425b49e&quot;,&quot;type&quot;:&quot;ASSETS&quot;},&quot;isPremium&quot;:false,&quot;parent&quot;:{&quot;type&quot;:&quot;CHILD&quot;,&quot;parentId&quot;:&quot;4cc2079c-e416-4454-b9c0-21ede204eae3&quot;,&quot;order&quot;:&quot;6&quot;}},&quot;2b009842-8939-4265-9100-a78894847747&quot;:{&quot;id&quot;:&quot;2b009842-8939-4265-9100-a78894847747&quot;,&quot;name&quot;:&quot;Phospholipid&quot;,&quot;displayName&quot;:&quot;&quot;,&quot;type&quot;:&quot;FIGURE_OBJECT&quot;,&quot;relativeTransform&quot;:{&quot;translate&quot;:{&quot;x&quot;:-252.45086054755146,&quot;y&quot;:59.10771103531121},&quot;rotate&quot;:-2.6179938779914944,&quot;skewX&quot;:-1.5861560305695312e-15,&quot;scale&quot;:{&quot;x&quot;:0.3561813446790645,&quot;y&quot;:0.3561813446790662}},&quot;image&quot;:{&quot;url&quot;:&quot;https://icons.biorender.com/biorender/617826643d98ef002970526b/phospholipid-1.png&quot;,&quot;fallbackUrl&quot;:&quot;https://res.cloudinary.com/dlcjuc3ej/image/upload/v1635264092/wmosfjddzfwpeepjvhyl.svg#/keystone/api/icons/617826643d98ef002970526b/phospholipid-1.svg#/keystone/api/icons/617826643d98ef002970526b/phospholipid-1.svg#/keystone/api/icons/617826643d98ef002970526b/phospholipid-1.svg&quot;,&quot;isPremium&quot;:false,&quot;size&quot;:{&quot;x&quot;:50,&quot;y&quot;:136.42857142857144}},&quot;source&quot;:{&quot;id&quot;:&quot;5b5f651905c0e0001425b49e&quot;,&quot;type&quot;:&quot;ASSETS&quot;},&quot;isPremium&quot;:false,&quot;parent&quot;:{&quot;type&quot;:&quot;CHILD&quot;,&quot;parentId&quot;:&quot;4cc2079c-e416-4454-b9c0-21ede204eae3&quot;,&quot;order&quot;:&quot;7&quot;}},&quot;5c5a3fc4-1f59-450c-a24d-5ae6c991b975&quot;:{&quot;relativeTransform&quot;:{&quot;translate&quot;:{&quot;x&quot;:428.8880211577887,&quot;y&quot;:-36.18326745472314},&quot;rotate&quot;:3.141592653589793,&quot;skewX&quot;:0,&quot;scale&quot;:{&quot;x&quot;:1,&quot;y&quot;:1}},&quot;type&quot;:&quot;FIGURE_OBJECT&quot;,&quot;id&quot;:&quot;5c5a3fc4-1f59-450c-a24d-5ae6c991b975&quot;,&quot;name&quot;:&quot;25. Phospholipid monolayer brush (straight)&quot;,&quot;displayName&quot;:&quot;Phospholipid monolayer brush (straight)&quot;,&quot;opacity&quot;:0.7,&quot;source&quot;:{&quot;id&quot;:&quot;5e75574852bb9000abea623e&quot;,&quot;type&quot;:&quot;ASSETS&quot;},&quot;path&quot;:{&quot;type&quot;:&quot;POLY_LINE&quot;,&quot;points&quot;:[{&quot;x&quot;:-111.19738982178563,&quot;y&quot;:0},{&quot;x&quot;:111.19738982178555,&quot;y&quot;:0}],&quot;closed&quot;:false},&quot;pathStyles&quot;:[{&quot;type&quot;:&quot;FILL&quot;,&quot;fillStyle&quot;:&quot;rgba(0,0,0,0)&quot;},{&quot;type&quot;:&quot;STROKE&quot;,&quot;strokeStyle&quot;:&quot;rgba(0,0,0,0)&quot;,&quot;lineWidth&quot;:47.59041446485092,&quot;lineJoin&quot;:&quot;round&quot;}],&quot;pathSmoothing&quot;:{&quot;type&quot;:&quot;CATMULL_SMOOTHING&quot;,&quot;smoothing&quot;:0.2},&quot;pathPattern&quot;:{&quot;type&quot;:&quot;ROW&quot;,&quot;patternId&quot;:&quot;fbbfbe4c-d942-45d6-87be-e1a21a355ddf&quot;,&quot;patternTransform&quot;:{&quot;translate&quot;:{&quot;x&quot;:-0.0007260766359839109,&quot;y&quot;:-0.5},&quot;rotate&quot;:0,&quot;skewX&quot;:0,&quot;scale&quot;:{&quot;x&quot;:0.0033003300330033004,&quot;y&quot;:0.0033003300330033004}},&quot;xUnits&quot;:&quot;STROKE_WIDTH&quot;,&quot;yUnits&quot;:&quot;STROKE_WIDTH&quot;,&quot;bending&quot;:true,&quot;repeat&quot;:{&quot;distance&quot;:0.35313531353135313,&quot;align&quot;:&quot;CENTER&quot;},&quot;isPremium&quot;:false},&quot;isLocked&quot;:false,&quot;parent&quot;:{&quot;type&quot;:&quot;CHILD&quot;,&quot;parentId&quot;:&quot;b42fdb2e-097d-4fd1-a6e4-2e3fad111d0f&quot;,&quot;order&quot;:&quot;999&quot;},&quot;isPremium&quot;:false},&quot;5d94e15b-d7b9-4c10-a8e1-a4f7999c4f62&quot;:{&quot;relativeTransform&quot;:{&quot;translate&quot;:{&quot;x&quot;:428.8286153124595,&quot;y&quot;:-83.54209709650056},&quot;rotate&quot;:0,&quot;skewX&quot;:0,&quot;scale&quot;:{&quot;x&quot;:1,&quot;y&quot;:1}},&quot;type&quot;:&quot;FIGURE_OBJECT&quot;,&quot;id&quot;:&quot;5d94e15b-d7b9-4c10-a8e1-a4f7999c4f62&quot;,&quot;name&quot;:&quot;25. Phospholipid monolayer brush (straight)&quot;,&quot;displayName&quot;:&quot;Phospholipid monolayer brush (straight)&quot;,&quot;opacity&quot;:0.7,&quot;source&quot;:{&quot;id&quot;:&quot;5e75574852bb9000abea623e&quot;,&quot;type&quot;:&quot;ASSETS&quot;},&quot;path&quot;:{&quot;type&quot;:&quot;POLY_LINE&quot;,&quot;points&quot;:[{&quot;x&quot;:111.13733285377164,&quot;y&quot;:0},{&quot;x&quot;:-111.13733285377155,&quot;y&quot;:0}],&quot;closed&quot;:false},&quot;pathStyles&quot;:[{&quot;type&quot;:&quot;FILL&quot;,&quot;fillStyle&quot;:&quot;rgba(0,0,0,0)&quot;},{&quot;type&quot;:&quot;STROKE&quot;,&quot;strokeStyle&quot;:&quot;rgba(0,0,0,0)&quot;,&quot;lineWidth&quot;:47.59041446485092,&quot;lineJoin&quot;:&quot;round&quot;}],&quot;pathSmoothing&quot;:{&quot;type&quot;:&quot;CATMULL_SMOOTHING&quot;,&quot;smoothing&quot;:0.2},&quot;pathPattern&quot;:{&quot;type&quot;:&quot;ROW&quot;,&quot;patternId&quot;:&quot;2898fa01-aadc-4cca-b15a-2e7c98819679&quot;,&quot;patternTransform&quot;:{&quot;translate&quot;:{&quot;x&quot;:-0.0007260766359839109,&quot;y&quot;:0.5},&quot;rotate&quot;:3.141592653589793,&quot;skewX&quot;:0,&quot;scale&quot;:{&quot;x&quot;:-0.0033003300330033004,&quot;y&quot;:0.0033003300330033004}},&quot;xUnits&quot;:&quot;STROKE_WIDTH&quot;,&quot;yUnits&quot;:&quot;STROKE_WIDTH&quot;,&quot;bending&quot;:true,&quot;repeat&quot;:{&quot;distance&quot;:0.35313531353135313,&quot;align&quot;:&quot;CENTER&quot;},&quot;isPremium&quot;:false},&quot;isLocked&quot;:false,&quot;parent&quot;:{&quot;type&quot;:&quot;CHILD&quot;,&quot;parentId&quot;:&quot;b42fdb2e-097d-4fd1-a6e4-2e3fad111d0f&quot;,&quot;order&quot;:&quot;9995&quot;},&quot;isPremium&quot;:false},&quot;b06d8475-a612-4865-b6dd-4f9465de05f8&quot;:{&quot;relativeTransform&quot;:{&quot;translate&quot;:{&quot;x&quot;:-51.255063656743886,&quot;y&quot;:209.39951442478238},&quot;rotate&quot;:0,&quot;skewX&quot;:0,&quot;scale&quot;:{&quot;x&quot;:1,&quot;y&quot;:1}},&quot;type&quot;:&quot;FIGURE_OBJECT&quot;,&quot;id&quot;:&quot;b06d8475-a612-4865-b6dd-4f9465de05f8&quot;,&quot;name&quot;:&quot;25. Phospholipid monolayer brush (straight)&quot;,&quot;displayName&quot;:&quot;Phospholipid monolayer brush (straight)&quot;,&quot;opacity&quot;:0.7,&quot;source&quot;:{&quot;id&quot;:&quot;5e75574852bb9000abea623e&quot;,&quot;type&quot;:&quot;ASSETS&quot;},&quot;path&quot;:{&quot;type&quot;:&quot;POLY_LINE&quot;,&quot;points&quot;:[{&quot;x&quot;:-43.59986091902922,&quot;y&quot;:0},{&quot;x&quot;:43.5998609190292,&quot;y&quot;:0}],&quot;closed&quot;:false},&quot;pathStyles&quot;:[{&quot;type&quot;:&quot;FILL&quot;,&quot;fillStyle&quot;:&quot;rgba(0,0,0,0)&quot;},{&quot;type&quot;:&quot;STROKE&quot;,&quot;strokeStyle&quot;:&quot;rgba(0,0,0,0)&quot;,&quot;lineWidth&quot;:47.59041446485092,&quot;lineJoin&quot;:&quot;round&quot;}],&quot;pathSmoothing&quot;:{&quot;type&quot;:&quot;CATMULL_SMOOTHING&quot;,&quot;smoothing&quot;:0.2},&quot;pathPattern&quot;:{&quot;type&quot;:&quot;ROW&quot;,&quot;patternId&quot;:&quot;b45dbc74-23aa-4f7c-952f-651766131353&quot;,&quot;patternTransform&quot;:{&quot;translate&quot;:{&quot;x&quot;:-0.0007260766359839109,&quot;y&quot;:-0.5},&quot;rotate&quot;:0,&quot;skewX&quot;:0,&quot;scale&quot;:{&quot;x&quot;:0.0033003300330033004,&quot;y&quot;:0.0033003300330033004}},&quot;xUnits&quot;:&quot;STROKE_WIDTH&quot;,&quot;yUnits&quot;:&quot;STROKE_WIDTH&quot;,&quot;bending&quot;:true,&quot;repeat&quot;:{&quot;distance&quot;:0.35313531353135313,&quot;align&quot;:&quot;CENTER&quot;},&quot;isPremium&quot;:false},&quot;isLocked&quot;:false,&quot;parent&quot;:{&quot;type&quot;:&quot;CHILD&quot;,&quot;parentId&quot;:&quot;b42fdb2e-097d-4fd1-a6e4-2e3fad111d0f&quot;,&quot;order&quot;:&quot;9996&quot;},&quot;isPremium&quot;:false},&quot;7e43440a-3ae7-4ab8-a65d-553cfd9a2029&quot;:{&quot;relativeTransform&quot;:{&quot;translate&quot;:{&quot;x&quot;:-170.28828609599915,&quot;y&quot;:256.9906906885522},&quot;rotate&quot;:3.141592653589793,&quot;skewX&quot;:0,&quot;scale&quot;:{&quot;x&quot;:1,&quot;y&quot;:1}},&quot;type&quot;:&quot;FIGURE_OBJECT&quot;,&quot;id&quot;:&quot;7e43440a-3ae7-4ab8-a65d-553cfd9a2029&quot;,&quot;name&quot;:&quot;25. Phospholipid monolayer brush (straight)&quot;,&quot;displayName&quot;:&quot;Phospholipid monolayer brush (straight)&quot;,&quot;opacity&quot;:0.7,&quot;source&quot;:{&quot;id&quot;:&quot;5e75574852bb9000abea623e&quot;,&quot;type&quot;:&quot;ASSETS&quot;},&quot;path&quot;:{&quot;type&quot;:&quot;POLY_LINE&quot;,&quot;points&quot;:[{&quot;x&quot;:349.95569606724195,&quot;y&quot;:0},{&quot;x&quot;:-349.9556960672419,&quot;y&quot;:0}],&quot;closed&quot;:false},&quot;pathStyles&quot;:[{&quot;type&quot;:&quot;FILL&quot;,&quot;fillStyle&quot;:&quot;rgba(0,0,0,0)&quot;},{&quot;type&quot;:&quot;STROKE&quot;,&quot;strokeStyle&quot;:&quot;rgba(0,0,0,0)&quot;,&quot;lineWidth&quot;:47.59041446485092,&quot;lineJoin&quot;:&quot;round&quot;}],&quot;pathSmoothing&quot;:{&quot;type&quot;:&quot;CATMULL_SMOOTHING&quot;,&quot;smoothing&quot;:0.2},&quot;pathPattern&quot;:{&quot;type&quot;:&quot;ROW&quot;,&quot;patternId&quot;:&quot;b7c1da55-d65a-4140-b1b3-63ed652f45c2&quot;,&quot;patternTransform&quot;:{&quot;translate&quot;:{&quot;x&quot;:-0.0007260766359839109,&quot;y&quot;:0.5},&quot;rotate&quot;:3.141592653589793,&quot;skewX&quot;:0,&quot;scale&quot;:{&quot;x&quot;:-0.0033003300330033004,&quot;y&quot;:0.0033003300330033004}},&quot;xUnits&quot;:&quot;STROKE_WIDTH&quot;,&quot;yUnits&quot;:&quot;STROKE_WIDTH&quot;,&quot;bending&quot;:true,&quot;repeat&quot;:{&quot;distance&quot;:0.35313531353135313,&quot;align&quot;:&quot;CENTER&quot;},&quot;isPremium&quot;:false},&quot;isLocked&quot;:false,&quot;parent&quot;:{&quot;type&quot;:&quot;CHILD&quot;,&quot;parentId&quot;:&quot;b42fdb2e-097d-4fd1-a6e4-2e3fad111d0f&quot;,&quot;order&quot;:&quot;99992&quot;},&quot;isPremium&quot;:false},&quot;1a05b283-0fd8-4b57-b403-3ca535f53fa7&quot;:{&quot;relativeTransform&quot;:{&quot;translate&quot;:{&quot;x&quot;:419.5443409347143,&quot;y&quot;:209.12576274559575},&quot;rotate&quot;:-1.176602859040085e-16,&quot;skewX&quot;:0,&quot;scale&quot;:{&quot;x&quot;:1,&quot;y&quot;:1}},&quot;type&quot;:&quot;FIGURE_OBJECT&quot;,&quot;id&quot;:&quot;1a05b283-0fd8-4b57-b403-3ca535f53fa7&quot;,&quot;name&quot;:&quot;25. Phospholipid monolayer brush (straight)&quot;,&quot;displayName&quot;:&quot;Phospholipid monolayer brush (straight)&quot;,&quot;opacity&quot;:0.7,&quot;source&quot;:{&quot;id&quot;:&quot;5e75574852bb9000abea623e&quot;,&quot;type&quot;:&quot;ASSETS&quot;},&quot;path&quot;:{&quot;type&quot;:&quot;POLY_LINE&quot;,&quot;points&quot;:[{&quot;x&quot;:123.01624151282155,&quot;y&quot;:0},{&quot;x&quot;:-123.01624151282148,&quot;y&quot;:0}],&quot;closed&quot;:false},&quot;pathStyles&quot;:[{&quot;type&quot;:&quot;FILL&quot;,&quot;fillStyle&quot;:&quot;rgba(0,0,0,0)&quot;},{&quot;type&quot;:&quot;STROKE&quot;,&quot;strokeStyle&quot;:&quot;rgba(0,0,0,0)&quot;,&quot;lineWidth&quot;:47.59041446485092,&quot;lineJoin&quot;:&quot;round&quot;}],&quot;pathSmoothing&quot;:{&quot;type&quot;:&quot;CATMULL_SMOOTHING&quot;,&quot;smoothing&quot;:0.2},&quot;pathPattern&quot;:{&quot;type&quot;:&quot;ROW&quot;,&quot;patternId&quot;:&quot;61ad2a6e-5ae8-4e78-b58d-c9195ec19c5a&quot;,&quot;patternTransform&quot;:{&quot;translate&quot;:{&quot;x&quot;:-0.0007260766359839109,&quot;y&quot;:0.5},&quot;rotate&quot;:3.141592653589793,&quot;skewX&quot;:0,&quot;scale&quot;:{&quot;x&quot;:-0.0033003300330033004,&quot;y&quot;:0.0033003300330033004}},&quot;xUnits&quot;:&quot;STROKE_WIDTH&quot;,&quot;yUnits&quot;:&quot;STROKE_WIDTH&quot;,&quot;bending&quot;:true,&quot;repeat&quot;:{&quot;distance&quot;:0.35313531353135313,&quot;align&quot;:&quot;CENTER&quot;},&quot;isPremium&quot;:false},&quot;isLocked&quot;:false,&quot;parent&quot;:{&quot;type&quot;:&quot;CHILD&quot;,&quot;parentId&quot;:&quot;b42fdb2e-097d-4fd1-a6e4-2e3fad111d0f&quot;,&quot;order&quot;:&quot;999975&quot;},&quot;isPremium&quot;:false},&quot;25dc5442-567d-4334-b68a-a32e1d22179a&quot;:{&quot;relativeTransform&quot;:{&quot;translate&quot;:{&quot;x&quot;:418.29250945726926,&quot;y&quot;:256.7182906641266},&quot;rotate&quot;:3.141592653589793,&quot;skewX&quot;:0,&quot;scale&quot;:{&quot;x&quot;:1,&quot;y&quot;:1}},&quot;type&quot;:&quot;FIGURE_OBJECT&quot;,&quot;id&quot;:&quot;25dc5442-567d-4334-b68a-a32e1d22179a&quot;,&quot;name&quot;:&quot;25. Phospholipid monolayer brush (straight)&quot;,&quot;displayName&quot;:&quot;Phospholipid monolayer brush (straight)&quot;,&quot;opacity&quot;:0.7,&quot;source&quot;:{&quot;id&quot;:&quot;5e75574852bb9000abea623e&quot;,&quot;type&quot;:&quot;ASSETS&quot;},&quot;path&quot;:{&quot;type&quot;:&quot;POLY_LINE&quot;,&quot;points&quot;:[{&quot;x&quot;:-124.7273644264118,&quot;y&quot;:0},{&quot;x&quot;:124.72736442641171,&quot;y&quot;:0}],&quot;closed&quot;:false},&quot;pathStyles&quot;:[{&quot;type&quot;:&quot;FILL&quot;,&quot;fillStyle&quot;:&quot;rgba(0,0,0,0)&quot;},{&quot;type&quot;:&quot;STROKE&quot;,&quot;strokeStyle&quot;:&quot;rgba(0,0,0,0)&quot;,&quot;lineWidth&quot;:47.59041446485092,&quot;lineJoin&quot;:&quot;round&quot;}],&quot;pathSmoothing&quot;:{&quot;type&quot;:&quot;CATMULL_SMOOTHING&quot;,&quot;smoothing&quot;:0.2},&quot;pathPattern&quot;:{&quot;type&quot;:&quot;ROW&quot;,&quot;patternId&quot;:&quot;af9c1654-e4e4-43fa-918e-a4a53504c358&quot;,&quot;patternTransform&quot;:{&quot;translate&quot;:{&quot;x&quot;:-0.0007260766359839109,&quot;y&quot;:-0.5},&quot;rotate&quot;:1.2246467991473532e-16,&quot;skewX&quot;:0,&quot;scale&quot;:{&quot;x&quot;:0.0033003300330033004,&quot;y&quot;:0.0033003300330033004}},&quot;xUnits&quot;:&quot;STROKE_WIDTH&quot;,&quot;yUnits&quot;:&quot;STROKE_WIDTH&quot;,&quot;bending&quot;:true,&quot;repeat&quot;:{&quot;distance&quot;:0.35313531353135313,&quot;align&quot;:&quot;CENTER&quot;},&quot;isPremium&quot;:false},&quot;isLocked&quot;:false,&quot;parent&quot;:{&quot;type&quot;:&quot;CHILD&quot;,&quot;parentId&quot;:&quot;b42fdb2e-097d-4fd1-a6e4-2e3fad111d0f&quot;,&quot;order&quot;:&quot;99999&quot;},&quot;isPremium&quot;:false},&quot;b0a5cfa3-822b-4fff-8261-411d50c28201&quot;:{&quot;type&quot;:&quot;FIGURE_OBJECT&quot;,&quot;id&quot;:&quot;b0a5cfa3-822b-4fff-8261-411d50c28201&quot;,&quot;parent&quot;:{&quot;type&quot;:&quot;CHILD&quot;,&quot;parentId&quot;:&quot;b42fdb2e-097d-4fd1-a6e4-2e3fad111d0f&quot;,&quot;order&quot;:&quot;999998&quot;},&quot;relativeTransform&quot;:{&quot;translate&quot;:{&quot;x&quot;:-397.45921034873135,&quot;y&quot;:-94.93823211968936},&quot;rotate&quot;:0,&quot;skewX&quot;:0,&quot;scale&quot;:{&quot;x&quot;:1,&quot;y&quot;:1}},&quot;opacity&quot;:0.7},&quot;99f8df9d-2075-4781-bdf1-2a2824d1e915&quot;:{&quot;id&quot;:&quot;99f8df9d-2075-4781-bdf1-2a2824d1e915&quot;,&quot;name&quot;:&quot;Phospholipid&quot;,&quot;displayName&quot;:&quot;&quot;,&quot;type&quot;:&quot;FIGURE_OBJECT&quot;,&quot;relativeTransform&quot;:{&quot;translate&quot;:{&quot;x&quot;:246.9970419541662,&quot;y&quot;:14.136251536921435},&quot;rotate&quot;:0.7571010947793217,&quot;skewX&quot;:-3.281702132212826e-16,&quot;scale&quot;:{&quot;x&quot;:-0.3561813446790643,&quot;y&quot;:0.35618134467906504}},&quot;image&quot;:{&quot;url&quot;:&quot;https://icons.biorender.com/biorender/617826643d98ef002970526b/phospholipid-1.png&quot;,&quot;fallbackUrl&quot;:&quot;https://res.cloudinary.com/dlcjuc3ej/image/upload/v1635264092/wmosfjddzfwpeepjvhyl.svg#/keystone/api/icons/617826643d98ef002970526b/phospholipid-1.svg#/keystone/api/icons/617826643d98ef002970526b/phospholipid-1.svg#/keystone/api/icons/617826643d98ef002970526b/phospholipid-1.svg&quot;,&quot;isPremium&quot;:false,&quot;size&quot;:{&quot;x&quot;:50,&quot;y&quot;:136.42857142857144}},&quot;source&quot;:{&quot;id&quot;:&quot;5b5f651905c0e0001425b49e&quot;,&quot;type&quot;:&quot;ASSETS&quot;},&quot;isPremium&quot;:false,&quot;parent&quot;:{&quot;type&quot;:&quot;CHILD&quot;,&quot;parentId&quot;:&quot;b0a5cfa3-822b-4fff-8261-411d50c28201&quot;,&quot;order&quot;:&quot;1&quot;}},&quot;9b146f67-a4c6-49b2-a1a3-7f68478f6b35&quot;:{&quot;id&quot;:&quot;9b146f67-a4c6-49b2-a1a3-7f68478f6b35&quot;,&quot;name&quot;:&quot;Phospholipid&quot;,&quot;displayName&quot;:&quot;&quot;,&quot;type&quot;:&quot;FIGURE_OBJECT&quot;,&quot;relativeTransform&quot;:{&quot;translate&quot;:{&quot;x&quot;:246.996348032244,&quot;y&quot;:28.878384028348464},&quot;rotate&quot;:1.0471975511965974,&quot;skewX&quot;:-6.563404264425644e-16,&quot;scale&quot;:{&quot;x&quot;:-0.3561813446790646,&quot;y&quot;:0.3561813446790649}},&quot;image&quot;:{&quot;url&quot;:&quot;https://icons.biorender.com/biorender/617826643d98ef002970526b/phospholipid-1.png&quot;,&quot;fallbackUrl&quot;:&quot;https://res.cloudinary.com/dlcjuc3ej/image/upload/v1635264092/wmosfjddzfwpeepjvhyl.svg#/keystone/api/icons/617826643d98ef002970526b/phospholipid-1.svg#/keystone/api/icons/617826643d98ef002970526b/phospholipid-1.svg#/keystone/api/icons/617826643d98ef002970526b/phospholipid-1.svg&quot;,&quot;isPremium&quot;:false,&quot;size&quot;:{&quot;x&quot;:50,&quot;y&quot;:136.42857142857144}},&quot;source&quot;:{&quot;id&quot;:&quot;5b5f651905c0e0001425b49e&quot;,&quot;type&quot;:&quot;ASSETS&quot;},&quot;isPremium&quot;:false,&quot;parent&quot;:{&quot;type&quot;:&quot;CHILD&quot;,&quot;parentId&quot;:&quot;b0a5cfa3-822b-4fff-8261-411d50c28201&quot;,&quot;order&quot;:&quot;2&quot;}},&quot;1cd4dc57-1c19-48a9-96ff-1c331e48cc16&quot;:{&quot;id&quot;:&quot;1cd4dc57-1c19-48a9-96ff-1c331e48cc16&quot;,&quot;name&quot;:&quot;Phospholipid&quot;,&quot;displayName&quot;:&quot;&quot;,&quot;type&quot;:&quot;FIGURE_OBJECT&quot;,&quot;relativeTransform&quot;:{&quot;translate&quot;:{&quot;x&quot;:261.6599794374341,&quot;y&quot;:38.451981312296596},&quot;rotate&quot;:1.1459663399952549,&quot;skewX&quot;:-6.563404264425644e-16,&quot;scale&quot;:{&quot;x&quot;:-0.3561813446790646,&quot;y&quot;:0.3561813446790649}},&quot;image&quot;:{&quot;url&quot;:&quot;https://icons.biorender.com/biorender/617826643d98ef002970526b/phospholipid-1.png&quot;,&quot;fallbackUrl&quot;:&quot;https://res.cloudinary.com/dlcjuc3ej/image/upload/v1635264092/wmosfjddzfwpeepjvhyl.svg#/keystone/api/icons/617826643d98ef002970526b/phospholipid-1.svg#/keystone/api/icons/617826643d98ef002970526b/phospholipid-1.svg#/keystone/api/icons/617826643d98ef002970526b/phospholipid-1.svg&quot;,&quot;isPremium&quot;:false,&quot;size&quot;:{&quot;x&quot;:50,&quot;y&quot;:136.42857142857144}},&quot;source&quot;:{&quot;id&quot;:&quot;5b5f651905c0e0001425b49e&quot;,&quot;type&quot;:&quot;ASSETS&quot;},&quot;isPremium&quot;:false,&quot;parent&quot;:{&quot;type&quot;:&quot;CHILD&quot;,&quot;parentId&quot;:&quot;b0a5cfa3-822b-4fff-8261-411d50c28201&quot;,&quot;order&quot;:&quot;5&quot;}},&quot;fc6442b1-1d46-4611-9ac7-079e1ca4a993&quot;:{&quot;id&quot;:&quot;fc6442b1-1d46-4611-9ac7-079e1ca4a993&quot;,&quot;name&quot;:&quot;Phospholipid&quot;,&quot;displayName&quot;:&quot;&quot;,&quot;type&quot;:&quot;FIGURE_OBJECT&quot;,&quot;relativeTransform&quot;:{&quot;translate&quot;:{&quot;x&quot;:261.3460936629881,&quot;y&quot;:51.69750472737273},&quot;rotate&quot;:2.094395102393195,&quot;skewX&quot;:-8.751205685900866e-16,&quot;scale&quot;:{&quot;x&quot;:-0.3561813446790644,&quot;y&quot;:0.35618134467906504}},&quot;image&quot;:{&quot;url&quot;:&quot;https://icons.biorender.com/biorender/617826643d98ef002970526b/phospholipid-1.png&quot;,&quot;fallbackUrl&quot;:&quot;https://res.cloudinary.com/dlcjuc3ej/image/upload/v1635264092/wmosfjddzfwpeepjvhyl.svg#/keystone/api/icons/617826643d98ef002970526b/phospholipid-1.svg#/keystone/api/icons/617826643d98ef002970526b/phospholipid-1.svg#/keystone/api/icons/617826643d98ef002970526b/phospholipid-1.svg&quot;,&quot;isPremium&quot;:false,&quot;size&quot;:{&quot;x&quot;:50,&quot;y&quot;:136.42857142857144}},&quot;source&quot;:{&quot;id&quot;:&quot;5b5f651905c0e0001425b49e&quot;,&quot;type&quot;:&quot;ASSETS&quot;},&quot;isPremium&quot;:false,&quot;parent&quot;:{&quot;type&quot;:&quot;CHILD&quot;,&quot;parentId&quot;:&quot;b0a5cfa3-822b-4fff-8261-411d50c28201&quot;,&quot;order&quot;:&quot;6&quot;}},&quot;791998d3-b2e0-49de-b7ea-8b5e4cedbd86&quot;:{&quot;id&quot;:&quot;791998d3-b2e0-49de-b7ea-8b5e4cedbd86&quot;,&quot;name&quot;:&quot;Phospholipid&quot;,&quot;displayName&quot;:&quot;&quot;,&quot;type&quot;:&quot;FIGURE_OBJECT&quot;,&quot;relativeTransform&quot;:{&quot;translate&quot;:{&quot;x&quot;:246.99703456252885,&quot;y&quot;:55.882730863024115},&quot;rotate&quot;:2.4117369327175044,&quot;skewX&quot;:-1.640851066106412e-15,&quot;scale&quot;:{&quot;x&quot;:-0.3561813446790644,&quot;y&quot;:0.35618134467906626}},&quot;image&quot;:{&quot;url&quot;:&quot;https://icons.biorender.com/biorender/617826643d98ef002970526b/phospholipid-1.png&quot;,&quot;fallbackUrl&quot;:&quot;https://res.cloudinary.com/dlcjuc3ej/image/upload/v1635264092/wmosfjddzfwpeepjvhyl.svg#/keystone/api/icons/617826643d98ef002970526b/phospholipid-1.svg#/keystone/api/icons/617826643d98ef002970526b/phospholipid-1.svg#/keystone/api/icons/617826643d98ef002970526b/phospholipid-1.svg&quot;,&quot;isPremium&quot;:false,&quot;size&quot;:{&quot;x&quot;:50,&quot;y&quot;:136.42857142857144}},&quot;source&quot;:{&quot;id&quot;:&quot;5b5f651905c0e0001425b49e&quot;,&quot;type&quot;:&quot;ASSETS&quot;},&quot;isPremium&quot;:false,&quot;parent&quot;:{&quot;type&quot;:&quot;CHILD&quot;,&quot;parentId&quot;:&quot;b0a5cfa3-822b-4fff-8261-411d50c28201&quot;,&quot;order&quot;:&quot;7&quot;}},&quot;fce99250-d477-4923-804d-cde6f38dc4e7&quot;:{&quot;relativeTransform&quot;:{&quot;translate&quot;:{&quot;x&quot;:-583.9293611556462,&quot;y&quot;:-224.99432062268025},&quot;rotate&quot;:0,&quot;skewX&quot;:0,&quot;scale&quot;:{&quot;x&quot;:1,&quot;y&quot;:1}},&quot;type&quot;:&quot;FIGURE_OBJECT&quot;,&quot;id&quot;:&quot;fce99250-d477-4923-804d-cde6f38dc4e7&quot;,&quot;parent&quot;:{&quot;type&quot;:&quot;CHILD&quot;,&quot;parentId&quot;:&quot;b42fdb2e-097d-4fd1-a6e4-2e3fad111d0f&quot;,&quot;order&quot;:&quot;999999&quot;},&quot;name&quot;:&quot;Lipopolysaccharide (straight)&quot;,&quot;displayName&quot;:&quot;Lipopolysaccharide (straight)&quot;,&quot;source&quot;:{&quot;id&quot;:&quot;635c355f62307b37405737e2&quot;,&quot;type&quot;:&quot;ASSETS&quot;},&quot;isPremium&quot;:true},&quot;87e93ff0-5581-4c12-ada7-83e30f854341&quot;:{&quot;type&quot;:&quot;FIGURE_OBJECT&quot;,&quot;id&quot;:&quot;87e93ff0-5581-4c12-ada7-83e30f854341&quot;,&quot;relativeTransform&quot;:{&quot;translate&quot;:{&quot;x&quot;:137.00676675614795,&quot;y&quot;:88.06975177308465},&quot;rotate&quot;:0},&quot;opacity&quot;:1,&quot;path&quot;:{&quot;type&quot;:&quot;POLY_LINE&quot;,&quot;points&quot;:[{&quot;x&quot;:0,&quot;y&quot;:29.447229551397385},{&quot;x&quot;:0,&quot;y&quot;:-29.447229551397385}],&quot;closed&quot;:false},&quot;pathStyles&quot;:[{&quot;type&quot;:&quot;FILL&quot;,&quot;fillStyle&quot;:&quot;rgba(0,0,0,0)&quot;},{&quot;type&quot;:&quot;STROKE&quot;,&quot;strokeStyle&quot;:&quot;#232323&quot;,&quot;lineWidth&quot;:11.903598226047722,&quot;lineJoin&quot;:&quot;round&quot;}],&quot;isLocked&quot;:false,&quot;parent&quot;:{&quot;type&quot;:&quot;CHILD&quot;,&quot;parentId&quot;:&quot;fce99250-d477-4923-804d-cde6f38dc4e7&quot;,&quot;order&quot;:&quot;2&quot;},&quot;connectorInfo&quot;:{&quot;connectedObjects&quot;:[],&quot;type&quot;:&quot;LINE&quot;,&quot;offset&quot;:{&quot;x&quot;:0,&quot;y&quot;:0},&quot;bending&quot;:0.1,&quot;firstElementIsHead&quot;:true,&quot;customized&quot;:false},&quot;pathPattern&quot;:{&quot;type&quot;:&quot;ROW&quot;,&quot;patternId&quot;:&quot;ac0946bc-1f36-4d29-b882-46c7997a4314&quot;,&quot;patternTransform&quot;:{&quot;translate&quot;:{&quot;x&quot;:-0.08886199457583854,&quot;y&quot;:-0.5},&quot;rotate&quot;:0,&quot;skewX&quot;:0,&quot;scale&quot;:{&quot;x&quot;:0.03143665566768266,&quot;y&quot;:0.03143665566768266}},&quot;xUnits&quot;:&quot;STROKE_WIDTH&quot;,&quot;yUnits&quot;:&quot;STROKE_WIDTH&quot;,&quot;bending&quot;:true,&quot;repeat&quot;:{&quot;distance&quot;:0.909984296950143,&quot;align&quot;:&quot;LEFT&quot;},&quot;isPremium&quot;:false}},&quot;50ef5659-9ce9-4bc7-a51d-62174ad5edf9&quot;:{&quot;type&quot;:&quot;FIGURE_OBJECT&quot;,&quot;id&quot;:&quot;50ef5659-9ce9-4bc7-a51d-62174ad5edf9&quot;,&quot;relativeTransform&quot;:{&quot;translate&quot;:{&quot;x&quot;:153.7741850779542,&quot;y&quot;:82.01014179310054},&quot;rotate&quot;:1.0944463373381044,&quot;skewX&quot;:0,&quot;scale&quot;:{&quot;x&quot;:1,&quot;y&quot;:1}},&quot;opacity&quot;:1,&quot;path&quot;:{&quot;type&quot;:&quot;POLY_LINE&quot;,&quot;points&quot;:[{&quot;x&quot;:2.3367789004395808e-15,&quot;y&quot;:13.414527591562445},{&quot;x&quot;:-2.3367789004395808e-15,&quot;y&quot;:-13.414527591562445}],&quot;closed&quot;:false},&quot;pathStyles&quot;:[{&quot;type&quot;:&quot;FILL&quot;,&quot;fillStyle&quot;:&quot;rgba(0,0,0,0)&quot;},{&quot;type&quot;:&quot;STROKE&quot;,&quot;strokeStyle&quot;:&quot;#232323&quot;,&quot;lineWidth&quot;:11.903598226047722,&quot;lineJoin&quot;:&quot;round&quot;}],&quot;isLocked&quot;:false,&quot;parent&quot;:{&quot;type&quot;:&quot;CHILD&quot;,&quot;parentId&quot;:&quot;fce99250-d477-4923-804d-cde6f38dc4e7&quot;,&quot;order&quot;:&quot;5&quot;},&quot;connectorInfo&quot;:{&quot;connectedObjects&quot;:[],&quot;type&quot;:&quot;LINE&quot;,&quot;offset&quot;:{&quot;x&quot;:0,&quot;y&quot;:0},&quot;bending&quot;:0.1,&quot;firstElementIsHead&quot;:true,&quot;customized&quot;:false},&quot;pathPattern&quot;:{&quot;type&quot;:&quot;ROW&quot;,&quot;patternId&quot;:&quot;fc4b3413-8ed0-41ef-8243-211c7b670996&quot;,&quot;patternTransform&quot;:{&quot;translate&quot;:{&quot;x&quot;:-0.08886199457583854,&quot;y&quot;:-0.5},&quot;rotate&quot;:0,&quot;skewX&quot;:0,&quot;scale&quot;:{&quot;x&quot;:0.03143665566768266,&quot;y&quot;:0.03143665566768266}},&quot;xUnits&quot;:&quot;STROKE_WIDTH&quot;,&quot;yUnits&quot;:&quot;STROKE_WIDTH&quot;,&quot;bending&quot;:true,&quot;repeat&quot;:{&quot;distance&quot;:0.909984296950143,&quot;align&quot;:&quot;LEFT&quot;},&quot;isPremium&quot;:false}},&quot;299bb49c-ced6-4c81-affc-80cb72111a45&quot;:{&quot;id&quot;:&quot;299bb49c-ced6-4c81-affc-80cb72111a45&quot;,&quot;name&quot;:&quot;Lipid A (simple)&quot;,&quot;displayName&quot;:&quot;&quot;,&quot;type&quot;:&quot;FIGURE_OBJECT&quot;,&quot;relativeTransform&quot;:{&quot;translate&quot;:{&quot;x&quot;:148.2156645118397,&quot;y&quot;:140.2497059280045},&quot;rotate&quot;:0,&quot;skewX&quot;:0,&quot;scale&quot;:{&quot;x&quot;:0.7917489088283088,&quot;y&quot;:0.7917489088283085}},&quot;image&quot;:{&quot;url&quot;:&quot;https://icons.biorender.com/biorender/635c2f7592218900200fe0fa/lipid-a-simple.png&quot;,&quot;fallbackUrl&quot;:&quot;https://res.cloudinary.com/dlcjuc3ej/image/upload/v1666985842/a7srrm6mltfb8pxm2h2a.svg#/keystone/api/icons/635c2f7592218900200fe0fa/lipid-a-simple.svg#/keystone/api/icons/635c2f7592218900200fe0fa/lipid-a-simple.svg#/keystone/api/icons/635c2f7592218900200fe0fa/lipid-a-simple.svg&quot;,&quot;isPremium&quot;:false,&quot;size&quot;:{&quot;x&quot;:45,&quot;y&quot;:63.145161290322584}},&quot;source&quot;:{&quot;id&quot;:&quot;635c2f1192218900200fe0db&quot;,&quot;type&quot;:&quot;ASSETS&quot;},&quot;isPremium&quot;:false,&quot;parent&quot;:{&quot;type&quot;:&quot;CHILD&quot;,&quot;parentId&quot;:&quot;fce99250-d477-4923-804d-cde6f38dc4e7&quot;,&quot;order&quot;:&quot;25&quot;}},&quot;52e341b7-214f-409a-ba86-aeb577e137c7&quot;:{&quot;relativeTransform&quot;:{&quot;translate&quot;:{&quot;x&quot;:-483.0892313635083,&quot;y&quot;:-224.99432062268025},&quot;rotate&quot;:0,&quot;skewX&quot;:0,&quot;scale&quot;:{&quot;x&quot;:1,&quot;y&quot;:1}},&quot;type&quot;:&quot;FIGURE_OBJECT&quot;,&quot;id&quot;:&quot;52e341b7-214f-409a-ba86-aeb577e137c7&quot;,&quot;parent&quot;:{&quot;type&quot;:&quot;CHILD&quot;,&quot;parentId&quot;:&quot;b42fdb2e-097d-4fd1-a6e4-2e3fad111d0f&quot;,&quot;order&quot;:&quot;9999995&quot;},&quot;name&quot;:&quot;Lipopolysaccharide (straight)&quot;,&quot;displayName&quot;:&quot;Lipopolysaccharide (straight)&quot;,&quot;source&quot;:{&quot;id&quot;:&quot;635c355f62307b37405737e2&quot;,&quot;type&quot;:&quot;ASSETS&quot;},&quot;isPremium&quot;:true},&quot;f326f38f-a146-41b4-9b00-96f6729f00cd&quot;:{&quot;type&quot;:&quot;FIGURE_OBJECT&quot;,&quot;id&quot;:&quot;f326f38f-a146-41b4-9b00-96f6729f00cd&quot;,&quot;relativeTransform&quot;:{&quot;translate&quot;:{&quot;x&quot;:137.00676675614795,&quot;y&quot;:88.35039256986934},&quot;rotate&quot;:0},&quot;opacity&quot;:1,&quot;path&quot;:{&quot;type&quot;:&quot;POLY_LINE&quot;,&quot;points&quot;:[{&quot;x&quot;:0,&quot;y&quot;:29.16658875461269},{&quot;x&quot;:0,&quot;y&quot;:-29.16658875461269}],&quot;closed&quot;:false},&quot;pathStyles&quot;:[{&quot;type&quot;:&quot;FILL&quot;,&quot;fillStyle&quot;:&quot;rgba(0,0,0,0)&quot;},{&quot;type&quot;:&quot;STROKE&quot;,&quot;strokeStyle&quot;:&quot;#232323&quot;,&quot;lineWidth&quot;:11.903598226047722,&quot;lineJoin&quot;:&quot;round&quot;}],&quot;isLocked&quot;:false,&quot;parent&quot;:{&quot;type&quot;:&quot;CHILD&quot;,&quot;parentId&quot;:&quot;52e341b7-214f-409a-ba86-aeb577e137c7&quot;,&quot;order&quot;:&quot;2&quot;},&quot;connectorInfo&quot;:{&quot;connectedObjects&quot;:[],&quot;type&quot;:&quot;LINE&quot;,&quot;offset&quot;:{&quot;x&quot;:0,&quot;y&quot;:0},&quot;bending&quot;:0.1,&quot;firstElementIsHead&quot;:true,&quot;customized&quot;:false},&quot;pathPattern&quot;:{&quot;type&quot;:&quot;ROW&quot;,&quot;patternId&quot;:&quot;ee0717c4-bf65-4684-8672-79c3254f9f18&quot;,&quot;patternTransform&quot;:{&quot;translate&quot;:{&quot;x&quot;:-0.08886199457583854,&quot;y&quot;:-0.5},&quot;rotate&quot;:0,&quot;skewX&quot;:0,&quot;scale&quot;:{&quot;x&quot;:0.03143665566768266,&quot;y&quot;:0.03143665566768266}},&quot;xUnits&quot;:&quot;STROKE_WIDTH&quot;,&quot;yUnits&quot;:&quot;STROKE_WIDTH&quot;,&quot;bending&quot;:true,&quot;repeat&quot;:{&quot;distance&quot;:0.909984296950143,&quot;align&quot;:&quot;LEFT&quot;},&quot;isPremium&quot;:false}},&quot;e45aeb38-231f-45c7-8880-4d8a345c4cdf&quot;:{&quot;type&quot;:&quot;FIGURE_OBJECT&quot;,&quot;id&quot;:&quot;e45aeb38-231f-45c7-8880-4d8a345c4cdf&quot;,&quot;relativeTransform&quot;:{&quot;translate&quot;:{&quot;x&quot;:152.47144033377276,&quot;y&quot;:81.7968956583292},&quot;rotate&quot;:1.0944463373381044},&quot;opacity&quot;:1,&quot;path&quot;:{&quot;type&quot;:&quot;POLY_LINE&quot;,&quot;points&quot;:[{&quot;x&quot;:0,&quot;y&quot;:11.948586203078552},{&quot;x&quot;:0,&quot;y&quot;:-11.948586203078552}],&quot;closed&quot;:false},&quot;pathStyles&quot;:[{&quot;type&quot;:&quot;FILL&quot;,&quot;fillStyle&quot;:&quot;rgba(0,0,0,0)&quot;},{&quot;type&quot;:&quot;STROKE&quot;,&quot;strokeStyle&quot;:&quot;#232323&quot;,&quot;lineWidth&quot;:11.903598226047722,&quot;lineJoin&quot;:&quot;round&quot;}],&quot;isLocked&quot;:false,&quot;parent&quot;:{&quot;type&quot;:&quot;CHILD&quot;,&quot;parentId&quot;:&quot;52e341b7-214f-409a-ba86-aeb577e137c7&quot;,&quot;order&quot;:&quot;5&quot;},&quot;connectorInfo&quot;:{&quot;connectedObjects&quot;:[],&quot;type&quot;:&quot;LINE&quot;,&quot;offset&quot;:{&quot;x&quot;:0,&quot;y&quot;:0},&quot;bending&quot;:0.1,&quot;firstElementIsHead&quot;:true,&quot;customized&quot;:false},&quot;pathPattern&quot;:{&quot;type&quot;:&quot;ROW&quot;,&quot;patternId&quot;:&quot;014023e4-88cd-47ed-bd32-8322c658a7a2&quot;,&quot;patternTransform&quot;:{&quot;translate&quot;:{&quot;x&quot;:-0.08886199457583854,&quot;y&quot;:-0.5},&quot;rotate&quot;:0,&quot;skewX&quot;:0,&quot;scale&quot;:{&quot;x&quot;:0.03143665566768266,&quot;y&quot;:0.03143665566768266}},&quot;xUnits&quot;:&quot;STROKE_WIDTH&quot;,&quot;yUnits&quot;:&quot;STROKE_WIDTH&quot;,&quot;bending&quot;:true,&quot;repeat&quot;:{&quot;distance&quot;:0.909984296950143,&quot;align&quot;:&quot;LEFT&quot;},&quot;isPremium&quot;:false}},&quot;4cd755c6-e798-4c22-bf58-cc8173ccd91e&quot;:{&quot;id&quot;:&quot;4cd755c6-e798-4c22-bf58-cc8173ccd91e&quot;,&quot;name&quot;:&quot;Lipid A (simple)&quot;,&quot;displayName&quot;:&quot;&quot;,&quot;type&quot;:&quot;FIGURE_OBJECT&quot;,&quot;relativeTransform&quot;:{&quot;translate&quot;:{&quot;x&quot;:148.2156645118397,&quot;y&quot;:140.2497059280045},&quot;rotate&quot;:0,&quot;skewX&quot;:0,&quot;scale&quot;:{&quot;x&quot;:0.7917489088283088,&quot;y&quot;:0.7917489088283085}},&quot;image&quot;:{&quot;url&quot;:&quot;https://icons.biorender.com/biorender/635c2f7592218900200fe0fa/lipid-a-simple.png&quot;,&quot;fallbackUrl&quot;:&quot;https://res.cloudinary.com/dlcjuc3ej/image/upload/v1666985842/a7srrm6mltfb8pxm2h2a.svg#/keystone/api/icons/635c2f7592218900200fe0fa/lipid-a-simple.svg#/keystone/api/icons/635c2f7592218900200fe0fa/lipid-a-simple.svg#/keystone/api/icons/635c2f7592218900200fe0fa/lipid-a-simple.svg&quot;,&quot;isPremium&quot;:false,&quot;size&quot;:{&quot;x&quot;:45,&quot;y&quot;:63.145161290322584}},&quot;source&quot;:{&quot;id&quot;:&quot;635c2f1192218900200fe0db&quot;,&quot;type&quot;:&quot;ASSETS&quot;},&quot;isPremium&quot;:false,&quot;parent&quot;:{&quot;type&quot;:&quot;CHILD&quot;,&quot;parentId&quot;:&quot;52e341b7-214f-409a-ba86-aeb577e137c7&quot;,&quot;order&quot;:&quot;25&quot;}},&quot;ec4a5531-517b-480e-b514-eba7b6e6a2c5&quot;:{&quot;relativeTransform&quot;:{&quot;translate&quot;:{&quot;x&quot;:-311.00763254055556,&quot;y&quot;:-312.4439626180858},&quot;rotate&quot;:0.3973687208633765,&quot;skewX&quot;:0,&quot;scale&quot;:{&quot;x&quot;:1,&quot;y&quot;:1}},&quot;type&quot;:&quot;FIGURE_OBJECT&quot;,&quot;id&quot;:&quot;ec4a5531-517b-480e-b514-eba7b6e6a2c5&quot;,&quot;parent&quot;:{&quot;type&quot;:&quot;CHILD&quot;,&quot;parentId&quot;:&quot;b42fdb2e-097d-4fd1-a6e4-2e3fad111d0f&quot;,&quot;order&quot;:&quot;9999998&quot;},&quot;name&quot;:&quot;Lipopolysaccharide (straight)&quot;,&quot;displayName&quot;:&quot;Lipopolysaccharide (straight)&quot;,&quot;source&quot;:{&quot;id&quot;:&quot;635c355f62307b37405737e2&quot;,&quot;type&quot;:&quot;ASSETS&quot;},&quot;isPremium&quot;:true},&quot;9f7ab843-218a-4eb2-9a4f-1b737599503c&quot;:{&quot;type&quot;:&quot;FIGURE_OBJECT&quot;,&quot;id&quot;:&quot;9f7ab843-218a-4eb2-9a4f-1b737599503c&quot;,&quot;relativeTransform&quot;:{&quot;translate&quot;:{&quot;x&quot;:137.00676675614795,&quot;y&quot;:89.12537684733948},&quot;rotate&quot;:0},&quot;opacity&quot;:1,&quot;path&quot;:{&quot;type&quot;:&quot;POLY_LINE&quot;,&quot;points&quot;:[{&quot;x&quot;:0,&quot;y&quot;:28.391604477142568},{&quot;x&quot;:0,&quot;y&quot;:-28.391604477142568}],&quot;closed&quot;:false},&quot;pathStyles&quot;:[{&quot;type&quot;:&quot;FILL&quot;,&quot;fillStyle&quot;:&quot;rgba(0,0,0,0)&quot;},{&quot;type&quot;:&quot;STROKE&quot;,&quot;strokeStyle&quot;:&quot;#232323&quot;,&quot;lineWidth&quot;:11.903598226047722,&quot;lineJoin&quot;:&quot;round&quot;}],&quot;isLocked&quot;:false,&quot;parent&quot;:{&quot;type&quot;:&quot;CHILD&quot;,&quot;parentId&quot;:&quot;ec4a5531-517b-480e-b514-eba7b6e6a2c5&quot;,&quot;order&quot;:&quot;2&quot;},&quot;connectorInfo&quot;:{&quot;connectedObjects&quot;:[],&quot;type&quot;:&quot;LINE&quot;,&quot;offset&quot;:{&quot;x&quot;:0,&quot;y&quot;:0},&quot;bending&quot;:0.1,&quot;firstElementIsHead&quot;:true,&quot;customized&quot;:false},&quot;pathPattern&quot;:{&quot;type&quot;:&quot;ROW&quot;,&quot;patternId&quot;:&quot;2428209b-baf8-4dac-a5a1-1b5fbf064bb2&quot;,&quot;patternTransform&quot;:{&quot;translate&quot;:{&quot;x&quot;:-0.08886199457583854,&quot;y&quot;:-0.5},&quot;rotate&quot;:0,&quot;skewX&quot;:0,&quot;scale&quot;:{&quot;x&quot;:0.03143665566768266,&quot;y&quot;:0.03143665566768266}},&quot;xUnits&quot;:&quot;STROKE_WIDTH&quot;,&quot;yUnits&quot;:&quot;STROKE_WIDTH&quot;,&quot;bending&quot;:true,&quot;repeat&quot;:{&quot;distance&quot;:0.909984296950143,&quot;align&quot;:&quot;LEFT&quot;},&quot;isPremium&quot;:false}},&quot;f8e190a4-6145-496e-b51d-cbf492b24a1a&quot;:{&quot;type&quot;:&quot;FIGURE_OBJECT&quot;,&quot;id&quot;:&quot;f8e190a4-6145-496e-b51d-cbf492b24a1a&quot;,&quot;relativeTransform&quot;:{&quot;translate&quot;:{&quot;x&quot;:153.66252564416192,&quot;y&quot;:82.13510420302163},&quot;rotate&quot;:1.0944463373381044,&quot;skewX&quot;:0,&quot;scale&quot;:{&quot;x&quot;:1,&quot;y&quot;:1}},&quot;opacity&quot;:1,&quot;path&quot;:{&quot;type&quot;:&quot;POLY_LINE&quot;,&quot;points&quot;:[{&quot;x&quot;:1.1683894502197906e-15,&quot;y&quot;:13.440291561238958},{&quot;x&quot;:-1.1683894502197906e-15,&quot;y&quot;:-13.440291561238958}],&quot;closed&quot;:false},&quot;pathStyles&quot;:[{&quot;type&quot;:&quot;FILL&quot;,&quot;fillStyle&quot;:&quot;rgba(0,0,0,0)&quot;},{&quot;type&quot;:&quot;STROKE&quot;,&quot;strokeStyle&quot;:&quot;#232323&quot;,&quot;lineWidth&quot;:11.903598226047722,&quot;lineJoin&quot;:&quot;round&quot;}],&quot;isLocked&quot;:false,&quot;parent&quot;:{&quot;type&quot;:&quot;CHILD&quot;,&quot;parentId&quot;:&quot;ec4a5531-517b-480e-b514-eba7b6e6a2c5&quot;,&quot;order&quot;:&quot;5&quot;},&quot;connectorInfo&quot;:{&quot;connectedObjects&quot;:[],&quot;type&quot;:&quot;LINE&quot;,&quot;offset&quot;:{&quot;x&quot;:0,&quot;y&quot;:0},&quot;bending&quot;:0.1,&quot;firstElementIsHead&quot;:true,&quot;customized&quot;:false},&quot;pathPattern&quot;:{&quot;type&quot;:&quot;ROW&quot;,&quot;patternId&quot;:&quot;3c0a72ac-39a3-4f5e-ba7a-74b043dc44a4&quot;,&quot;patternTransform&quot;:{&quot;translate&quot;:{&quot;x&quot;:-0.08886199457583854,&quot;y&quot;:-0.5},&quot;rotate&quot;:0,&quot;skewX&quot;:0,&quot;scale&quot;:{&quot;x&quot;:0.03143665566768266,&quot;y&quot;:0.03143665566768266}},&quot;xUnits&quot;:&quot;STROKE_WIDTH&quot;,&quot;yUnits&quot;:&quot;STROKE_WIDTH&quot;,&quot;bending&quot;:true,&quot;repeat&quot;:{&quot;distance&quot;:0.909984296950143,&quot;align&quot;:&quot;LEFT&quot;},&quot;isPremium&quot;:false}},&quot;006cfa40-c460-4b3f-b7a5-64843333595b&quot;:{&quot;id&quot;:&quot;006cfa40-c460-4b3f-b7a5-64843333595b&quot;,&quot;name&quot;:&quot;Lipid A (simple)&quot;,&quot;displayName&quot;:&quot;&quot;,&quot;type&quot;:&quot;FIGURE_OBJECT&quot;,&quot;relativeTransform&quot;:{&quot;translate&quot;:{&quot;x&quot;:148.2156645118397,&quot;y&quot;:140.2497059280045},&quot;rotate&quot;:0,&quot;skewX&quot;:0,&quot;scale&quot;:{&quot;x&quot;:0.7917489088283088,&quot;y&quot;:0.7917489088283085}},&quot;image&quot;:{&quot;url&quot;:&quot;https://icons.biorender.com/biorender/635c2f7592218900200fe0fa/lipid-a-simple.png&quot;,&quot;fallbackUrl&quot;:&quot;https://res.cloudinary.com/dlcjuc3ej/image/upload/v1666985842/a7srrm6mltfb8pxm2h2a.svg#/keystone/api/icons/635c2f7592218900200fe0fa/lipid-a-simple.svg#/keystone/api/icons/635c2f7592218900200fe0fa/lipid-a-simple.svg#/keystone/api/icons/635c2f7592218900200fe0fa/lipid-a-simple.svg&quot;,&quot;isPremium&quot;:false,&quot;size&quot;:{&quot;x&quot;:45,&quot;y&quot;:63.145161290322584}},&quot;source&quot;:{&quot;id&quot;:&quot;635c2f1192218900200fe0db&quot;,&quot;type&quot;:&quot;ASSETS&quot;},&quot;isPremium&quot;:false,&quot;parent&quot;:{&quot;type&quot;:&quot;CHILD&quot;,&quot;parentId&quot;:&quot;ec4a5531-517b-480e-b514-eba7b6e6a2c5&quot;,&quot;order&quot;:&quot;25&quot;}},&quot;9cde8cd8-66d7-4ff5-bf08-bb25ea75b3fb&quot;:{&quot;relativeTransform&quot;:{&quot;translate&quot;:{&quot;x&quot;:-451.73644722725834,&quot;y&quot;:-86.19178072026918},&quot;rotate&quot;:0,&quot;skewX&quot;:0,&quot;scale&quot;:{&quot;x&quot;:1,&quot;y&quot;:1}},&quot;type&quot;:&quot;FIGURE_OBJECT&quot;,&quot;id&quot;:&quot;9cde8cd8-66d7-4ff5-bf08-bb25ea75b3fb&quot;,&quot;name&quot;:&quot;25. Phospholipid monolayer brush (straight)&quot;,&quot;displayName&quot;:&quot;Phospholipid monolayer brush (straight)&quot;,&quot;opacity&quot;:0.7,&quot;source&quot;:{&quot;id&quot;:&quot;5e75574852bb9000abea623e&quot;,&quot;type&quot;:&quot;ASSETS&quot;},&quot;path&quot;:{&quot;type&quot;:&quot;POLY_LINE&quot;,&quot;points&quot;:[{&quot;x&quot;:28.575985921787943,&quot;y&quot;:0},{&quot;x&quot;:105.4900551951644,&quot;y&quot;:0}],&quot;closed&quot;:false},&quot;pathStyles&quot;:[{&quot;type&quot;:&quot;FILL&quot;,&quot;fillStyle&quot;:&quot;rgba(0,0,0,0)&quot;},{&quot;type&quot;:&quot;STROKE&quot;,&quot;strokeStyle&quot;:&quot;rgba(0,0,0,0)&quot;,&quot;lineWidth&quot;:47.59041446485092,&quot;lineJoin&quot;:&quot;round&quot;}],&quot;pathSmoothing&quot;:{&quot;type&quot;:&quot;CATMULL_SMOOTHING&quot;,&quot;smoothing&quot;:0.2},&quot;pathPattern&quot;:{&quot;type&quot;:&quot;ROW&quot;,&quot;patternId&quot;:&quot;a273ccf5-4f62-4807-9ef3-0b6d40df1677&quot;,&quot;patternTransform&quot;:{&quot;translate&quot;:{&quot;x&quot;:-0.0007260766359839109,&quot;y&quot;:-0.5},&quot;rotate&quot;:0,&quot;skewX&quot;:0,&quot;scale&quot;:{&quot;x&quot;:0.0033003300330033004,&quot;y&quot;:0.0033003300330033004}},&quot;xUnits&quot;:&quot;STROKE_WIDTH&quot;,&quot;yUnits&quot;:&quot;STROKE_WIDTH&quot;,&quot;bending&quot;:true,&quot;repeat&quot;:{&quot;distance&quot;:0.35313531353135313,&quot;align&quot;:&quot;CENTER&quot;},&quot;isPremium&quot;:false},&quot;isLocked&quot;:false,&quot;parent&quot;:{&quot;type&quot;:&quot;CHILD&quot;,&quot;parentId&quot;:&quot;b42fdb2e-097d-4fd1-a6e4-2e3fad111d0f&quot;,&quot;order&quot;:&quot;9705&quot;},&quot;isPremium&quot;:false},&quot;5eb18c41-20e7-47be-ae9c-9765dc3f5085&quot;:{&quot;relativeTransform&quot;:{&quot;translate&quot;:{&quot;x&quot;:-284.55596966239256,&quot;y&quot;:-85.23736626352232},&quot;rotate&quot;:0,&quot;skewX&quot;:0,&quot;scale&quot;:{&quot;x&quot;:1,&quot;y&quot;:1}},&quot;type&quot;:&quot;FIGURE_OBJECT&quot;,&quot;id&quot;:&quot;5eb18c41-20e7-47be-ae9c-9765dc3f5085&quot;,&quot;name&quot;:&quot;25. Phospholipid monolayer brush (straight)&quot;,&quot;displayName&quot;:&quot;Phospholipid monolayer brush (straight)&quot;,&quot;opacity&quot;:0.7,&quot;source&quot;:{&quot;id&quot;:&quot;5e75574852bb9000abea623e&quot;,&quot;type&quot;:&quot;ASSETS&quot;},&quot;path&quot;:{&quot;type&quot;:&quot;POLY_LINE&quot;,&quot;points&quot;:[{&quot;x&quot;:-41.69230904901041,&quot;y&quot;:0},{&quot;x&quot;:41.69230904901038,&quot;y&quot;:0}],&quot;closed&quot;:false},&quot;pathStyles&quot;:[{&quot;type&quot;:&quot;FILL&quot;,&quot;fillStyle&quot;:&quot;rgba(0,0,0,0)&quot;},{&quot;type&quot;:&quot;STROKE&quot;,&quot;strokeStyle&quot;:&quot;rgba(0,0,0,0)&quot;,&quot;lineWidth&quot;:47.59041446485092,&quot;lineJoin&quot;:&quot;round&quot;}],&quot;pathSmoothing&quot;:{&quot;type&quot;:&quot;CATMULL_SMOOTHING&quot;,&quot;smoothing&quot;:0.2},&quot;pathPattern&quot;:{&quot;type&quot;:&quot;ROW&quot;,&quot;patternId&quot;:&quot;041fe53c-55d9-403b-b39a-6b6af01aef03&quot;,&quot;patternTransform&quot;:{&quot;translate&quot;:{&quot;x&quot;:-0.0007260766359839109,&quot;y&quot;:-0.5},&quot;rotate&quot;:0,&quot;skewX&quot;:0,&quot;scale&quot;:{&quot;x&quot;:0.0033003300330033004,&quot;y&quot;:0.0033003300330033004}},&quot;xUnits&quot;:&quot;STROKE_WIDTH&quot;,&quot;yUnits&quot;:&quot;STROKE_WIDTH&quot;,&quot;bending&quot;:true,&quot;repeat&quot;:{&quot;distance&quot;:0.35313531353135313,&quot;align&quot;:&quot;CENTER&quot;},&quot;isPremium&quot;:false},&quot;isLocked&quot;:false,&quot;parent&quot;:{&quot;type&quot;:&quot;CHILD&quot;,&quot;parentId&quot;:&quot;b42fdb2e-097d-4fd1-a6e4-2e3fad111d0f&quot;,&quot;order&quot;:&quot;971&quot;},&quot;isPremium&quot;:false},&quot;b66efd8b-39d2-45e9-a227-cd09c2823610&quot;:{&quot;relativeTransform&quot;:{&quot;translate&quot;:{&quot;x&quot;:-241.2185054144017,&quot;y&quot;:69.69064070674409},&quot;rotate&quot;:0,&quot;skewX&quot;:0,&quot;scale&quot;:{&quot;x&quot;:1,&quot;y&quot;:1}},&quot;type&quot;:&quot;FIGURE_OBJECT&quot;,&quot;id&quot;:&quot;b66efd8b-39d2-45e9-a227-cd09c2823610&quot;,&quot;parent&quot;:{&quot;type&quot;:&quot;CHILD&quot;,&quot;parentId&quot;:&quot;b42fdb2e-097d-4fd1-a6e4-2e3fad111d0f&quot;,&quot;order&quot;:&quot;9999999997&quot;},&quot;name&quot;:&quot;Lipopolysaccharide (straight)&quot;,&quot;displayName&quot;:&quot;Lipopolysaccharide (straight)&quot;,&quot;source&quot;:{&quot;id&quot;:&quot;635c355f62307b37405737e2&quot;,&quot;type&quot;:&quot;ASSETS&quot;},&quot;isPremium&quot;:true},&quot;c211d625-2228-4d97-89e8-e48078654a8f&quot;:{&quot;type&quot;:&quot;FIGURE_OBJECT&quot;,&quot;id&quot;:&quot;c211d625-2228-4d97-89e8-e48078654a8f&quot;,&quot;relativeTransform&quot;:{&quot;translate&quot;:{&quot;x&quot;:137.00676675614795,&quot;y&quot;:89.55214638103425},&quot;rotate&quot;:0},&quot;opacity&quot;:1,&quot;path&quot;:{&quot;type&quot;:&quot;POLY_LINE&quot;,&quot;points&quot;:[{&quot;x&quot;:0,&quot;y&quot;:27.964834943447787},{&quot;x&quot;:0,&quot;y&quot;:-27.964834943447787}],&quot;closed&quot;:false},&quot;pathStyles&quot;:[{&quot;type&quot;:&quot;FILL&quot;,&quot;fillStyle&quot;:&quot;rgba(0,0,0,0)&quot;},{&quot;type&quot;:&quot;STROKE&quot;,&quot;strokeStyle&quot;:&quot;#232323&quot;,&quot;lineWidth&quot;:11.903598226047722,&quot;lineJoin&quot;:&quot;round&quot;}],&quot;isLocked&quot;:false,&quot;parent&quot;:{&quot;type&quot;:&quot;CHILD&quot;,&quot;parentId&quot;:&quot;b66efd8b-39d2-45e9-a227-cd09c2823610&quot;,&quot;order&quot;:&quot;2&quot;},&quot;connectorInfo&quot;:{&quot;connectedObjects&quot;:[],&quot;type&quot;:&quot;LINE&quot;,&quot;offset&quot;:{&quot;x&quot;:0,&quot;y&quot;:0},&quot;bending&quot;:0.1,&quot;firstElementIsHead&quot;:true,&quot;customized&quot;:false},&quot;pathPattern&quot;:{&quot;type&quot;:&quot;ROW&quot;,&quot;patternId&quot;:&quot;1700fb3a-97aa-4678-9da1-6b7d05f522ec&quot;,&quot;patternTransform&quot;:{&quot;translate&quot;:{&quot;x&quot;:-0.08886199457583854,&quot;y&quot;:-0.5},&quot;rotate&quot;:1.2246467991473532e-16,&quot;skewX&quot;:0,&quot;scale&quot;:{&quot;x&quot;:0.03143665566768266,&quot;y&quot;:0.03143665566768266}},&quot;xUnits&quot;:&quot;STROKE_WIDTH&quot;,&quot;yUnits&quot;:&quot;STROKE_WIDTH&quot;,&quot;bending&quot;:true,&quot;repeat&quot;:{&quot;distance&quot;:0.909984296950143,&quot;align&quot;:&quot;LEFT&quot;},&quot;isPremium&quot;:false}},&quot;1fa1a386-d278-437f-a2ec-f68d6b036f5a&quot;:{&quot;type&quot;:&quot;FIGURE_OBJECT&quot;,&quot;id&quot;:&quot;1fa1a386-d278-437f-a2ec-f68d6b036f5a&quot;,&quot;relativeTransform&quot;:{&quot;translate&quot;:{&quot;x&quot;:153.7741850779542,&quot;y&quot;:81.67222217350542},&quot;rotate&quot;:1.0944463373381037,&quot;skewX&quot;:0,&quot;scale&quot;:{&quot;x&quot;:1,&quot;y&quot;:1}},&quot;opacity&quot;:1,&quot;path&quot;:{&quot;type&quot;:&quot;POLY_LINE&quot;,&quot;points&quot;:[{&quot;x&quot;:2.3367789004395808e-15,&quot;y&quot;:13.414527591562445},{&quot;x&quot;:-2.3367789004395808e-15,&quot;y&quot;:-13.414527591562445}],&quot;closed&quot;:false},&quot;pathStyles&quot;:[{&quot;type&quot;:&quot;FILL&quot;,&quot;fillStyle&quot;:&quot;rgba(0,0,0,0)&quot;},{&quot;type&quot;:&quot;STROKE&quot;,&quot;strokeStyle&quot;:&quot;#232323&quot;,&quot;lineWidth&quot;:11.903598226047722,&quot;lineJoin&quot;:&quot;round&quot;}],&quot;isLocked&quot;:false,&quot;parent&quot;:{&quot;type&quot;:&quot;CHILD&quot;,&quot;parentId&quot;:&quot;b66efd8b-39d2-45e9-a227-cd09c2823610&quot;,&quot;order&quot;:&quot;5&quot;},&quot;connectorInfo&quot;:{&quot;connectedObjects&quot;:[],&quot;type&quot;:&quot;LINE&quot;,&quot;offset&quot;:{&quot;x&quot;:0,&quot;y&quot;:0},&quot;bending&quot;:0.1,&quot;firstElementIsHead&quot;:true,&quot;customized&quot;:false},&quot;pathPattern&quot;:{&quot;type&quot;:&quot;ROW&quot;,&quot;patternId&quot;:&quot;91e77eaa-92bc-499b-895d-8beed640a273&quot;,&quot;patternTransform&quot;:{&quot;translate&quot;:{&quot;x&quot;:-0.08886199457583854,&quot;y&quot;:-0.5},&quot;rotate&quot;:1.2246467991473532e-16,&quot;skewX&quot;:0,&quot;scale&quot;:{&quot;x&quot;:0.03143665566768266,&quot;y&quot;:0.03143665566768266}},&quot;xUnits&quot;:&quot;STROKE_WIDTH&quot;,&quot;yUnits&quot;:&quot;STROKE_WIDTH&quot;,&quot;bending&quot;:true,&quot;repeat&quot;:{&quot;distance&quot;:0.909984296950143,&quot;align&quot;:&quot;LEFT&quot;},&quot;isPremium&quot;:false}},&quot;7726f7ce-b71c-4b93-8f03-4cfec675f9fb&quot;:{&quot;id&quot;:&quot;7726f7ce-b71c-4b93-8f03-4cfec675f9fb&quot;,&quot;name&quot;:&quot;Lipid A (simple)&quot;,&quot;displayName&quot;:&quot;&quot;,&quot;type&quot;:&quot;FIGURE_OBJECT&quot;,&quot;relativeTransform&quot;:{&quot;translate&quot;:{&quot;x&quot;:148.2156645118397,&quot;y&quot;:140.2497059280045},&quot;rotate&quot;:2.4492935982947064e-16,&quot;skewX&quot;:0,&quot;scale&quot;:{&quot;x&quot;:0.7917489088283088,&quot;y&quot;:0.7917489088283085}},&quot;image&quot;:{&quot;url&quot;:&quot;https://icons.biorender.com/biorender/635c2f7592218900200fe0fa/lipid-a-simple.png&quot;,&quot;fallbackUrl&quot;:&quot;https://res.cloudinary.com/dlcjuc3ej/image/upload/v1666985842/a7srrm6mltfb8pxm2h2a.svg#/keystone/api/icons/635c2f7592218900200fe0fa/lipid-a-simple.svg#/keystone/api/icons/635c2f7592218900200fe0fa/lipid-a-simple.svg#/keystone/api/icons/635c2f7592218900200fe0fa/lipid-a-simple.svg&quot;,&quot;isPremium&quot;:false,&quot;size&quot;:{&quot;x&quot;:45,&quot;y&quot;:63.145161290322584}},&quot;source&quot;:{&quot;id&quot;:&quot;635c2f1192218900200fe0db&quot;,&quot;type&quot;:&quot;ASSETS&quot;},&quot;isPremium&quot;:false,&quot;parent&quot;:{&quot;type&quot;:&quot;CHILD&quot;,&quot;parentId&quot;:&quot;b66efd8b-39d2-45e9-a227-cd09c2823610&quot;,&quot;order&quot;:&quot;25&quot;}},&quot;2e78ee90-9af9-4781-97e4-2af5d892e54e&quot;:{&quot;relativeTransform&quot;:{&quot;translate&quot;:{&quot;x&quot;:-159.38449856004095,&quot;y&quot;:66.5592371056961},&quot;rotate&quot;:-0.13502744491875354,&quot;skewX&quot;:-3.330669073875486e-16,&quot;scale&quot;:{&quot;x&quot;:0.9999999999999976,&quot;y&quot;:1.0000000000000038}},&quot;type&quot;:&quot;FIGURE_OBJECT&quot;,&quot;id&quot;:&quot;2e78ee90-9af9-4781-97e4-2af5d892e54e&quot;,&quot;parent&quot;:{&quot;type&quot;:&quot;CHILD&quot;,&quot;parentId&quot;:&quot;b42fdb2e-097d-4fd1-a6e4-2e3fad111d0f&quot;,&quot;order&quot;:&quot;99999999995&quot;},&quot;name&quot;:&quot;Lipopolysaccharide (straight)&quot;,&quot;displayName&quot;:&quot;Lipopolysaccharide (straight)&quot;,&quot;source&quot;:{&quot;id&quot;:&quot;635c355f62307b37405737e2&quot;,&quot;type&quot;:&quot;ASSETS&quot;},&quot;isPremium&quot;:true},&quot;aea83a7b-7725-4d57-954f-03bff225fe19&quot;:{&quot;type&quot;:&quot;FIGURE_OBJECT&quot;,&quot;id&quot;:&quot;aea83a7b-7725-4d57-954f-03bff225fe19&quot;,&quot;relativeTransform&quot;:{&quot;translate&quot;:{&quot;x&quot;:137.00676675614795,&quot;y&quot;:89.55214638103425},&quot;rotate&quot;:0},&quot;opacity&quot;:1,&quot;path&quot;:{&quot;type&quot;:&quot;POLY_LINE&quot;,&quot;points&quot;:[{&quot;x&quot;:0,&quot;y&quot;:27.964834943447787},{&quot;x&quot;:0,&quot;y&quot;:-27.964834943447787}],&quot;closed&quot;:false},&quot;pathStyles&quot;:[{&quot;type&quot;:&quot;FILL&quot;,&quot;fillStyle&quot;:&quot;rgba(0,0,0,0)&quot;},{&quot;type&quot;:&quot;STROKE&quot;,&quot;strokeStyle&quot;:&quot;#232323&quot;,&quot;lineWidth&quot;:11.903598226047722,&quot;lineJoin&quot;:&quot;round&quot;}],&quot;isLocked&quot;:false,&quot;parent&quot;:{&quot;type&quot;:&quot;CHILD&quot;,&quot;parentId&quot;:&quot;2e78ee90-9af9-4781-97e4-2af5d892e54e&quot;,&quot;order&quot;:&quot;2&quot;},&quot;connectorInfo&quot;:{&quot;connectedObjects&quot;:[],&quot;type&quot;:&quot;LINE&quot;,&quot;offset&quot;:{&quot;x&quot;:0,&quot;y&quot;:0},&quot;bending&quot;:0.1,&quot;firstElementIsHead&quot;:true,&quot;customized&quot;:false},&quot;pathPattern&quot;:{&quot;type&quot;:&quot;ROW&quot;,&quot;patternId&quot;:&quot;99c1a1bf-88e3-4327-ade3-16a3eea8f13e&quot;,&quot;patternTransform&quot;:{&quot;translate&quot;:{&quot;x&quot;:-0.08886199457583854,&quot;y&quot;:-0.5},&quot;rotate&quot;:1.2246467991473532e-16,&quot;skewX&quot;:0,&quot;scale&quot;:{&quot;x&quot;:0.03143665566768266,&quot;y&quot;:0.03143665566768266}},&quot;xUnits&quot;:&quot;STROKE_WIDTH&quot;,&quot;yUnits&quot;:&quot;STROKE_WIDTH&quot;,&quot;bending&quot;:true,&quot;repeat&quot;:{&quot;distance&quot;:0.909984296950143,&quot;align&quot;:&quot;LEFT&quot;},&quot;isPremium&quot;:false}},&quot;344eb80e-e0a2-4018-ade6-eb54d944bb1c&quot;:{&quot;type&quot;:&quot;FIGURE_OBJECT&quot;,&quot;id&quot;:&quot;344eb80e-e0a2-4018-ade6-eb54d944bb1c&quot;,&quot;relativeTransform&quot;:{&quot;translate&quot;:{&quot;x&quot;:153.7741850779542,&quot;y&quot;:81.67222217350542},&quot;rotate&quot;:1.0944463373381037,&quot;skewX&quot;:0,&quot;scale&quot;:{&quot;x&quot;:1,&quot;y&quot;:1}},&quot;opacity&quot;:1,&quot;path&quot;:{&quot;type&quot;:&quot;POLY_LINE&quot;,&quot;points&quot;:[{&quot;x&quot;:2.3367789004395808e-15,&quot;y&quot;:13.414527591562445},{&quot;x&quot;:-2.3367789004395808e-15,&quot;y&quot;:-13.414527591562445}],&quot;closed&quot;:false},&quot;pathStyles&quot;:[{&quot;type&quot;:&quot;FILL&quot;,&quot;fillStyle&quot;:&quot;rgba(0,0,0,0)&quot;},{&quot;type&quot;:&quot;STROKE&quot;,&quot;strokeStyle&quot;:&quot;#232323&quot;,&quot;lineWidth&quot;:11.903598226047722,&quot;lineJoin&quot;:&quot;round&quot;}],&quot;isLocked&quot;:false,&quot;parent&quot;:{&quot;type&quot;:&quot;CHILD&quot;,&quot;parentId&quot;:&quot;2e78ee90-9af9-4781-97e4-2af5d892e54e&quot;,&quot;order&quot;:&quot;5&quot;},&quot;connectorInfo&quot;:{&quot;connectedObjects&quot;:[],&quot;type&quot;:&quot;LINE&quot;,&quot;offset&quot;:{&quot;x&quot;:0,&quot;y&quot;:0},&quot;bending&quot;:0.1,&quot;firstElementIsHead&quot;:true,&quot;customized&quot;:false},&quot;pathPattern&quot;:{&quot;type&quot;:&quot;ROW&quot;,&quot;patternId&quot;:&quot;378a2546-e90b-443c-ba0a-15fed82a80db&quot;,&quot;patternTransform&quot;:{&quot;translate&quot;:{&quot;x&quot;:-0.08886199457583854,&quot;y&quot;:-0.5},&quot;rotate&quot;:1.2246467991473532e-16,&quot;skewX&quot;:0,&quot;scale&quot;:{&quot;x&quot;:0.03143665566768266,&quot;y&quot;:0.03143665566768266}},&quot;xUnits&quot;:&quot;STROKE_WIDTH&quot;,&quot;yUnits&quot;:&quot;STROKE_WIDTH&quot;,&quot;bending&quot;:true,&quot;repeat&quot;:{&quot;distance&quot;:0.909984296950143,&quot;align&quot;:&quot;LEFT&quot;},&quot;isPremium&quot;:false}},&quot;20bd91a3-a308-46df-a5af-a519e5b1e860&quot;:{&quot;id&quot;:&quot;20bd91a3-a308-46df-a5af-a519e5b1e860&quot;,&quot;name&quot;:&quot;Lipid A (simple)&quot;,&quot;displayName&quot;:&quot;&quot;,&quot;type&quot;:&quot;FIGURE_OBJECT&quot;,&quot;relativeTransform&quot;:{&quot;translate&quot;:{&quot;x&quot;:148.2156645118397,&quot;y&quot;:140.2497059280045},&quot;rotate&quot;:2.4492935982947064e-16,&quot;skewX&quot;:0,&quot;scale&quot;:{&quot;x&quot;:0.7917489088283088,&quot;y&quot;:0.7917489088283085}},&quot;image&quot;:{&quot;url&quot;:&quot;https://icons.biorender.com/biorender/635c2f7592218900200fe0fa/lipid-a-simple.png&quot;,&quot;fallbackUrl&quot;:&quot;https://res.cloudinary.com/dlcjuc3ej/image/upload/v1666985842/a7srrm6mltfb8pxm2h2a.svg#/keystone/api/icons/635c2f7592218900200fe0fa/lipid-a-simple.svg#/keystone/api/icons/635c2f7592218900200fe0fa/lipid-a-simple.svg#/keystone/api/icons/635c2f7592218900200fe0fa/lipid-a-simple.svg&quot;,&quot;isPremium&quot;:false,&quot;size&quot;:{&quot;x&quot;:45,&quot;y&quot;:63.145161290322584}},&quot;source&quot;:{&quot;id&quot;:&quot;635c2f1192218900200fe0db&quot;,&quot;type&quot;:&quot;ASSETS&quot;},&quot;isPremium&quot;:false,&quot;parent&quot;:{&quot;type&quot;:&quot;CHILD&quot;,&quot;parentId&quot;:&quot;2e78ee90-9af9-4781-97e4-2af5d892e54e&quot;,&quot;order&quot;:&quot;25&quot;}},&quot;e023850b-7afc-4477-8220-6aea358e9e1c&quot;:{&quot;relativeTransform&quot;:{&quot;translate&quot;:{&quot;x&quot;:98.99709335215562,&quot;y&quot;:209.39951442478238},&quot;rotate&quot;:0},&quot;type&quot;:&quot;FIGURE_OBJECT&quot;,&quot;id&quot;:&quot;e023850b-7afc-4477-8220-6aea358e9e1c&quot;,&quot;name&quot;:&quot;25. Phospholipid monolayer brush (straight)&quot;,&quot;displayName&quot;:&quot;Phospholipid monolayer brush (straight)&quot;,&quot;opacity&quot;:0.7,&quot;source&quot;:{&quot;id&quot;:&quot;5e75574852bb9000abea623e&quot;,&quot;type&quot;:&quot;ASSETS&quot;},&quot;path&quot;:{&quot;type&quot;:&quot;POLY_LINE&quot;,&quot;points&quot;:[{&quot;x&quot;:-75.68283924899956,&quot;y&quot;:0},{&quot;x&quot;:75.68283924899951,&quot;y&quot;:0}],&quot;closed&quot;:false},&quot;pathStyles&quot;:[{&quot;type&quot;:&quot;FILL&quot;,&quot;fillStyle&quot;:&quot;rgba(0,0,0,0)&quot;},{&quot;type&quot;:&quot;STROKE&quot;,&quot;strokeStyle&quot;:&quot;rgba(0,0,0,0)&quot;,&quot;lineWidth&quot;:47.59041446485092,&quot;lineJoin&quot;:&quot;round&quot;}],&quot;pathSmoothing&quot;:{&quot;type&quot;:&quot;CATMULL_SMOOTHING&quot;,&quot;smoothing&quot;:0.2},&quot;pathPattern&quot;:{&quot;type&quot;:&quot;ROW&quot;,&quot;patternId&quot;:&quot;dd1ecef6-1368-4636-b231-f1716944a4e4&quot;,&quot;patternTransform&quot;:{&quot;translate&quot;:{&quot;x&quot;:-0.0007260766359839109,&quot;y&quot;:-0.5},&quot;rotate&quot;:0,&quot;skewX&quot;:0,&quot;scale&quot;:{&quot;x&quot;:0.0033003300330033004,&quot;y&quot;:0.0033003300330033004}},&quot;xUnits&quot;:&quot;STROKE_WIDTH&quot;,&quot;yUnits&quot;:&quot;STROKE_WIDTH&quot;,&quot;bending&quot;:true,&quot;repeat&quot;:{&quot;distance&quot;:0.35313531353135313,&quot;align&quot;:&quot;CENTER&quot;},&quot;isPremium&quot;:false},&quot;isLocked&quot;:false,&quot;parent&quot;:{&quot;type&quot;:&quot;CHILD&quot;,&quot;parentId&quot;:&quot;b42fdb2e-097d-4fd1-a6e4-2e3fad111d0f&quot;,&quot;order&quot;:&quot;9999999999&quot;},&quot;isPremium&quot;:false},&quot;fdd34415-ee2f-4937-bfe0-c6e9312dfc75&quot;:{&quot;type&quot;:&quot;FIGURE_OBJECT&quot;,&quot;id&quot;:&quot;fdd34415-ee2f-4937-bfe0-c6e9312dfc75&quot;,&quot;parent&quot;:{&quot;type&quot;:&quot;CHILD&quot;,&quot;parentId&quot;:&quot;b42fdb2e-097d-4fd1-a6e4-2e3fad111d0f&quot;,&quot;order&quot;:&quot;99999999999&quot;},&quot;relativeTransform&quot;:{&quot;translate&quot;:{&quot;x&quot;:-350.26205225499285,&quot;y&quot;:-197.12581777343314},&quot;rotate&quot;:0,&quot;skewX&quot;:0,&quot;scale&quot;:{&quot;x&quot;:1,&quot;y&quot;:1}}},&quot;a6ceee40-ce41-4290-a28a-5bca104338ea&quot;:{&quot;id&quot;:&quot;a6ceee40-ce41-4290-a28a-5bca104338ea&quot;,&quot;name&quot;:&quot;Sphere&quot;,&quot;displayName&quot;:&quot;&quot;,&quot;type&quot;:&quot;FIGURE_OBJECT&quot;,&quot;relativeTransform&quot;:{&quot;translate&quot;:{&quot;x&quot;:-98.85989277780374,&quot;y&quot;:-126.53396493860443},&quot;rotate&quot;:0,&quot;skewX&quot;:0,&quot;scale&quot;:{&quot;x&quot;:0.3984490257442165,&quot;y&quot;:0.3984490257442165}},&quot;image&quot;:{&quot;url&quot;:&quot;https://icons.biorender.com/biorender/5f4529c2929bce0028c9f877/sphere.png&quot;,&quot;fallbackUrl&quot;:&quot;https://res.cloudinary.com/dlcjuc3ej/image/upload/v1598368171/ew6k84mtkvzvpdegkgon.svg#/keystone/api/icons/5f4529c2929bce0028c9f877/sphere.svg#/keystone/api/icons/5f4529c2929bce0028c9f877/sphere.svg&quot;,&quot;isPremium&quot;:false,&quot;size&quot;:{&quot;x&quot;:50,&quot;y&quot;:50}},&quot;source&quot;:{&quot;id&quot;:&quot;5b8847989629ce1400901caa&quot;,&quot;type&quot;:&quot;ASSETS&quot;},&quot;isPremium&quot;:false,&quot;parent&quot;:{&quot;type&quot;:&quot;CHILD&quot;,&quot;parentId&quot;:&quot;fdd34415-ee2f-4937-bfe0-c6e9312dfc75&quot;,&quot;order&quot;:&quot;5&quot;}},&quot;f245a2fa-8fdd-4a11-8538-e64243380f01&quot;:{&quot;type&quot;:&quot;FIGURE_OBJECT&quot;,&quot;id&quot;:&quot;f245a2fa-8fdd-4a11-8538-e64243380f01&quot;,&quot;relativeTransform&quot;:{&quot;translate&quot;:{&quot;x&quot;:-98.8598513251132,&quot;y&quot;:-132.7093675387338},&quot;rotate&quot;:1.5707963267948966},&quot;opacity&quot;:1,&quot;path&quot;:{&quot;type&quot;:&quot;POLY_LINE&quot;,&quot;points&quot;:[{&quot;x&quot;:12.747998857824594,&quot;y&quot;:0},{&quot;x&quot;:38.007879046069675,&quot;y&quot;:0}],&quot;closed&quot;:false},&quot;pathStyles&quot;:[{&quot;type&quot;:&quot;FILL&quot;,&quot;fillStyle&quot;:&quot;rgba(0,0,0,0)&quot;},{&quot;type&quot;:&quot;STROKE&quot;,&quot;strokeStyle&quot;:&quot;rgba(148,34,31,1)&quot;,&quot;lineWidth&quot;:3.040630323685574,&quot;lineJoin&quot;:&quot;round&quot;}],&quot;isLocked&quot;:false,&quot;parent&quot;:{&quot;type&quot;:&quot;CHILD&quot;,&quot;parentId&quot;:&quot;fdd34415-ee2f-4937-bfe0-c6e9312dfc75&quot;,&quot;order&quot;:&quot;2&quot;},&quot;connectorInfo&quot;:{&quot;connectedObjects&quot;:[],&quot;type&quot;:&quot;LINE&quot;,&quot;offset&quot;:{&quot;x&quot;:0,&quot;y&quot;:0},&quot;bending&quot;:0.1,&quot;firstElementIsHead&quot;:true,&quot;customized&quot;:false},&quot;pathMarkers&quot;:{&quot;markerEnd&quot;:{&quot;type&quot;:&quot;PATH&quot;,&quot;units&quot;:{&quot;type&quot;:&quot;STROKE_WIDTH&quot;,&quot;scale&quot;:1},&quot;orient&quot;:{&quot;type&quot;:&quot;AUTO_START_REVERSE&quot;},&quot;name&quot;:&quot;rounded-end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-0.5,&quot;y&quot;:0,&quot;isEndPoint&quot;:true},{&quot;x&quot;:-0.49999999999999994,&quot;y&quot;:0.2761423749153967,&quot;isEndPoint&quot;:false},{&quot;x&quot;:-0.2761423749153966,&quot;y&quot;:0.5,&quot;isEndPoint&quot;:false},{&quot;x&quot;:3.061616997868383e-17,&quot;y&quot;:0.5,&quot;isEndPoint&quot;:true},{&quot;x&quot;:0.2761423749153967,&quot;y&quot;:0.5,&quot;isEndPoint&quot;:false},{&quot;x&quot;:0.5,&quot;y&quot;:0.27614237491539667,&quot;isEndPoint&quot;:false},{&quot;x&quot;:0.5,&quot;y&quot;:0,&quot;isEndPoint&quot;:true},{&quot;x&quot;:0.5,&quot;y&quot;:-0.27614237491539667,&quot;isEndPoint&quot;:false},{&quot;x&quot;:0.2761423749153967,&quot;y&quot;:-0.5,&quot;isEndPoint&quot;:false},{&quot;x&quot;:3.061616997868383e-17,&quot;y&quot;:-0.5,&quot;isEndPoint&quot;:true},{&quot;x&quot;:-0.2761423749153966,&quot;y&quot;:-0.5,&quot;isEndPoint&quot;:false},{&quot;x&quot;:-0.49999999999999994,&quot;y&quot;:-0.2761423749153967,&quot;isEndPoint&quot;:false},{&quot;x&quot;:-0.5,&quot;y&quot;:-6.123233995736766e-17,&quot;isEndPoint&quot;:true}],&quot;closed&quot;:false}},&quot;pathStyles&quot;:[{&quot;type&quot;:&quot;FILL&quot;,&quot;fillStyle&quot;:&quot;context-stroke-flat&quot;}]}}},&quot;e4725b7d-2bce-4274-b6e6-ab30495eec01&quot;:{&quot;type&quot;:&quot;FIGURE_OBJECT&quot;,&quot;id&quot;:&quot;e4725b7d-2bce-4274-b6e6-ab30495eec01&quot;,&quot;parent&quot;:{&quot;type&quot;:&quot;CHILD&quot;,&quot;parentId&quot;:&quot;b42fdb2e-097d-4fd1-a6e4-2e3fad111d0f&quot;,&quot;order&quot;:&quot;999999999997&quot;},&quot;relativeTransform&quot;:{&quot;translate&quot;:{&quot;x&quot;:-328.6061133605357,&quot;y&quot;:-249.32610774133718},&quot;rotate&quot;:-0.4907237324141413,&quot;skewX&quot;:0,&quot;scale&quot;:{&quot;x&quot;:1,&quot;y&quot;:1}}},&quot;02dc3026-cb31-4ffb-be76-bf056f41eda9&quot;:{&quot;id&quot;:&quot;02dc3026-cb31-4ffb-be76-bf056f41eda9&quot;,&quot;name&quot;:&quot;Sphere&quot;,&quot;displayName&quot;:&quot;&quot;,&quot;type&quot;:&quot;FIGURE_OBJECT&quot;,&quot;relativeTransform&quot;:{&quot;translate&quot;:{&quot;x&quot;:-98.85989277780374,&quot;y&quot;:-126.53396493860443},&quot;rotate&quot;:0,&quot;skewX&quot;:0,&quot;scale&quot;:{&quot;x&quot;:0.3984490257442165,&quot;y&quot;:0.3984490257442165}},&quot;image&quot;:{&quot;url&quot;:&quot;https://icons.biorender.com/biorender/5f4529c2929bce0028c9f877/sphere.png&quot;,&quot;fallbackUrl&quot;:&quot;https://res.cloudinary.com/dlcjuc3ej/image/upload/v1598368171/ew6k84mtkvzvpdegkgon.svg#/keystone/api/icons/5f4529c2929bce0028c9f877/sphere.svg#/keystone/api/icons/5f4529c2929bce0028c9f877/sphere.svg&quot;,&quot;isPremium&quot;:false,&quot;size&quot;:{&quot;x&quot;:50,&quot;y&quot;:50}},&quot;source&quot;:{&quot;id&quot;:&quot;5b8847989629ce1400901caa&quot;,&quot;type&quot;:&quot;ASSETS&quot;},&quot;isPremium&quot;:false,&quot;parent&quot;:{&quot;type&quot;:&quot;CHILD&quot;,&quot;parentId&quot;:&quot;e4725b7d-2bce-4274-b6e6-ab30495eec01&quot;,&quot;order&quot;:&quot;5&quot;}},&quot;a6198943-8409-4e1e-b23e-902ea5d5f8dd&quot;:{&quot;type&quot;:&quot;FIGURE_OBJECT&quot;,&quot;id&quot;:&quot;a6198943-8409-4e1e-b23e-902ea5d5f8dd&quot;,&quot;relativeTransform&quot;:{&quot;translate&quot;:{&quot;x&quot;:-98.8598513251132,&quot;y&quot;:-132.7093675387338},&quot;rotate&quot;:1.5707963267948966},&quot;opacity&quot;:1,&quot;path&quot;:{&quot;type&quot;:&quot;POLY_LINE&quot;,&quot;points&quot;:[{&quot;x&quot;:12.747998857824594,&quot;y&quot;:0},{&quot;x&quot;:38.007879046069675,&quot;y&quot;:0}],&quot;closed&quot;:false},&quot;pathStyles&quot;:[{&quot;type&quot;:&quot;FILL&quot;,&quot;fillStyle&quot;:&quot;rgba(0,0,0,0)&quot;},{&quot;type&quot;:&quot;STROKE&quot;,&quot;strokeStyle&quot;:&quot;rgba(148,34,31,1)&quot;,&quot;lineWidth&quot;:3.040630323685574,&quot;lineJoin&quot;:&quot;round&quot;}],&quot;isLocked&quot;:false,&quot;parent&quot;:{&quot;type&quot;:&quot;CHILD&quot;,&quot;parentId&quot;:&quot;e4725b7d-2bce-4274-b6e6-ab30495eec01&quot;,&quot;order&quot;:&quot;2&quot;},&quot;connectorInfo&quot;:{&quot;connectedObjects&quot;:[],&quot;type&quot;:&quot;LINE&quot;,&quot;offset&quot;:{&quot;x&quot;:0,&quot;y&quot;:0},&quot;bending&quot;:0.1,&quot;firstElementIsHead&quot;:true,&quot;customized&quot;:false},&quot;pathMarkers&quot;:{&quot;markerEnd&quot;:{&quot;type&quot;:&quot;PATH&quot;,&quot;units&quot;:{&quot;type&quot;:&quot;STROKE_WIDTH&quot;,&quot;scale&quot;:1},&quot;orient&quot;:{&quot;type&quot;:&quot;AUTO_START_REVERSE&quot;},&quot;name&quot;:&quot;rounded-end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-0.5,&quot;y&quot;:0,&quot;isEndPoint&quot;:true},{&quot;x&quot;:-0.49999999999999994,&quot;y&quot;:0.2761423749153967,&quot;isEndPoint&quot;:false},{&quot;x&quot;:-0.2761423749153966,&quot;y&quot;:0.5,&quot;isEndPoint&quot;:false},{&quot;x&quot;:3.061616997868383e-17,&quot;y&quot;:0.5,&quot;isEndPoint&quot;:true},{&quot;x&quot;:0.2761423749153967,&quot;y&quot;:0.5,&quot;isEndPoint&quot;:false},{&quot;x&quot;:0.5,&quot;y&quot;:0.27614237491539667,&quot;isEndPoint&quot;:false},{&quot;x&quot;:0.5,&quot;y&quot;:0,&quot;isEndPoint&quot;:true},{&quot;x&quot;:0.5,&quot;y&quot;:-0.27614237491539667,&quot;isEndPoint&quot;:false},{&quot;x&quot;:0.2761423749153967,&quot;y&quot;:-0.5,&quot;isEndPoint&quot;:false},{&quot;x&quot;:3.061616997868383e-17,&quot;y&quot;:-0.5,&quot;isEndPoint&quot;:true},{&quot;x&quot;:-0.2761423749153966,&quot;y&quot;:-0.5,&quot;isEndPoint&quot;:false},{&quot;x&quot;:-0.49999999999999994,&quot;y&quot;:-0.2761423749153967,&quot;isEndPoint&quot;:false},{&quot;x&quot;:-0.5,&quot;y&quot;:-6.123233995736766e-17,&quot;isEndPoint&quot;:true}],&quot;closed&quot;:false}},&quot;pathStyles&quot;:[{&quot;type&quot;:&quot;FILL&quot;,&quot;fillStyle&quot;:&quot;context-stroke-flat&quot;}]}}},&quot;6417a38c-8187-420b-9ca0-cf75c9dc84c4&quot;:{&quot;type&quot;:&quot;FIGURE_OBJECT&quot;,&quot;id&quot;:&quot;6417a38c-8187-420b-9ca0-cf75c9dc84c4&quot;,&quot;parent&quot;:{&quot;type&quot;:&quot;CHILD&quot;,&quot;parentId&quot;:&quot;b42fdb2e-097d-4fd1-a6e4-2e3fad111d0f&quot;,&quot;order&quot;:&quot;999999999998&quot;},&quot;relativeTransform&quot;:{&quot;translate&quot;:{&quot;x&quot;:-569.6377767050578,&quot;y&quot;:-249.32610774133718},&quot;rotate&quot;:0.4907237324141413,&quot;skewX&quot;:0,&quot;scale&quot;:{&quot;x&quot;:1,&quot;y&quot;:1}}},&quot;2aadf647-de92-4a77-b9aa-151bf98e9729&quot;:{&quot;id&quot;:&quot;2aadf647-de92-4a77-b9aa-151bf98e9729&quot;,&quot;name&quot;:&quot;Sphere&quot;,&quot;displayName&quot;:&quot;&quot;,&quot;type&quot;:&quot;FIGURE_OBJECT&quot;,&quot;relativeTransform&quot;:{&quot;translate&quot;:{&quot;x&quot;:98.85989277780374,&quot;y&quot;:-126.53396493860443},&quot;rotate&quot;:6.283185307179586,&quot;skewX&quot;:0,&quot;scale&quot;:{&quot;x&quot;:-0.3984490257442165,&quot;y&quot;:0.3984490257442165}},&quot;image&quot;:{&quot;url&quot;:&quot;https://icons.biorender.com/biorender/5f4529c2929bce0028c9f877/sphere.png&quot;,&quot;fallbackUrl&quot;:&quot;https://res.cloudinary.com/dlcjuc3ej/image/upload/v1598368171/ew6k84mtkvzvpdegkgon.svg#/keystone/api/icons/5f4529c2929bce0028c9f877/sphere.svg#/keystone/api/icons/5f4529c2929bce0028c9f877/sphere.svg&quot;,&quot;isPremium&quot;:false,&quot;size&quot;:{&quot;x&quot;:50,&quot;y&quot;:50}},&quot;source&quot;:{&quot;id&quot;:&quot;5b8847989629ce1400901caa&quot;,&quot;type&quot;:&quot;ASSETS&quot;},&quot;isPremium&quot;:false,&quot;parent&quot;:{&quot;type&quot;:&quot;CHILD&quot;,&quot;parentId&quot;:&quot;6417a38c-8187-420b-9ca0-cf75c9dc84c4&quot;,&quot;order&quot;:&quot;5&quot;}},&quot;52e8e3dc-474b-4552-8863-530526ba2e18&quot;:{&quot;type&quot;:&quot;FIGURE_OBJECT&quot;,&quot;id&quot;:&quot;52e8e3dc-474b-4552-8863-530526ba2e18&quot;,&quot;relativeTransform&quot;:{&quot;translate&quot;:{&quot;x&quot;:98.8598513251132,&quot;y&quot;:-132.7093675387338},&quot;rotate&quot;:4.71238898038469},&quot;opacity&quot;:1,&quot;path&quot;:{&quot;type&quot;:&quot;POLY_LINE&quot;,&quot;points&quot;:[{&quot;x&quot;:-12.747998857824594,&quot;y&quot;:0},{&quot;x&quot;:-38.007879046069675,&quot;y&quot;:0}],&quot;closed&quot;:false},&quot;pathStyles&quot;:[{&quot;type&quot;:&quot;FILL&quot;,&quot;fillStyle&quot;:&quot;rgba(0,0,0,0)&quot;},{&quot;type&quot;:&quot;STROKE&quot;,&quot;strokeStyle&quot;:&quot;rgba(148,34,31,1)&quot;,&quot;lineWidth&quot;:3.040630323685574,&quot;lineJoin&quot;:&quot;round&quot;}],&quot;isLocked&quot;:false,&quot;parent&quot;:{&quot;type&quot;:&quot;CHILD&quot;,&quot;parentId&quot;:&quot;6417a38c-8187-420b-9ca0-cf75c9dc84c4&quot;,&quot;order&quot;:&quot;2&quot;},&quot;connectorInfo&quot;:{&quot;connectedObjects&quot;:[],&quot;type&quot;:&quot;LINE&quot;,&quot;offset&quot;:{&quot;x&quot;:0,&quot;y&quot;:0},&quot;bending&quot;:0.1,&quot;firstElementIsHead&quot;:true,&quot;customized&quot;:false},&quot;pathMarkers&quot;:{&quot;markerEnd&quot;:{&quot;type&quot;:&quot;PATH&quot;,&quot;units&quot;:{&quot;type&quot;:&quot;STROKE_WIDTH&quot;,&quot;scale&quot;:1},&quot;orient&quot;:{&quot;type&quot;:&quot;AUTO_START_REVERSE&quot;},&quot;name&quot;:&quot;rounded-end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-0.5,&quot;y&quot;:0,&quot;isEndPoint&quot;:true},{&quot;x&quot;:-0.49999999999999994,&quot;y&quot;:0.2761423749153967,&quot;isEndPoint&quot;:false},{&quot;x&quot;:-0.2761423749153966,&quot;y&quot;:0.5,&quot;isEndPoint&quot;:false},{&quot;x&quot;:3.061616997868383e-17,&quot;y&quot;:0.5,&quot;isEndPoint&quot;:true},{&quot;x&quot;:0.2761423749153967,&quot;y&quot;:0.5,&quot;isEndPoint&quot;:false},{&quot;x&quot;:0.5,&quot;y&quot;:0.27614237491539667,&quot;isEndPoint&quot;:false},{&quot;x&quot;:0.5,&quot;y&quot;:0,&quot;isEndPoint&quot;:true},{&quot;x&quot;:0.5,&quot;y&quot;:-0.27614237491539667,&quot;isEndPoint&quot;:false},{&quot;x&quot;:0.2761423749153967,&quot;y&quot;:-0.5,&quot;isEndPoint&quot;:false},{&quot;x&quot;:3.061616997868383e-17,&quot;y&quot;:-0.5,&quot;isEndPoint&quot;:true},{&quot;x&quot;:-0.2761423749153966,&quot;y&quot;:-0.5,&quot;isEndPoint&quot;:false},{&quot;x&quot;:-0.49999999999999994,&quot;y&quot;:-0.2761423749153967,&quot;isEndPoint&quot;:false},{&quot;x&quot;:-0.5,&quot;y&quot;:-6.123233995736766e-17,&quot;isEndPoint&quot;:true}],&quot;closed&quot;:false}},&quot;pathStyles&quot;:[{&quot;type&quot;:&quot;FILL&quot;,&quot;fillStyle&quot;:&quot;context-stroke-flat&quot;}]}}},&quot;856ae7f5-0be2-4664-956f-3e3473ddd439&quot;:{&quot;type&quot;:&quot;FIGURE_OBJECT&quot;,&quot;id&quot;:&quot;856ae7f5-0be2-4664-956f-3e3473ddd439&quot;,&quot;parent&quot;:{&quot;type&quot;:&quot;CHILD&quot;,&quot;parentId&quot;:&quot;b42fdb2e-097d-4fd1-a6e4-2e3fad111d0f&quot;,&quot;order&quot;:&quot;999999999999&quot;},&quot;relativeTransform&quot;:{&quot;translate&quot;:{&quot;x&quot;:-314.6164997281326,&quot;y&quot;:-290.8501709030868},&quot;rotate&quot;:2.7001921477203754,&quot;skewX&quot;:0,&quot;scale&quot;:{&quot;x&quot;:0.9999999999999999,&quot;y&quot;:0.9999999999999999}}},&quot;d1a44f20-f583-416e-9449-f820c00b15e5&quot;:{&quot;id&quot;:&quot;d1a44f20-f583-416e-9449-f820c00b15e5&quot;,&quot;name&quot;:&quot;Sphere&quot;,&quot;displayName&quot;:&quot;&quot;,&quot;type&quot;:&quot;FIGURE_OBJECT&quot;,&quot;relativeTransform&quot;:{&quot;translate&quot;:{&quot;x&quot;:98.85989277780374,&quot;y&quot;:-126.53396493860443},&quot;rotate&quot;:6.283185307179586,&quot;skewX&quot;:0,&quot;scale&quot;:{&quot;x&quot;:-0.3984490257442165,&quot;y&quot;:0.3984490257442165}},&quot;image&quot;:{&quot;url&quot;:&quot;https://icons.biorender.com/biorender/5f4529c2929bce0028c9f877/sphere.png&quot;,&quot;fallbackUrl&quot;:&quot;https://res.cloudinary.com/dlcjuc3ej/image/upload/v1598368171/ew6k84mtkvzvpdegkgon.svg#/keystone/api/icons/5f4529c2929bce0028c9f877/sphere.svg#/keystone/api/icons/5f4529c2929bce0028c9f877/sphere.svg&quot;,&quot;isPremium&quot;:false,&quot;size&quot;:{&quot;x&quot;:50,&quot;y&quot;:50}},&quot;source&quot;:{&quot;id&quot;:&quot;5b8847989629ce1400901caa&quot;,&quot;type&quot;:&quot;ASSETS&quot;},&quot;isPremium&quot;:false,&quot;parent&quot;:{&quot;type&quot;:&quot;CHILD&quot;,&quot;parentId&quot;:&quot;856ae7f5-0be2-4664-956f-3e3473ddd439&quot;,&quot;order&quot;:&quot;5&quot;}},&quot;b6431bb4-d3df-4069-80cb-ee04b62964ff&quot;:{&quot;type&quot;:&quot;FIGURE_OBJECT&quot;,&quot;id&quot;:&quot;b6431bb4-d3df-4069-80cb-ee04b62964ff&quot;,&quot;relativeTransform&quot;:{&quot;translate&quot;:{&quot;x&quot;:98.8598513251132,&quot;y&quot;:-132.7093675387338},&quot;rotate&quot;:4.71238898038469},&quot;opacity&quot;:1,&quot;path&quot;:{&quot;type&quot;:&quot;POLY_LINE&quot;,&quot;points&quot;:[{&quot;x&quot;:-12.747998857824594,&quot;y&quot;:0},{&quot;x&quot;:-38.007879046069675,&quot;y&quot;:0}],&quot;closed&quot;:false},&quot;pathStyles&quot;:[{&quot;type&quot;:&quot;FILL&quot;,&quot;fillStyle&quot;:&quot;rgba(0,0,0,0)&quot;},{&quot;type&quot;:&quot;STROKE&quot;,&quot;strokeStyle&quot;:&quot;rgba(148,34,31,1)&quot;,&quot;lineWidth&quot;:3.040630323685574,&quot;lineJoin&quot;:&quot;round&quot;}],&quot;isLocked&quot;:false,&quot;parent&quot;:{&quot;type&quot;:&quot;CHILD&quot;,&quot;parentId&quot;:&quot;856ae7f5-0be2-4664-956f-3e3473ddd439&quot;,&quot;order&quot;:&quot;2&quot;},&quot;connectorInfo&quot;:{&quot;connectedObjects&quot;:[],&quot;type&quot;:&quot;LINE&quot;,&quot;offset&quot;:{&quot;x&quot;:0,&quot;y&quot;:0},&quot;bending&quot;:0.1,&quot;firstElementIsHead&quot;:true,&quot;customized&quot;:false},&quot;pathMarkers&quot;:{&quot;markerEnd&quot;:{&quot;type&quot;:&quot;PATH&quot;,&quot;units&quot;:{&quot;type&quot;:&quot;STROKE_WIDTH&quot;,&quot;scale&quot;:1},&quot;orient&quot;:{&quot;type&quot;:&quot;AUTO_START_REVERSE&quot;},&quot;name&quot;:&quot;rounded-end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-0.5,&quot;y&quot;:0,&quot;isEndPoint&quot;:true},{&quot;x&quot;:-0.49999999999999994,&quot;y&quot;:0.2761423749153967,&quot;isEndPoint&quot;:false},{&quot;x&quot;:-0.2761423749153966,&quot;y&quot;:0.5,&quot;isEndPoint&quot;:false},{&quot;x&quot;:3.061616997868383e-17,&quot;y&quot;:0.5,&quot;isEndPoint&quot;:true},{&quot;x&quot;:0.2761423749153967,&quot;y&quot;:0.5,&quot;isEndPoint&quot;:false},{&quot;x&quot;:0.5,&quot;y&quot;:0.27614237491539667,&quot;isEndPoint&quot;:false},{&quot;x&quot;:0.5,&quot;y&quot;:0,&quot;isEndPoint&quot;:true},{&quot;x&quot;:0.5,&quot;y&quot;:-0.27614237491539667,&quot;isEndPoint&quot;:false},{&quot;x&quot;:0.2761423749153967,&quot;y&quot;:-0.5,&quot;isEndPoint&quot;:false},{&quot;x&quot;:3.061616997868383e-17,&quot;y&quot;:-0.5,&quot;isEndPoint&quot;:true},{&quot;x&quot;:-0.2761423749153966,&quot;y&quot;:-0.5,&quot;isEndPoint&quot;:false},{&quot;x&quot;:-0.49999999999999994,&quot;y&quot;:-0.2761423749153967,&quot;isEndPoint&quot;:false},{&quot;x&quot;:-0.5,&quot;y&quot;:-6.123233995736766e-17,&quot;isEndPoint&quot;:true}],&quot;closed&quot;:false}},&quot;pathStyles&quot;:[{&quot;type&quot;:&quot;FILL&quot;,&quot;fillStyle&quot;:&quot;context-stroke-flat&quot;}]}}},&quot;6c903b05-765d-4a27-9cc6-b160a7c01569&quot;:{&quot;type&quot;:&quot;FIGURE_OBJECT&quot;,&quot;id&quot;:&quot;6c903b05-765d-4a27-9cc6-b160a7c01569&quot;,&quot;parent&quot;:{&quot;type&quot;:&quot;CHILD&quot;,&quot;parentId&quot;:&quot;b42fdb2e-097d-4fd1-a6e4-2e3fad111d0f&quot;,&quot;order&quot;:&quot;9999999999995&quot;},&quot;relativeTransform&quot;:{&quot;translate&quot;:{&quot;x&quot;:-298.9537104197854,&quot;y&quot;:-40.176198696585026},&quot;rotate&quot;:0.38196444601007307,&quot;skewX&quot;:-1.1102230246251602e-16,&quot;scale&quot;:{&quot;x&quot;:0.9999999999999983,&quot;y&quot;:0.9999999999999983}}},&quot;06f05b7f-640c-46ba-b6e0-3b9f2b8c6bc3&quot;:{&quot;id&quot;:&quot;06f05b7f-640c-46ba-b6e0-3b9f2b8c6bc3&quot;,&quot;name&quot;:&quot;Sphere&quot;,&quot;displayName&quot;:&quot;&quot;,&quot;type&quot;:&quot;FIGURE_OBJECT&quot;,&quot;relativeTransform&quot;:{&quot;translate&quot;:{&quot;x&quot;:98.85989277780374,&quot;y&quot;:-126.53396493860443},&quot;rotate&quot;:6.283185307179586,&quot;skewX&quot;:0,&quot;scale&quot;:{&quot;x&quot;:-0.3984490257442165,&quot;y&quot;:0.3984490257442165}},&quot;image&quot;:{&quot;url&quot;:&quot;https://icons.biorender.com/biorender/5f4529c2929bce0028c9f877/sphere.png&quot;,&quot;fallbackUrl&quot;:&quot;https://res.cloudinary.com/dlcjuc3ej/image/upload/v1598368171/ew6k84mtkvzvpdegkgon.svg#/keystone/api/icons/5f4529c2929bce0028c9f877/sphere.svg#/keystone/api/icons/5f4529c2929bce0028c9f877/sphere.svg&quot;,&quot;isPremium&quot;:false,&quot;size&quot;:{&quot;x&quot;:50,&quot;y&quot;:50}},&quot;source&quot;:{&quot;id&quot;:&quot;5b8847989629ce1400901caa&quot;,&quot;type&quot;:&quot;ASSETS&quot;},&quot;isPremium&quot;:false,&quot;parent&quot;:{&quot;type&quot;:&quot;CHILD&quot;,&quot;parentId&quot;:&quot;6c903b05-765d-4a27-9cc6-b160a7c01569&quot;,&quot;order&quot;:&quot;5&quot;}},&quot;5cc5ffc9-1af3-4a23-bcdf-1d8db8f60983&quot;:{&quot;type&quot;:&quot;FIGURE_OBJECT&quot;,&quot;id&quot;:&quot;5cc5ffc9-1af3-4a23-bcdf-1d8db8f60983&quot;,&quot;relativeTransform&quot;:{&quot;translate&quot;:{&quot;x&quot;:98.8598513251132,&quot;y&quot;:-132.7093675387338},&quot;rotate&quot;:4.71238898038469},&quot;opacity&quot;:1,&quot;path&quot;:{&quot;type&quot;:&quot;POLY_LINE&quot;,&quot;points&quot;:[{&quot;x&quot;:-12.747998857824594,&quot;y&quot;:0},{&quot;x&quot;:-38.007879046069675,&quot;y&quot;:0}],&quot;closed&quot;:false},&quot;pathStyles&quot;:[{&quot;type&quot;:&quot;FILL&quot;,&quot;fillStyle&quot;:&quot;rgba(0,0,0,0)&quot;},{&quot;type&quot;:&quot;STROKE&quot;,&quot;strokeStyle&quot;:&quot;rgba(148,34,31,1)&quot;,&quot;lineWidth&quot;:3.040630323685574,&quot;lineJoin&quot;:&quot;round&quot;}],&quot;isLocked&quot;:false,&quot;parent&quot;:{&quot;type&quot;:&quot;CHILD&quot;,&quot;parentId&quot;:&quot;6c903b05-765d-4a27-9cc6-b160a7c01569&quot;,&quot;order&quot;:&quot;2&quot;},&quot;connectorInfo&quot;:{&quot;connectedObjects&quot;:[],&quot;type&quot;:&quot;LINE&quot;,&quot;offset&quot;:{&quot;x&quot;:0,&quot;y&quot;:0},&quot;bending&quot;:0.1,&quot;firstElementIsHead&quot;:true,&quot;customized&quot;:false},&quot;pathMarkers&quot;:{&quot;markerEnd&quot;:{&quot;type&quot;:&quot;PATH&quot;,&quot;units&quot;:{&quot;type&quot;:&quot;STROKE_WIDTH&quot;,&quot;scale&quot;:1},&quot;orient&quot;:{&quot;type&quot;:&quot;AUTO_START_REVERSE&quot;},&quot;name&quot;:&quot;rounded-end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-0.5,&quot;y&quot;:0,&quot;isEndPoint&quot;:true},{&quot;x&quot;:-0.49999999999999994,&quot;y&quot;:0.2761423749153967,&quot;isEndPoint&quot;:false},{&quot;x&quot;:-0.2761423749153966,&quot;y&quot;:0.5,&quot;isEndPoint&quot;:false},{&quot;x&quot;:3.061616997868383e-17,&quot;y&quot;:0.5,&quot;isEndPoint&quot;:true},{&quot;x&quot;:0.2761423749153967,&quot;y&quot;:0.5,&quot;isEndPoint&quot;:false},{&quot;x&quot;:0.5,&quot;y&quot;:0.27614237491539667,&quot;isEndPoint&quot;:false},{&quot;x&quot;:0.5,&quot;y&quot;:0,&quot;isEndPoint&quot;:true},{&quot;x&quot;:0.5,&quot;y&quot;:-0.27614237491539667,&quot;isEndPoint&quot;:false},{&quot;x&quot;:0.2761423749153967,&quot;y&quot;:-0.5,&quot;isEndPoint&quot;:false},{&quot;x&quot;:3.061616997868383e-17,&quot;y&quot;:-0.5,&quot;isEndPoint&quot;:true},{&quot;x&quot;:-0.2761423749153966,&quot;y&quot;:-0.5,&quot;isEndPoint&quot;:false},{&quot;x&quot;:-0.49999999999999994,&quot;y&quot;:-0.2761423749153967,&quot;isEndPoint&quot;:false},{&quot;x&quot;:-0.5,&quot;y&quot;:-6.123233995736766e-17,&quot;isEndPoint&quot;:true}],&quot;closed&quot;:false}},&quot;pathStyles&quot;:[{&quot;type&quot;:&quot;FILL&quot;,&quot;fillStyle&quot;:&quot;context-stroke-flat&quot;}]}}},&quot;cfe8fabf-1212-4a9a-85f1-8777fc4b1aea&quot;:{&quot;type&quot;:&quot;FIGURE_OBJECT&quot;,&quot;id&quot;:&quot;cfe8fabf-1212-4a9a-85f1-8777fc4b1aea&quot;,&quot;parent&quot;:{&quot;type&quot;:&quot;CHILD&quot;,&quot;parentId&quot;:&quot;b42fdb2e-097d-4fd1-a6e4-2e3fad111d0f&quot;,&quot;order&quot;:&quot;9999999999999&quot;},&quot;relativeTransform&quot;:{&quot;translate&quot;:{&quot;x&quot;:56.55504540809438,&quot;y&quot;:99.12242684792774},&quot;rotate&quot;:-2.464106980207777,&quot;skewX&quot;:2.2204460492503155e-16,&quot;scale&quot;:{&quot;x&quot;:0.9999999999999994,&quot;y&quot;:1.0000000000000004}}},&quot;38b42dbf-de50-4918-a105-13f54c4d11d7&quot;:{&quot;id&quot;:&quot;38b42dbf-de50-4918-a105-13f54c4d11d7&quot;,&quot;name&quot;:&quot;Sphere&quot;,&quot;displayName&quot;:&quot;&quot;,&quot;type&quot;:&quot;FIGURE_OBJECT&quot;,&quot;relativeTransform&quot;:{&quot;translate&quot;:{&quot;x&quot;:98.85989277780374,&quot;y&quot;:-126.53396493860443},&quot;rotate&quot;:6.283185307179586,&quot;skewX&quot;:0,&quot;scale&quot;:{&quot;x&quot;:-0.3984490257442165,&quot;y&quot;:0.3984490257442165}},&quot;image&quot;:{&quot;url&quot;:&quot;https://icons.biorender.com/biorender/5f4529c2929bce0028c9f877/sphere.png&quot;,&quot;fallbackUrl&quot;:&quot;https://res.cloudinary.com/dlcjuc3ej/image/upload/v1598368171/ew6k84mtkvzvpdegkgon.svg#/keystone/api/icons/5f4529c2929bce0028c9f877/sphere.svg#/keystone/api/icons/5f4529c2929bce0028c9f877/sphere.svg&quot;,&quot;isPremium&quot;:false,&quot;size&quot;:{&quot;x&quot;:50,&quot;y&quot;:50}},&quot;source&quot;:{&quot;id&quot;:&quot;5b8847989629ce1400901caa&quot;,&quot;type&quot;:&quot;ASSETS&quot;},&quot;isPremium&quot;:false,&quot;parent&quot;:{&quot;type&quot;:&quot;CHILD&quot;,&quot;parentId&quot;:&quot;cfe8fabf-1212-4a9a-85f1-8777fc4b1aea&quot;,&quot;order&quot;:&quot;5&quot;}},&quot;bd986607-ba05-4137-8575-478876890a1b&quot;:{&quot;type&quot;:&quot;FIGURE_OBJECT&quot;,&quot;id&quot;:&quot;bd986607-ba05-4137-8575-478876890a1b&quot;,&quot;relativeTransform&quot;:{&quot;translate&quot;:{&quot;x&quot;:98.8598513251132,&quot;y&quot;:-132.7093675387338},&quot;rotate&quot;:4.71238898038469},&quot;opacity&quot;:1,&quot;path&quot;:{&quot;type&quot;:&quot;POLY_LINE&quot;,&quot;points&quot;:[{&quot;x&quot;:-12.747998857824594,&quot;y&quot;:0},{&quot;x&quot;:-38.007879046069675,&quot;y&quot;:0}],&quot;closed&quot;:false},&quot;pathStyles&quot;:[{&quot;type&quot;:&quot;FILL&quot;,&quot;fillStyle&quot;:&quot;rgba(0,0,0,0)&quot;},{&quot;type&quot;:&quot;STROKE&quot;,&quot;strokeStyle&quot;:&quot;rgba(148,34,31,1)&quot;,&quot;lineWidth&quot;:3.040630323685574,&quot;lineJoin&quot;:&quot;round&quot;}],&quot;isLocked&quot;:false,&quot;parent&quot;:{&quot;type&quot;:&quot;CHILD&quot;,&quot;parentId&quot;:&quot;cfe8fabf-1212-4a9a-85f1-8777fc4b1aea&quot;,&quot;order&quot;:&quot;2&quot;},&quot;connectorInfo&quot;:{&quot;connectedObjects&quot;:[],&quot;type&quot;:&quot;LINE&quot;,&quot;offset&quot;:{&quot;x&quot;:0,&quot;y&quot;:0},&quot;bending&quot;:0.1,&quot;firstElementIsHead&quot;:true,&quot;customized&quot;:false},&quot;pathMarkers&quot;:{&quot;markerEnd&quot;:{&quot;type&quot;:&quot;PATH&quot;,&quot;units&quot;:{&quot;type&quot;:&quot;STROKE_WIDTH&quot;,&quot;scale&quot;:1},&quot;orient&quot;:{&quot;type&quot;:&quot;AUTO_START_REVERSE&quot;},&quot;name&quot;:&quot;rounded-end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-0.5,&quot;y&quot;:0,&quot;isEndPoint&quot;:true},{&quot;x&quot;:-0.49999999999999994,&quot;y&quot;:0.2761423749153967,&quot;isEndPoint&quot;:false},{&quot;x&quot;:-0.2761423749153966,&quot;y&quot;:0.5,&quot;isEndPoint&quot;:false},{&quot;x&quot;:3.061616997868383e-17,&quot;y&quot;:0.5,&quot;isEndPoint&quot;:true},{&quot;x&quot;:0.2761423749153967,&quot;y&quot;:0.5,&quot;isEndPoint&quot;:false},{&quot;x&quot;:0.5,&quot;y&quot;:0.27614237491539667,&quot;isEndPoint&quot;:false},{&quot;x&quot;:0.5,&quot;y&quot;:0,&quot;isEndPoint&quot;:true},{&quot;x&quot;:0.5,&quot;y&quot;:-0.27614237491539667,&quot;isEndPoint&quot;:false},{&quot;x&quot;:0.2761423749153967,&quot;y&quot;:-0.5,&quot;isEndPoint&quot;:false},{&quot;x&quot;:3.061616997868383e-17,&quot;y&quot;:-0.5,&quot;isEndPoint&quot;:true},{&quot;x&quot;:-0.2761423749153966,&quot;y&quot;:-0.5,&quot;isEndPoint&quot;:false},{&quot;x&quot;:-0.49999999999999994,&quot;y&quot;:-0.2761423749153967,&quot;isEndPoint&quot;:false},{&quot;x&quot;:-0.5,&quot;y&quot;:-6.123233995736766e-17,&quot;isEndPoint&quot;:true}],&quot;closed&quot;:false}},&quot;pathStyles&quot;:[{&quot;type&quot;:&quot;FILL&quot;,&quot;fillStyle&quot;:&quot;context-stroke-flat&quot;}]}}},&quot;93994c93-0428-4c2d-95e8-4aadc9631606&quot;:{&quot;type&quot;:&quot;FIGURE_OBJECT&quot;,&quot;id&quot;:&quot;93994c93-0428-4c2d-95e8-4aadc9631606&quot;,&quot;relativeTransform&quot;:{&quot;translate&quot;:{&quot;x&quot;:244.57372092554664,&quot;y&quot;:-199.82731969631703},&quot;rotate&quot;:0,&quot;skewX&quot;:0,&quot;scale&quot;:{&quot;x&quot;:1,&quot;y&quot;:1}},&quot;opacity&quot;:1,&quot;path&quot;:{&quot;type&quot;:&quot;RECT&quot;,&quot;size&quot;:{&quot;x&quot;:100,&quot;y&quot;:40.86212541915195},&quot;cornerRounding&quot;:{&quot;type&quot;:&quot;ARC_LENGTH&quot;,&quot;global&quot;:15.707963267948966}},&quot;pathStyles&quot;:[{&quot;type&quot;:&quot;FILL&quot;,&quot;fillStyle&quot;:&quot;rgba(192,56,48,1)&quot;},{&quot;type&quot;:&quot;STROKE&quot;,&quot;strokeStyle&quot;:&quot;rgba(138, 42, 68, 1)&quot;,&quot;lineWidth&quot;:2,&quot;lineJoin&quot;:&quot;round&quot;}],&quot;isLocked&quot;:false,&quot;parent&quot;:{&quot;type&quot;:&quot;CHILD&quot;,&quot;parentId&quot;:&quot;b42fdb2e-097d-4fd1-a6e4-2e3fad111d0f&quot;,&quot;order&quot;:&quot;999999999999997&quot;},&quot;layout&quot;:{&quot;sizeRatio&quot;:{&quot;x&quot;:0.88,&quot;y&quot;:0.88},&quot;keepAspectRatio&quot;:false}},&quot;17af6328-caa3-496a-a056-964ae46a8af7&quot;:{&quot;id&quot;:&quot;17af6328-caa3-496a-a056-964ae46a8af7&quot;,&quot;type&quot;:&quot;FIGURE_OBJECT&quot;,&quot;relativeTransform&quot;:{&quot;translate&quot;:{&quot;x&quot;:0,&quot;y&quot;:0},&quot;rotate&quot;:0},&quot;text&quot;:{&quot;textData&quot;:{&quot;lineSpacing&quot;:&quot;normal&quot;,&quot;alignment&quot;:&quot;center&quot;,&quot;verticalAlign&quot;:&quot;TOP&quot;,&quot;lines&quot;:[{&quot;runs&quot;:[{&quot;style&quot;:{&quot;fontFamily&quot;:&quot;Roboto&quot;,&quot;fontSize&quot;:16,&quot;color&quot;:&quot;rgba(255,255,255,1)&quot;,&quot;fontWeight&quot;:&quot;bold&quot;,&quot;fontStyle&quot;:&quot;normal&quot;,&quot;decoration&quot;:&quot;none&quot;},&quot;range&quot;:[0,10]}],&quot;text&quot;:&quot;Cell  lysis&quot;}],&quot;_lastCaretLocation&quot;:{&quot;lineIndex&quot;:0,&quot;runIndex&quot;:0,&quot;charIndex&quot;:5}},&quot;format&quot;:&quot;BETTER_TEXT&quot;,&quot;size&quot;:{&quot;x&quot;:88,&quot;y&quot;:19},&quot;targetSize&quot;:{&quot;x&quot;:88,&quot;y&quot;:2}},&quot;parent&quot;:{&quot;type&quot;:&quot;CHILD&quot;,&quot;parentId&quot;:&quot;93994c93-0428-4c2d-95e8-4aadc9631606&quot;,&quot;order&quot;:&quot;5&quot;}},&quot;8a43d673-2956-4d00-8679-e1423cf8afbd&quot;:{&quot;id&quot;:&quot;8a43d673-2956-4d00-8679-e1423cf8afbd&quot;,&quot;type&quot;:&quot;FIGURE_OBJECT&quot;,&quot;relativeTransform&quot;:{&quot;translate&quot;:{&quot;x&quot;:-449.1225535114012,&quot;y&quot;:-346.5893982907007},&quot;rotate&quot;:0,&quot;skewX&quot;:0,&quot;scale&quot;:{&quot;x&quot;:1,&quot;y&quot;:1}},&quot;text&quot;:{&quot;textData&quot;:{&quot;lineSpacing&quot;:&quot;normal&quot;,&quot;alignment&quot;:&quot;center&quot;,&quot;verticalAlign&quot;:&quot;TOP&quot;,&quot;lines&quot;:[{&quot;runs&quot;:[{&quot;style&quot;:{&quot;fontFamily&quot;:&quot;Roboto&quot;,&quot;fontSize&quot;:16,&quot;color&quot;:&quot;rgba(192,56,48,1)&quot;,&quot;fontWeight&quot;:&quot;bold&quot;,&quot;fontStyle&quot;:&quot;normal&quot;,&quot;decoration&quot;:&quot;none&quot;},&quot;range&quot;:[0,7]}],&quot;text&quot;:&quot;Colistin&quot;,&quot;baseStyle&quot;:{&quot;fontFamily&quot;:&quot;Roboto&quot;,&quot;fontSize&quot;:16,&quot;color&quot;:&quot;black&quot;,&quot;fontWeight&quot;:&quot;bold&quot;,&quot;fontStyle&quot;:&quot;normal&quot;,&quot;decoration&quot;:&quot;none&quot;,&quot;script&quot;:&quot;none&quot;}}],&quot;_lastCaretLocation&quot;:{&quot;lineIndex&quot;:0,&quot;runIndex&quot;:0,&quot;charIndex&quot;:0}},&quot;format&quot;:&quot;BETTER_TEXT&quot;,&quot;size&quot;:{&quot;x&quot;:54.8359375,&quot;y&quot;:19},&quot;targetSize&quot;:{&quot;x&quot;:54.8359375,&quot;y&quot;:19}},&quot;parent&quot;:{&quot;type&quot;:&quot;CHILD&quot;,&quot;parentId&quot;:&quot;b42fdb2e-097d-4fd1-a6e4-2e3fad111d0f&quot;,&quot;order&quot;:&quot;999999999999998&quot;}},&quot;2543ce1b-431f-48e6-b560-abf85d7b2fd0&quot;:{&quot;id&quot;:&quot;2543ce1b-431f-48e6-b560-abf85d7b2fd0&quot;,&quot;type&quot;:&quot;FIGURE_OBJECT&quot;,&quot;relativeTransform&quot;:{&quot;translate&quot;:{&quot;x&quot;:-474.4841423855868,&quot;y&quot;:-134.52619773478034},&quot;rotate&quot;:0,&quot;skewX&quot;:0,&quot;scale&quot;:{&quot;x&quot;:1,&quot;y&quot;:1}},&quot;text&quot;:{&quot;textData&quot;:{&quot;lineSpacing&quot;:&quot;normal&quot;,&quot;alignment&quot;:&quot;right&quot;,&quot;verticalAlign&quot;:&quot;TOP&quot;,&quot;lines&quot;:[{&quot;runs&quot;:[{&quot;style&quot;:{&quot;fontFamily&quot;:&quot;Roboto&quot;,&quot;fontSize&quot;:16,&quot;color&quot;:&quot;rgba(114,190,183,1)&quot;,&quot;fontWeight&quot;:&quot;normal&quot;,&quot;fontStyle&quot;:&quot;normal&quot;,&quot;decoration&quot;:&quot;none&quot;,&quot;script&quot;:&quot;none&quot;},&quot;range&quot;:[0,2]}],&quot;text&quot;:&quot;LPS&quot;}],&quot;_lastCaretLocation&quot;:{&quot;lineIndex&quot;:0,&quot;runIndex&quot;:-1,&quot;charIndex&quot;:-1,&quot;endOfLine&quot;:true}},&quot;format&quot;:&quot;BETTER_TEXT&quot;,&quot;size&quot;:{&quot;x&quot;:31.4609375,&quot;y&quot;:19},&quot;targetSize&quot;:{&quot;x&quot;:24.96875,&quot;y&quot;:19}},&quot;parent&quot;:{&quot;type&quot;:&quot;CHILD&quot;,&quot;parentId&quot;:&quot;b42fdb2e-097d-4fd1-a6e4-2e3fad111d0f&quot;,&quot;order&quot;:&quot;9999999999999995&quot;}},&quot;b4588f0c-a38e-4d6e-a293-c97b12a8e111&quot;:{&quot;id&quot;:&quot;b4588f0c-a38e-4d6e-a293-c97b12a8e111&quot;,&quot;type&quot;:&quot;FIGURE_OBJECT&quot;,&quot;relativeTransform&quot;:{&quot;translate&quot;:{&quot;x&quot;:244.57372092554667,&quot;y&quot;:345.54114536871424},&quot;rotate&quot;:0,&quot;skewX&quot;:0,&quot;scale&quot;:{&quot;x&quot;:1,&quot;y&quot;:1}},&quot;text&quot;:{&quot;textData&quot;:{&quot;lineSpacing&quot;:&quot;normal&quot;,&quot;alignment&quot;:&quot;center&quot;,&quot;verticalAlign&quot;:&quot;CENTER&quot;,&quot;lines&quot;:[{&quot;runs&quot;:[{&quot;style&quot;:{&quot;fontFamily&quot;:&quot;Roboto&quot;,&quot;fontSize&quot;:16,&quot;color&quot;:&quot;rgba(23,23,23,1)&quot;,&quot;fontWeight&quot;:&quot;bold&quot;,&quot;fontStyle&quot;:&quot;normal&quot;,&quot;decoration&quot;:&quot;none&quot;},&quot;range&quot;:[0,26]}],&quot;text&quot;:&quot;Cytoplasmic content release&quot;}],&quot;_lastCaretLocation&quot;:{&quot;lineIndex&quot;:0,&quot;runIndex&quot;:-1,&quot;charIndex&quot;:-1,&quot;endOfLine&quot;:true}},&quot;format&quot;:&quot;BETTER_TEXT&quot;,&quot;size&quot;:{&quot;x&quot;:129.10437452316285,&quot;y&quot;:37.08000029802315},&quot;targetSize&quot;:{&quot;x&quot;:129.10437452316285,&quot;y&quot;:37.08000029802315}},&quot;parent&quot;:{&quot;type&quot;:&quot;CHILD&quot;,&quot;parentId&quot;:&quot;b42fdb2e-097d-4fd1-a6e4-2e3fad111d0f&quot;,&quot;order&quot;:&quot;9999999999999999&quot;}},&quot;e6606383-2d80-40fc-b03c-40ece80cac06&quot;:{&quot;type&quot;:&quot;FIGURE_OBJECT&quot;,&quot;id&quot;:&quot;e6606383-2d80-40fc-b03c-40ece80cac06&quot;,&quot;relativeTransform&quot;:{&quot;translate&quot;:{&quot;x&quot;:-393.3804030252809,&quot;y&quot;:-238.25465684632113},&quot;rotate&quot;:0,&quot;skewX&quot;:0,&quot;scale&quot;:{&quot;x&quot;:1,&quot;y&quot;:1}},&quot;layout&quot;:{&quot;sizeRatio&quot;:{&quot;x&quot;:0.88,&quot;y&quot;:0.88},&quot;keepAspectRatio&quot;:true},&quot;opacity&quot;:1,&quot;path&quot;:{&quot;type&quot;:&quot;ELLIPSE&quot;,&quot;size&quot;:{&quot;x&quot;:23.54323806936601,&quot;y&quot;:24.24011791621923}},&quot;pathStyles&quot;:[{&quot;type&quot;:&quot;FILL&quot;,&quot;fillStyle&quot;:&quot;rgba(255,255,255,1)&quot;},{&quot;type&quot;:&quot;STROKE&quot;,&quot;strokeStyle&quot;:&quot;rgba(23,23,23,1)&quot;,&quot;lineWidth&quot;:1.5,&quot;lineJoin&quot;:&quot;round&quot;}],&quot;isLocked&quot;:false,&quot;parent&quot;:{&quot;type&quot;:&quot;CHILD&quot;,&quot;parentId&quot;:&quot;b42fdb2e-097d-4fd1-a6e4-2e3fad111d0f&quot;,&quot;order&quot;:&quot;99999999999999999998&quot;}},&quot;d4016c10-9dda-4b29-8951-b837e1ca7016&quot;:{&quot;type&quot;:&quot;FIGURE_OBJECT&quot;,&quot;id&quot;:&quot;d4016c10-9dda-4b29-8951-b837e1ca7016&quot;,&quot;relativeTransform&quot;:{&quot;translate&quot;:{&quot;x&quot;:0,&quot;y&quot;:0},&quot;rotate&quot;:0},&quot;text&quot;:{&quot;textData&quot;:{&quot;lineSpacing&quot;:&quot;normal&quot;,&quot;alignment&quot;:&quot;center&quot;,&quot;lines&quot;:[{&quot;runs&quot;:[{&quot;style&quot;:{&quot;fontFamily&quot;:&quot;Roboto&quot;,&quot;fontSize&quot;:16,&quot;color&quot;:&quot;rgba(23,23,23,1)&quot;,&quot;fontWeight&quot;:&quot;bold&quot;,&quot;fontStyle&quot;:&quot;normal&quot;,&quot;decoration&quot;:&quot;none&quot;,&quot;script&quot;:&quot;none&quot;},&quot;range&quot;:[0,0]}],&quot;text&quot;:&quot;1&quot;,&quot;baseStyle&quot;:{&quot;fontFamily&quot;:&quot;Roboto&quot;,&quot;fontSize&quot;:16,&quot;color&quot;:&quot;black&quot;,&quot;fontWeight&quot;:&quot;normal&quot;,&quot;fontStyle&quot;:&quot;normal&quot;,&quot;decoration&quot;:&quot;none&quot;,&quot;script&quot;:&quot;none&quot;}}],&quot;verticalAlign&quot;:&quot;TOP&quot;},&quot;size&quot;:{&quot;x&quot;:20.718049501042092,&quot;y&quot;:19},&quot;targetSize&quot;:{&quot;x&quot;:20.718049501042092,&quot;y&quot;:2},&quot;format&quot;:&quot;BETTER_TEXT&quot;},&quot;parent&quot;:{&quot;type&quot;:&quot;CHILD&quot;,&quot;parentId&quot;:&quot;e6606383-2d80-40fc-b03c-40ece80cac06&quot;,&quot;order&quot;:&quot;5&quot;}},&quot;23432ac7-8641-40aa-92e5-0ef61f8f75f3&quot;:{&quot;type&quot;:&quot;FIGURE_OBJECT&quot;,&quot;id&quot;:&quot;23432ac7-8641-40aa-92e5-0ef61f8f75f3&quot;,&quot;relativeTransform&quot;:{&quot;translate&quot;:{&quot;x&quot;:32.51721911302378,&quot;y&quot;:141.9594345196742},&quot;rotate&quot;:0,&quot;skewX&quot;:0,&quot;scale&quot;:{&quot;x&quot;:1,&quot;y&quot;:1}},&quot;layout&quot;:{&quot;sizeRatio&quot;:{&quot;x&quot;:0.88,&quot;y&quot;:0.88},&quot;keepAspectRatio&quot;:true},&quot;opacity&quot;:1,&quot;path&quot;:{&quot;type&quot;:&quot;ELLIPSE&quot;,&quot;size&quot;:{&quot;x&quot;:23.54323806936601,&quot;y&quot;:24.24011791621923}},&quot;pathStyles&quot;:[{&quot;type&quot;:&quot;FILL&quot;,&quot;fillStyle&quot;:&quot;rgba(255,255,255,1)&quot;},{&quot;type&quot;:&quot;STROKE&quot;,&quot;strokeStyle&quot;:&quot;rgba(23,23,23,1)&quot;,&quot;lineWidth&quot;:1.5,&quot;lineJoin&quot;:&quot;round&quot;}],&quot;isLocked&quot;:false,&quot;parent&quot;:{&quot;type&quot;:&quot;CHILD&quot;,&quot;parentId&quot;:&quot;b42fdb2e-097d-4fd1-a6e4-2e3fad111d0f&quot;,&quot;order&quot;:&quot;999999999999999999998&quot;}},&quot;066b0507-ab7f-47b6-8c4b-ed6da487f9fa&quot;:{&quot;type&quot;:&quot;FIGURE_OBJECT&quot;,&quot;id&quot;:&quot;066b0507-ab7f-47b6-8c4b-ed6da487f9fa&quot;,&quot;relativeTransform&quot;:{&quot;translate&quot;:{&quot;x&quot;:0,&quot;y&quot;:0},&quot;rotate&quot;:0},&quot;text&quot;:{&quot;textData&quot;:{&quot;lineSpacing&quot;:&quot;normal&quot;,&quot;alignment&quot;:&quot;center&quot;,&quot;lines&quot;:[{&quot;runs&quot;:[{&quot;style&quot;:{&quot;fontFamily&quot;:&quot;Roboto&quot;,&quot;fontSize&quot;:16,&quot;color&quot;:&quot;rgba(23,23,23,1)&quot;,&quot;fontWeight&quot;:&quot;bold&quot;,&quot;fontStyle&quot;:&quot;normal&quot;,&quot;decoration&quot;:&quot;none&quot;,&quot;script&quot;:&quot;none&quot;},&quot;range&quot;:[0,0]}],&quot;text&quot;:&quot;5&quot;}],&quot;verticalAlign&quot;:&quot;TOP&quot;,&quot;_lastCaretLocation&quot;:{&quot;lineIndex&quot;:0,&quot;runIndex&quot;:-1,&quot;charIndex&quot;:-1,&quot;endOfLine&quot;:true}},&quot;size&quot;:{&quot;x&quot;:20.718049501042092,&quot;y&quot;:19},&quot;targetSize&quot;:{&quot;x&quot;:20.718049501042092,&quot;y&quot;:2},&quot;format&quot;:&quot;BETTER_TEXT&quot;},&quot;parent&quot;:{&quot;type&quot;:&quot;CHILD&quot;,&quot;parentId&quot;:&quot;23432ac7-8641-40aa-92e5-0ef61f8f75f3&quot;,&quot;order&quot;:&quot;5&quot;}},&quot;4285dd39-5d2e-453a-bf58-fdf3a9fc9113&quot;:{&quot;type&quot;:&quot;FIGURE_OBJECT&quot;,&quot;id&quot;:&quot;4285dd39-5d2e-453a-bf58-fdf3a9fc9113&quot;,&quot;relativeTransform&quot;:{&quot;translate&quot;:{&quot;x&quot;:244.5737209255466,&quot;y&quot;:310.13632402663694},&quot;rotate&quot;:0,&quot;skewX&quot;:0,&quot;scale&quot;:{&quot;x&quot;:1,&quot;y&quot;:1}},&quot;layout&quot;:{&quot;sizeRatio&quot;:{&quot;x&quot;:0.88,&quot;y&quot;:0.88},&quot;keepAspectRatio&quot;:true},&quot;opacity&quot;:1,&quot;path&quot;:{&quot;type&quot;:&quot;ELLIPSE&quot;,&quot;size&quot;:{&quot;x&quot;:23.54323806936601,&quot;y&quot;:24.24011791621923}},&quot;pathStyles&quot;:[{&quot;type&quot;:&quot;FILL&quot;,&quot;fillStyle&quot;:&quot;rgba(255,255,255,1)&quot;},{&quot;type&quot;:&quot;STROKE&quot;,&quot;strokeStyle&quot;:&quot;rgba(23,23,23,1)&quot;,&quot;lineWidth&quot;:1.5,&quot;lineJoin&quot;:&quot;round&quot;}],&quot;isLocked&quot;:false,&quot;parent&quot;:{&quot;type&quot;:&quot;CHILD&quot;,&quot;parentId&quot;:&quot;b42fdb2e-097d-4fd1-a6e4-2e3fad111d0f&quot;,&quot;order&quot;:&quot;999999999999999999999&quot;}},&quot;03679273-ea8c-48e7-b5b4-7da9743a7b0b&quot;:{&quot;type&quot;:&quot;FIGURE_OBJECT&quot;,&quot;id&quot;:&quot;03679273-ea8c-48e7-b5b4-7da9743a7b0b&quot;,&quot;relativeTransform&quot;:{&quot;translate&quot;:{&quot;x&quot;:0,&quot;y&quot;:0},&quot;rotate&quot;:0},&quot;text&quot;:{&quot;textData&quot;:{&quot;lineSpacing&quot;:&quot;normal&quot;,&quot;alignment&quot;:&quot;center&quot;,&quot;lines&quot;:[{&quot;runs&quot;:[{&quot;style&quot;:{&quot;fontFamily&quot;:&quot;Roboto&quot;,&quot;fontSize&quot;:16,&quot;color&quot;:&quot;rgba(23,23,23,1)&quot;,&quot;fontWeight&quot;:&quot;bold&quot;,&quot;fontStyle&quot;:&quot;normal&quot;,&quot;decoration&quot;:&quot;none&quot;,&quot;script&quot;:&quot;none&quot;},&quot;range&quot;:[0,0]}],&quot;text&quot;:&quot;6&quot;}],&quot;verticalAlign&quot;:&quot;TOP&quot;,&quot;_lastCaretLocation&quot;:{&quot;lineIndex&quot;:0,&quot;runIndex&quot;:-1,&quot;charIndex&quot;:-1,&quot;endOfLine&quot;:true}},&quot;size&quot;:{&quot;x&quot;:20.718049501042092,&quot;y&quot;:19},&quot;targetSize&quot;:{&quot;x&quot;:20.718049501042092,&quot;y&quot;:2},&quot;format&quot;:&quot;BETTER_TEXT&quot;},&quot;parent&quot;:{&quot;type&quot;:&quot;CHILD&quot;,&quot;parentId&quot;:&quot;4285dd39-5d2e-453a-bf58-fdf3a9fc9113&quot;,&quot;order&quot;:&quot;5&quot;}},&quot;9c40b7c1-edb3-4935-bec9-58b4a46f6242&quot;:{&quot;type&quot;:&quot;FIGURE_OBJECT&quot;,&quot;id&quot;:&quot;9c40b7c1-edb3-4935-bec9-58b4a46f6242&quot;,&quot;relativeTransform&quot;:{&quot;translate&quot;:{&quot;x&quot;:244.57372092554664,&quot;y&quot;:-238.25465684632113},&quot;rotate&quot;:0,&quot;skewX&quot;:0,&quot;scale&quot;:{&quot;x&quot;:1,&quot;y&quot;:1}},&quot;layout&quot;:{&quot;sizeRatio&quot;:{&quot;x&quot;:0.88,&quot;y&quot;:0.88},&quot;keepAspectRatio&quot;:true},&quot;opacity&quot;:1,&quot;path&quot;:{&quot;type&quot;:&quot;ELLIPSE&quot;,&quot;size&quot;:{&quot;x&quot;:23.54323806936601,&quot;y&quot;:24.24011791621923}},&quot;pathStyles&quot;:[{&quot;type&quot;:&quot;FILL&quot;,&quot;fillStyle&quot;:&quot;rgba(255,255,255,1)&quot;},{&quot;type&quot;:&quot;STROKE&quot;,&quot;strokeStyle&quot;:&quot;rgba(23,23,23,1)&quot;,&quot;lineWidth&quot;:1.5,&quot;lineJoin&quot;:&quot;round&quot;}],&quot;isLocked&quot;:false,&quot;parent&quot;:{&quot;type&quot;:&quot;CHILD&quot;,&quot;parentId&quot;:&quot;b42fdb2e-097d-4fd1-a6e4-2e3fad111d0f&quot;,&quot;order&quot;:&quot;9999999999999999999995&quot;}},&quot;26664d95-a050-4d80-9abf-d90fa7dc328b&quot;:{&quot;type&quot;:&quot;FIGURE_OBJECT&quot;,&quot;id&quot;:&quot;26664d95-a050-4d80-9abf-d90fa7dc328b&quot;,&quot;relativeTransform&quot;:{&quot;translate&quot;:{&quot;x&quot;:0,&quot;y&quot;:0},&quot;rotate&quot;:0},&quot;text&quot;:{&quot;textData&quot;:{&quot;lineSpacing&quot;:&quot;normal&quot;,&quot;alignment&quot;:&quot;center&quot;,&quot;lines&quot;:[{&quot;runs&quot;:[{&quot;style&quot;:{&quot;fontFamily&quot;:&quot;Roboto&quot;,&quot;fontSize&quot;:16,&quot;color&quot;:&quot;rgba(23,23,23,1)&quot;,&quot;fontWeight&quot;:&quot;bold&quot;,&quot;fontStyle&quot;:&quot;normal&quot;,&quot;decoration&quot;:&quot;none&quot;,&quot;script&quot;:&quot;none&quot;},&quot;range&quot;:[0,0]}],&quot;text&quot;:&quot;7&quot;}],&quot;verticalAlign&quot;:&quot;TOP&quot;,&quot;_lastCaretLocation&quot;:{&quot;lineIndex&quot;:0,&quot;runIndex&quot;:-1,&quot;charIndex&quot;:-1,&quot;endOfLine&quot;:true}},&quot;size&quot;:{&quot;x&quot;:20.718049501042092,&quot;y&quot;:19},&quot;targetSize&quot;:{&quot;x&quot;:20.718049501042092,&quot;y&quot;:2},&quot;format&quot;:&quot;BETTER_TEXT&quot;},&quot;parent&quot;:{&quot;type&quot;:&quot;CHILD&quot;,&quot;parentId&quot;:&quot;9c40b7c1-edb3-4935-bec9-58b4a46f6242&quot;,&quot;order&quot;:&quot;5&quot;}},&quot;397f871c-ea4a-4065-930b-523a2ee0542d&quot;:{&quot;id&quot;:&quot;397f871c-ea4a-4065-930b-523a2ee0542d&quot;,&quot;type&quot;:&quot;FIGURE_OBJECT&quot;,&quot;relativeTransform&quot;:{&quot;translate&quot;:{&quot;x&quot;:-393.3804030252809,&quot;y&quot;:-201.718382405893},&quot;rotate&quot;:0,&quot;skewX&quot;:0,&quot;scale&quot;:{&quot;x&quot;:1,&quot;y&quot;:1}},&quot;text&quot;:{&quot;textData&quot;:{&quot;lineSpacing&quot;:&quot;normal&quot;,&quot;alignment&quot;:&quot;center&quot;,&quot;verticalAlign&quot;:&quot;TOP&quot;,&quot;lines&quot;:[{&quot;runs&quot;:[{&quot;style&quot;:{&quot;fontFamily&quot;:&quot;Roboto&quot;,&quot;fontSize&quot;:16,&quot;color&quot;:&quot;black&quot;,&quot;fontWeight&quot;:&quot;bold&quot;,&quot;fontStyle&quot;:&quot;normal&quot;,&quot;decoration&quot;:&quot;none&quot;},&quot;range&quot;:[0,6]}],&quot;text&quot;:&quot;Binding&quot;},{&quot;runs&quot;:[{&quot;style&quot;:{&quot;fontFamily&quot;:&quot;Roboto&quot;,&quot;fontSize&quot;:16,&quot;color&quot;:&quot;black&quot;,&quot;fontWeight&quot;:&quot;bold&quot;,&quot;fontStyle&quot;:&quot;normal&quot;,&quot;decoration&quot;:&quot;none&quot;,&quot;script&quot;:&quot;none&quot;},&quot;range&quot;:[0,5]}],&quot;text&quot;:&quot;to LPS&quot;}],&quot;_lastCaretLocation&quot;:{&quot;lineIndex&quot;:1,&quot;runIndex&quot;:-1,&quot;charIndex&quot;:-1,&quot;endOfLine&quot;:true}},&quot;format&quot;:&quot;BETTER_TEXT&quot;,&quot;size&quot;:{&quot;x&quot;:58.03125,&quot;y&quot;:37.08},&quot;targetSize&quot;:{&quot;x&quot;:56.6484375,&quot;y&quot;:19}},&quot;parent&quot;:{&quot;type&quot;:&quot;CHILD&quot;,&quot;parentId&quot;:&quot;b42fdb2e-097d-4fd1-a6e4-2e3fad111d0f&quot;,&quot;order&quot;:&quot;9999999999999999999998&quot;}},&quot;02f12d0b-3981-460e-8743-1ff69938259b&quot;:{&quot;type&quot;:&quot;FIGURE_OBJECT&quot;,&quot;id&quot;:&quot;02f12d0b-3981-460e-8743-1ff69938259b&quot;,&quot;relativeTransform&quot;:{&quot;translate&quot;:{&quot;x&quot;:-278.568878994201,&quot;y&quot;:-238.25465684632113},&quot;rotate&quot;:0,&quot;skewX&quot;:0,&quot;scale&quot;:{&quot;x&quot;:1,&quot;y&quot;:1}},&quot;layout&quot;:{&quot;sizeRatio&quot;:{&quot;x&quot;:0.88,&quot;y&quot;:0.88},&quot;keepAspectRatio&quot;:true},&quot;opacity&quot;:1,&quot;path&quot;:{&quot;type&quot;:&quot;ELLIPSE&quot;,&quot;size&quot;:{&quot;x&quot;:23.54323806936601,&quot;y&quot;:24.24011791621923}},&quot;pathStyles&quot;:[{&quot;type&quot;:&quot;FILL&quot;,&quot;fillStyle&quot;:&quot;rgba(255,255,255,1)&quot;},{&quot;type&quot;:&quot;STROKE&quot;,&quot;strokeStyle&quot;:&quot;rgba(23,23,23,1)&quot;,&quot;lineWidth&quot;:1.5,&quot;lineJoin&quot;:&quot;round&quot;}],&quot;isLocked&quot;:false,&quot;parent&quot;:{&quot;type&quot;:&quot;CHILD&quot;,&quot;parentId&quot;:&quot;b42fdb2e-097d-4fd1-a6e4-2e3fad111d0f&quot;,&quot;order&quot;:&quot;99999999999999999999985&quot;}},&quot;14aa04fc-404e-4e6b-b4db-086552d7bb8c&quot;:{&quot;type&quot;:&quot;FIGURE_OBJECT&quot;,&quot;id&quot;:&quot;14aa04fc-404e-4e6b-b4db-086552d7bb8c&quot;,&quot;relativeTransform&quot;:{&quot;translate&quot;:{&quot;x&quot;:0,&quot;y&quot;:0},&quot;rotate&quot;:0},&quot;text&quot;:{&quot;textData&quot;:{&quot;lineSpacing&quot;:&quot;normal&quot;,&quot;alignment&quot;:&quot;center&quot;,&quot;lines&quot;:[{&quot;runs&quot;:[{&quot;style&quot;:{&quot;fontFamily&quot;:&quot;Roboto&quot;,&quot;fontSize&quot;:16,&quot;color&quot;:&quot;rgba(23,23,23,1)&quot;,&quot;fontWeight&quot;:&quot;bold&quot;,&quot;fontStyle&quot;:&quot;normal&quot;,&quot;decoration&quot;:&quot;none&quot;,&quot;script&quot;:&quot;none&quot;},&quot;range&quot;:[0,0]}],&quot;text&quot;:&quot;2&quot;}],&quot;verticalAlign&quot;:&quot;TOP&quot;,&quot;_lastCaretLocation&quot;:{&quot;lineIndex&quot;:0,&quot;runIndex&quot;:-1,&quot;charIndex&quot;:-1,&quot;endOfLine&quot;:true}},&quot;size&quot;:{&quot;x&quot;:20.718049501042092,&quot;y&quot;:19},&quot;targetSize&quot;:{&quot;x&quot;:20.718049501042092,&quot;y&quot;:2},&quot;format&quot;:&quot;BETTER_TEXT&quot;},&quot;parent&quot;:{&quot;type&quot;:&quot;CHILD&quot;,&quot;parentId&quot;:&quot;02f12d0b-3981-460e-8743-1ff69938259b&quot;,&quot;order&quot;:&quot;5&quot;}},&quot;f8f3f24c-2c98-4fa5-bc27-1f71d9076d8e&quot;:{&quot;id&quot;:&quot;f8f3f24c-2c98-4fa5-bc27-1f71d9076d8e&quot;,&quot;type&quot;:&quot;FIGURE_OBJECT&quot;,&quot;relativeTransform&quot;:{&quot;translate&quot;:{&quot;x&quot;:-278.568878994201,&quot;y&quot;:-201.71838240589304},&quot;rotate&quot;:0,&quot;skewX&quot;:0,&quot;scale&quot;:{&quot;x&quot;:1,&quot;y&quot;:1}},&quot;text&quot;:{&quot;textData&quot;:{&quot;lineSpacing&quot;:&quot;normal&quot;,&quot;alignment&quot;:&quot;center&quot;,&quot;verticalAlign&quot;:&quot;TOP&quot;,&quot;lines&quot;:[{&quot;runs&quot;:[{&quot;style&quot;:{&quot;fontFamily&quot;:&quot;Roboto&quot;,&quot;fontSize&quot;:16,&quot;color&quot;:&quot;black&quot;,&quot;fontWeight&quot;:&quot;bold&quot;,&quot;fontStyle&quot;:&quot;normal&quot;,&quot;decoration&quot;:&quot;none&quot;,&quot;script&quot;:&quot;none&quot;},&quot;range&quot;:[0,13]}],&quot;text&quot;:&quot;Release of LPS&quot;}],&quot;_lastCaretLocation&quot;:{&quot;lineIndex&quot;:0,&quot;runIndex&quot;:-1,&quot;charIndex&quot;:-1,&quot;endOfLine&quot;:true}},&quot;format&quot;:&quot;BETTER_TEXT&quot;,&quot;size&quot;:{&quot;x&quot;:61.1875,&quot;y&quot;:37.08},&quot;targetSize&quot;:{&quot;x&quot;:56.6484375,&quot;y&quot;:19}},&quot;parent&quot;:{&quot;type&quot;:&quot;CHILD&quot;,&quot;parentId&quot;:&quot;b42fdb2e-097d-4fd1-a6e4-2e3fad111d0f&quot;,&quot;order&quot;:&quot;9999999999999999999999&quot;}},&quot;1ac6f232-16d4-4a59-9cc5-85e40fc7f52c&quot;:{&quot;type&quot;:&quot;FIGURE_OBJECT&quot;,&quot;id&quot;:&quot;1ac6f232-16d4-4a59-9cc5-85e40fc7f52c&quot;,&quot;relativeTransform&quot;:{&quot;translate&quot;:{&quot;x&quot;:-82.23046618326299,&quot;y&quot;:-238.25465684632113},&quot;rotate&quot;:0,&quot;skewX&quot;:0,&quot;scale&quot;:{&quot;x&quot;:1,&quot;y&quot;:1}},&quot;layout&quot;:{&quot;sizeRatio&quot;:{&quot;x&quot;:0.88,&quot;y&quot;:0.88},&quot;keepAspectRatio&quot;:true},&quot;opacity&quot;:1,&quot;path&quot;:{&quot;type&quot;:&quot;ELLIPSE&quot;,&quot;size&quot;:{&quot;x&quot;:23.54323806936601,&quot;y&quot;:24.24011791621923}},&quot;pathStyles&quot;:[{&quot;type&quot;:&quot;FILL&quot;,&quot;fillStyle&quot;:&quot;rgba(255,255,255,1)&quot;},{&quot;type&quot;:&quot;STROKE&quot;,&quot;strokeStyle&quot;:&quot;rgba(23,23,23,1)&quot;,&quot;lineWidth&quot;:1.5,&quot;lineJoin&quot;:&quot;round&quot;}],&quot;isLocked&quot;:false,&quot;parent&quot;:{&quot;type&quot;:&quot;CHILD&quot;,&quot;parentId&quot;:&quot;b42fdb2e-097d-4fd1-a6e4-2e3fad111d0f&quot;,&quot;order&quot;:&quot;99999999999999999999992&quot;}},&quot;b9719e2f-6d40-4986-9cd1-1402389e9176&quot;:{&quot;type&quot;:&quot;FIGURE_OBJECT&quot;,&quot;id&quot;:&quot;b9719e2f-6d40-4986-9cd1-1402389e9176&quot;,&quot;relativeTransform&quot;:{&quot;translate&quot;:{&quot;x&quot;:0,&quot;y&quot;:0},&quot;rotate&quot;:0},&quot;text&quot;:{&quot;textData&quot;:{&quot;lineSpacing&quot;:&quot;normal&quot;,&quot;alignment&quot;:&quot;center&quot;,&quot;lines&quot;:[{&quot;runs&quot;:[{&quot;style&quot;:{&quot;fontFamily&quot;:&quot;Roboto&quot;,&quot;fontSize&quot;:16,&quot;color&quot;:&quot;rgba(23,23,23,1)&quot;,&quot;fontWeight&quot;:&quot;bold&quot;,&quot;fontStyle&quot;:&quot;normal&quot;,&quot;decoration&quot;:&quot;none&quot;,&quot;script&quot;:&quot;none&quot;},&quot;range&quot;:[0,0]}],&quot;text&quot;:&quot;3&quot;}],&quot;verticalAlign&quot;:&quot;TOP&quot;,&quot;_lastCaretLocation&quot;:{&quot;lineIndex&quot;:0,&quot;runIndex&quot;:-1,&quot;charIndex&quot;:-1,&quot;endOfLine&quot;:true}},&quot;size&quot;:{&quot;x&quot;:20.718049501042092,&quot;y&quot;:19},&quot;targetSize&quot;:{&quot;x&quot;:20.718049501042092,&quot;y&quot;:2},&quot;format&quot;:&quot;BETTER_TEXT&quot;},&quot;parent&quot;:{&quot;type&quot;:&quot;CHILD&quot;,&quot;parentId&quot;:&quot;1ac6f232-16d4-4a59-9cc5-85e40fc7f52c&quot;,&quot;order&quot;:&quot;5&quot;}},&quot;bb5e25c9-f9dd-4c7d-9710-7c01497ba92c&quot;:{&quot;id&quot;:&quot;bb5e25c9-f9dd-4c7d-9710-7c01497ba92c&quot;,&quot;type&quot;:&quot;FIGURE_OBJECT&quot;,&quot;relativeTransform&quot;:{&quot;translate&quot;:{&quot;x&quot;:-82.230466183263,&quot;y&quot;:-183.63838240589303},&quot;rotate&quot;:0,&quot;skewX&quot;:0,&quot;scale&quot;:{&quot;x&quot;:1,&quot;y&quot;:1}},&quot;text&quot;:{&quot;textData&quot;:{&quot;lineSpacing&quot;:&quot;normal&quot;,&quot;alignment&quot;:&quot;center&quot;,&quot;verticalAlign&quot;:&quot;TOP&quot;,&quot;lines&quot;:[{&quot;runs&quot;:[{&quot;style&quot;:{&quot;fontFamily&quot;:&quot;Roboto&quot;,&quot;fontSize&quot;:16,&quot;color&quot;:&quot;black&quot;,&quot;fontWeight&quot;:&quot;bold&quot;,&quot;fontStyle&quot;:&quot;normal&quot;,&quot;decoration&quot;:&quot;none&quot;,&quot;script&quot;:&quot;none&quot;},&quot;range&quot;:[0,23]}],&quot;text&quot;:&quot;Damage to outer membrane&quot;,&quot;baseStyle&quot;:{&quot;fontFamily&quot;:&quot;Roboto&quot;,&quot;fontSize&quot;:16,&quot;color&quot;:&quot;black&quot;,&quot;fontWeight&quot;:&quot;bold&quot;,&quot;fontStyle&quot;:&quot;normal&quot;,&quot;decoration&quot;:&quot;none&quot;,&quot;script&quot;:&quot;none&quot;}},{&quot;runs&quot;:[{&quot;style&quot;:{&quot;fontFamily&quot;:&quot;Roboto&quot;,&quot;fontSize&quot;:16,&quot;color&quot;:&quot;black&quot;,&quot;fontWeight&quot;:&quot;bold&quot;,&quot;fontStyle&quot;:&quot;normal&quot;,&quot;decoration&quot;:&quot;none&quot;,&quot;script&quot;:&quot;none&quot;},&quot;range&quot;:[0,22]}],&quot;text&quot;:&quot;and access to periplasm&quot;,&quot;baseStyle&quot;:{&quot;fontFamily&quot;:&quot;Roboto&quot;,&quot;fontSize&quot;:16,&quot;color&quot;:&quot;black&quot;,&quot;fontWeight&quot;:&quot;bold&quot;,&quot;fontStyle&quot;:&quot;normal&quot;,&quot;decoration&quot;:&quot;none&quot;,&quot;script&quot;:&quot;none&quot;}}],&quot;_lastCaretLocation&quot;:{&quot;lineIndex&quot;:0,&quot;runIndex&quot;:0,&quot;charIndex&quot;:20}},&quot;format&quot;:&quot;BETTER_TEXT&quot;,&quot;size&quot;:{&quot;x&quot;:129.7101238385735,&quot;y&quot;:73.24},&quot;targetSize&quot;:{&quot;x&quot;:129.7101238385735,&quot;y&quot;:73.24}},&quot;parent&quot;:{&quot;type&quot;:&quot;CHILD&quot;,&quot;parentId&quot;:&quot;b42fdb2e-097d-4fd1-a6e4-2e3fad111d0f&quot;,&quot;order&quot;:&quot;99999999999999999999995&quot;}},&quot;fd45187f-45e8-4171-8012-4c30fd91b7e1&quot;:{&quot;type&quot;:&quot;FIGURE_OBJECT&quot;,&quot;id&quot;:&quot;fd45187f-45e8-4171-8012-4c30fd91b7e1&quot;,&quot;relativeTransform&quot;:{&quot;translate&quot;:{&quot;x&quot;:-53.26367654652726,&quot;y&quot;:18.740558487208315},&quot;rotate&quot;:0,&quot;skewX&quot;:0,&quot;scale&quot;:{&quot;x&quot;:1,&quot;y&quot;:1}},&quot;layout&quot;:{&quot;sizeRatio&quot;:{&quot;x&quot;:0.88,&quot;y&quot;:0.88},&quot;keepAspectRatio&quot;:true},&quot;opacity&quot;:1,&quot;path&quot;:{&quot;type&quot;:&quot;ELLIPSE&quot;,&quot;size&quot;:{&quot;x&quot;:23.54323806936601,&quot;y&quot;:24.24011791621923}},&quot;pathStyles&quot;:[{&quot;type&quot;:&quot;FILL&quot;,&quot;fillStyle&quot;:&quot;rgba(255,255,255,1)&quot;},{&quot;type&quot;:&quot;STROKE&quot;,&quot;strokeStyle&quot;:&quot;rgba(23,23,23,1)&quot;,&quot;lineWidth&quot;:1.5,&quot;lineJoin&quot;:&quot;round&quot;}],&quot;isLocked&quot;:false,&quot;parent&quot;:{&quot;type&quot;:&quot;CHILD&quot;,&quot;parentId&quot;:&quot;b42fdb2e-097d-4fd1-a6e4-2e3fad111d0f&quot;,&quot;order&quot;:&quot;99999999999999999999996&quot;}},&quot;bd28551d-6ce5-4bc4-b667-bcfc4bdd6222&quot;:{&quot;type&quot;:&quot;FIGURE_OBJECT&quot;,&quot;id&quot;:&quot;bd28551d-6ce5-4bc4-b667-bcfc4bdd6222&quot;,&quot;relativeTransform&quot;:{&quot;translate&quot;:{&quot;x&quot;:0,&quot;y&quot;:0},&quot;rotate&quot;:0},&quot;text&quot;:{&quot;textData&quot;:{&quot;lineSpacing&quot;:&quot;normal&quot;,&quot;alignment&quot;:&quot;center&quot;,&quot;lines&quot;:[{&quot;runs&quot;:[{&quot;style&quot;:{&quot;fontFamily&quot;:&quot;Roboto&quot;,&quot;fontSize&quot;:16,&quot;color&quot;:&quot;rgba(23,23,23,1)&quot;,&quot;fontWeight&quot;:&quot;bold&quot;,&quot;fontStyle&quot;:&quot;normal&quot;,&quot;decoration&quot;:&quot;none&quot;,&quot;script&quot;:&quot;none&quot;},&quot;range&quot;:[0,0]}],&quot;text&quot;:&quot;4&quot;}],&quot;verticalAlign&quot;:&quot;TOP&quot;,&quot;_lastCaretLocation&quot;:{&quot;lineIndex&quot;:0,&quot;runIndex&quot;:-1,&quot;charIndex&quot;:-1,&quot;endOfLine&quot;:true}},&quot;size&quot;:{&quot;x&quot;:20.718049501042092,&quot;y&quot;:19},&quot;targetSize&quot;:{&quot;x&quot;:20.718049501042092,&quot;y&quot;:2},&quot;format&quot;:&quot;BETTER_TEXT&quot;},&quot;parent&quot;:{&quot;type&quot;:&quot;CHILD&quot;,&quot;parentId&quot;:&quot;fd45187f-45e8-4171-8012-4c30fd91b7e1&quot;,&quot;order&quot;:&quot;5&quot;}},&quot;6df1db49-2c5b-43e4-9d5e-85eba7db435b&quot;:{&quot;id&quot;:&quot;6df1db49-2c5b-43e4-9d5e-85eba7db435b&quot;,&quot;type&quot;:&quot;FIGURE_OBJECT&quot;,&quot;relativeTransform&quot;:{&quot;translate&quot;:{&quot;x&quot;:19.09102451837133,&quot;y&quot;:18.740558487208315},&quot;rotate&quot;:0,&quot;skewX&quot;:0,&quot;scale&quot;:{&quot;x&quot;:1,&quot;y&quot;:1}},&quot;text&quot;:{&quot;textData&quot;:{&quot;lineSpacing&quot;:&quot;normal&quot;,&quot;alignment&quot;:&quot;left&quot;,&quot;verticalAlign&quot;:&quot;TOP&quot;,&quot;lines&quot;:[{&quot;runs&quot;:[{&quot;style&quot;:{&quot;fontFamily&quot;:&quot;Roboto&quot;,&quot;fontSize&quot;:16,&quot;color&quot;:&quot;black&quot;,&quot;fontWeight&quot;:&quot;bold&quot;,&quot;fontStyle&quot;:&quot;normal&quot;,&quot;decoration&quot;:&quot;none&quot;},&quot;range&quot;:[0,13]}],&quot;text&quot;:&quot;Binding to LPS&quot;}],&quot;_lastCaretLocation&quot;:{&quot;lineIndex&quot;:0,&quot;runIndex&quot;:0,&quot;charIndex&quot;:8}},&quot;format&quot;:&quot;BETTER_TEXT&quot;,&quot;size&quot;:{&quot;x&quot;:111.5920518673629,&quot;y&quot;:19},&quot;targetSize&quot;:{&quot;x&quot;:111.5920518673629,&quot;y&quot;:19}},&quot;parent&quot;:{&quot;type&quot;:&quot;CHILD&quot;,&quot;parentId&quot;:&quot;b42fdb2e-097d-4fd1-a6e4-2e3fad111d0f&quot;,&quot;order&quot;:&quot;99999999999999999999997&quot;}},&quot;f872962a-90c0-413c-8a0c-8caa25ecd8a2&quot;:{&quot;id&quot;:&quot;f872962a-90c0-413c-8a0c-8caa25ecd8a2&quot;,&quot;type&quot;:&quot;FIGURE_OBJECT&quot;,&quot;relativeTransform&quot;:{&quot;translate&quot;:{&quot;x&quot;:138.1885873083616,&quot;y&quot;:141.9594345196742},&quot;rotate&quot;:0,&quot;skewX&quot;:0,&quot;scale&quot;:{&quot;x&quot;:1,&quot;y&quot;:1}},&quot;text&quot;:{&quot;textData&quot;:{&quot;lineSpacing&quot;:&quot;normal&quot;,&quot;alignment&quot;:&quot;left&quot;,&quot;verticalAlign&quot;:&quot;TOP&quot;,&quot;lines&quot;:[{&quot;runs&quot;:[{&quot;style&quot;:{&quot;fontFamily&quot;:&quot;Roboto&quot;,&quot;fontSize&quot;:16,&quot;color&quot;:&quot;black&quot;,&quot;fontWeight&quot;:&quot;bold&quot;,&quot;fontStyle&quot;:&quot;normal&quot;,&quot;decoration&quot;:&quot;none&quot;,&quot;script&quot;:&quot;none&quot;},&quot;range&quot;:[0,48]}],&quot;text&quot;:&quot;Release of LPS and damage to cytoplasmic membrane&quot;}],&quot;_lastCaretLocation&quot;:{&quot;lineIndex&quot;:0,&quot;runIndex&quot;:0,&quot;charIndex&quot;:29}},&quot;format&quot;:&quot;BETTER_TEXT&quot;,&quot;size&quot;:{&quot;x&quot;:173.47755728161098,&quot;y&quot;:55.16},&quot;targetSize&quot;:{&quot;x&quot;:173.47755728161098,&quot;y&quot;:55.16}},&quot;parent&quot;:{&quot;type&quot;:&quot;CHILD&quot;,&quot;parentId&quot;:&quot;b42fdb2e-097d-4fd1-a6e4-2e3fad111d0f&quot;,&quot;order&quot;:&quot;99999999999999999999998&quot;}},&quot;7bd1529b-d6bc-4fdb-b313-76835a0c5428&quot;:{&quot;type&quot;:&quot;FIGURE_OBJECT&quot;,&quot;id&quot;:&quot;7bd1529b-d6bc-4fdb-b313-76835a0c5428&quot;,&quot;relativeTransform&quot;:{&quot;translate&quot;:{&quot;x&quot;:-14.473601649429193,&quot;y&quot;:150.9157243671735},&quot;rotate&quot;:0,&quot;skewX&quot;:0,&quot;scale&quot;:{&quot;x&quot;:1,&quot;y&quot;:1}},&quot;opacity&quot;:1,&quot;path&quot;:{&quot;type&quot;:&quot;POLY_LINE&quot;,&quot;points&quot;:[{&quot;x&quot;:-58.148774326908125,&quot;y&quot;:0},{&quot;x&quot;:-9.206551381690323,&quot;y&quot;:0}],&quot;closed&quot;:false},&quot;pathStyles&quot;:[{&quot;type&quot;:&quot;FILL&quot;,&quot;fillStyle&quot;:&quot;rgba(0,0,0,0)&quot;},{&quot;type&quot;:&quot;STROKE&quot;,&quot;strokeStyle&quot;:&quot;#C03830&quot;,&quot;lineWidth&quot;:2,&quot;lineJoin&quot;:&quot;round&quot;}],&quot;pathMarkers&quot;:{&quot;markerEnd&quot;:{&quot;type&quot;:&quot;PATH&quot;,&quot;units&quot;:{&quot;type&quot;:&quot;STROKE_WIDTH&quot;,&quot;scale&quot;:1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isLocked&quot;:false,&quot;parent&quot;:{&quot;type&quot;:&quot;CHILD&quot;,&quot;parentId&quot;:&quot;b42fdb2e-097d-4fd1-a6e4-2e3fad111d0f&quot;,&quot;order&quot;:&quot;99999999999999999999999&quot;},&quot;connectorInfo&quot;:{&quot;connectedObjects&quot;:[],&quot;type&quot;:&quot;LINE&quot;,&quot;offset&quot;:{&quot;x&quot;:0,&quot;y&quot;:0},&quot;bending&quot;:0.1,&quot;firstElementIsHead&quot;:true,&quot;customized&quot;:false}},&quot;91576646-6039-4c3a-a0d4-f28dc6148163&quot;:{&quot;type&quot;:&quot;FIGURE_OBJECT&quot;,&quot;id&quot;:&quot;91576646-6039-4c3a-a0d4-f28dc6148163&quot;,&quot;relativeTransform&quot;:{&quot;translate&quot;:{&quot;x&quot;:-166.24497637655125,&quot;y&quot;:-158.3347780870537},&quot;rotate&quot;:1.2325951644078312e-32},&quot;opacity&quot;:1,&quot;path&quot;:{&quot;type&quot;:&quot;POLY_LINE&quot;,&quot;points&quot;:[{&quot;x&quot;:-154.84515793200782,&quot;y&quot;:0},{&quot;x&quot;:-80.25633004651844,&quot;y&quot;:0},{&quot;x&quot;:-72.3498651879916,&quot;y&quot;:0}],&quot;closed&quot;:false},&quot;pathStyles&quot;:[{&quot;type&quot;:&quot;FILL&quot;,&quot;fillStyle&quot;:&quot;rgba(0,0,0,0)&quot;},{&quot;type&quot;:&quot;STROKE&quot;,&quot;strokeStyle&quot;:&quot;#C03830&quot;,&quot;lineWidth&quot;:2,&quot;lineJoin&quot;:&quot;round&quot;}],&quot;pathMarkers&quot;:{&quot;markerEnd&quot;:{&quot;type&quot;:&quot;PATH&quot;,&quot;units&quot;:{&quot;type&quot;:&quot;STROKE_WIDTH&quot;,&quot;scale&quot;:1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isLocked&quot;:false,&quot;parent&quot;:{&quot;type&quot;:&quot;CHILD&quot;,&quot;parentId&quot;:&quot;b42fdb2e-097d-4fd1-a6e4-2e3fad111d0f&quot;,&quot;order&quot;:&quot;999999999999999999999995&quot;},&quot;connectorInfo&quot;:{&quot;connectedObjects&quot;:[],&quot;type&quot;:&quot;LINE&quot;,&quot;offset&quot;:{&quot;x&quot;:0,&quot;y&quot;:0},&quot;bending&quot;:0.1,&quot;firstElementIsHead&quot;:true,&quot;customized&quot;:false}},&quot;ca454627-a0ae-4172-934a-0b9dd2f46dba&quot;:{&quot;type&quot;:&quot;FIGURE_OBJECT&quot;,&quot;id&quot;:&quot;ca454627-a0ae-4172-934a-0b9dd2f46dba&quot;,&quot;relativeTransform&quot;:{&quot;translate&quot;:{&quot;x&quot;:-289.0376362273829,&quot;y&quot;:-216.2348353053782},&quot;rotate&quot;:1.5707963267948966},&quot;opacity&quot;:1,&quot;path&quot;:{&quot;type&quot;:&quot;POLY_LINE&quot;,&quot;points&quot;:[{&quot;x&quot;:-76.27620271413402,&quot;y&quot;:131.66720013017937},{&quot;x&quot;:-76.27620271413402,&quot;y&quot;:-131.66720013017937},{&quot;x&quot;:76.27620271413402,&quot;y&quot;:-131.66720013017937}],&quot;closed&quot;:false,&quot;cornerRounding&quot;:{&quot;type&quot;:&quot;ARC_LENGTH&quot;,&quot;global&quot;:204.046982721319},&quot;selectedObjectIds&quot;:[&quot;fbdfa3cd-f7c2-4333-99ed-70fad1a94e55&quot;]},&quot;pathStyles&quot;:[{&quot;type&quot;:&quot;FILL&quot;,&quot;fillStyle&quot;:&quot;rgba(0,0,0,0)&quot;},{&quot;type&quot;:&quot;STROKE&quot;,&quot;strokeStyle&quot;:&quot;#C03830&quot;,&quot;lineWidth&quot;:2,&quot;lineJoin&quot;:&quot;round&quot;}],&quot;pathMarkers&quot;:{&quot;markerEnd&quot;:{&quot;type&quot;:&quot;PATH&quot;,&quot;units&quot;:{&quot;type&quot;:&quot;STROKE_WIDTH&quot;,&quot;scale&quot;:1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isLocked&quot;:false,&quot;parent&quot;:{&quot;type&quot;:&quot;CHILD&quot;,&quot;parentId&quot;:&quot;b42fdb2e-097d-4fd1-a6e4-2e3fad111d0f&quot;,&quot;order&quot;:&quot;999999999999999999999997&quot;},&quot;connectorInfo&quot;:{&quot;connectedObjects&quot;:[],&quot;type&quot;:&quot;ELBOW&quot;,&quot;offset&quot;:{&quot;x&quot;:0,&quot;y&quot;:0},&quot;bending&quot;:-0.1,&quot;firstElementIsHead&quot;:true,&quot;customized&quot;:false}},&quot;68434fe7-a526-425a-ae27-debb2c23b4b3&quot;:{&quot;type&quot;:&quot;FIGURE_OBJECT&quot;,&quot;id&quot;:&quot;68434fe7-a526-425a-ae27-debb2c23b4b3&quot;,&quot;relativeTransform&quot;:{&quot;translate&quot;:{&quot;x&quot;:-106.46617440656229,&quot;y&quot;:8.359570968847246},&quot;rotate&quot;:1.5707963267948966,&quot;skewX&quot;:0,&quot;scale&quot;:{&quot;x&quot;:1,&quot;y&quot;:1}},&quot;opacity&quot;:1,&quot;path&quot;:{&quot;type&quot;:&quot;POLY_LINE&quot;,&quot;points&quot;:[{&quot;x&quot;:-93.74300775664423,&quot;y&quot;:-24.235708223299298},{&quot;x&quot;:93.74300775664423,&quot;y&quot;:-24.235708223299298}],&quot;closed&quot;:false,&quot;cornerRounding&quot;:{&quot;type&quot;:&quot;ARC_LENGTH&quot;,&quot;global&quot;:28.72243418967387},&quot;selectedObjectIds&quot;:[&quot;62b36fe8-d151-4e3f-8052-ec4c0346b14a&quot;]},&quot;pathStyles&quot;:[{&quot;type&quot;:&quot;FILL&quot;,&quot;fillStyle&quot;:&quot;rgba(0,0,0,0)&quot;},{&quot;type&quot;:&quot;STROKE&quot;,&quot;strokeStyle&quot;:&quot;#C03830&quot;,&quot;lineWidth&quot;:2,&quot;lineJoin&quot;:&quot;round&quot;}],&quot;pathMarkers&quot;:{&quot;markerEnd&quot;:{&quot;type&quot;:&quot;PATH&quot;,&quot;units&quot;:{&quot;type&quot;:&quot;STROKE_WIDTH&quot;,&quot;scale&quot;:1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isLocked&quot;:false,&quot;parent&quot;:{&quot;type&quot;:&quot;CHILD&quot;,&quot;parentId&quot;:&quot;b42fdb2e-097d-4fd1-a6e4-2e3fad111d0f&quot;,&quot;order&quot;:&quot;999999999999999999999999992&quot;},&quot;connectorInfo&quot;:{&quot;connectedObjects&quot;:[],&quot;type&quot;:&quot;ELBOW&quot;,&quot;offset&quot;:{&quot;x&quot;:0,&quot;y&quot;:0},&quot;bending&quot;:-0.1,&quot;firstElementIsHead&quot;:true,&quot;customized&quot;:false}},&quot;29f0559b-b692-4885-a8d5-2fe0b59bf7b1&quot;:{&quot;type&quot;:&quot;FIGURE_OBJECT&quot;,&quot;id&quot;:&quot;29f0559b-b692-4885-a8d5-2fe0b59bf7b1&quot;,&quot;parent&quot;:{&quot;type&quot;:&quot;CHILD&quot;,&quot;parentId&quot;:&quot;b42fdb2e-097d-4fd1-a6e4-2e3fad111d0f&quot;,&quot;order&quot;:&quot;999999999999999999999999995&quot;},&quot;relativeTransform&quot;:{&quot;translate&quot;:{&quot;x&quot;:-101.62079705119976,&quot;y&quot;:40.270658591271726},&quot;rotate&quot;:-0.5796793220048497,&quot;skewX&quot;:-1.6653345369377405e-16,&quot;scale&quot;:{&quot;x&quot;:0.9999999999999983,&quot;y&quot;:0.9999999999999983}}},&quot;8e16894e-2de7-4dee-8cc0-c5dfc326f701&quot;:{&quot;id&quot;:&quot;8e16894e-2de7-4dee-8cc0-c5dfc326f701&quot;,&quot;name&quot;:&quot;Sphere&quot;,&quot;displayName&quot;:&quot;&quot;,&quot;type&quot;:&quot;FIGURE_OBJECT&quot;,&quot;relativeTransform&quot;:{&quot;translate&quot;:{&quot;x&quot;:98.85989277780374,&quot;y&quot;:-126.53396493860443},&quot;rotate&quot;:6.283185307179586,&quot;skewX&quot;:0,&quot;scale&quot;:{&quot;x&quot;:-0.3984490257442165,&quot;y&quot;:0.3984490257442165}},&quot;image&quot;:{&quot;url&quot;:&quot;https://icons.biorender.com/biorender/5f4529c2929bce0028c9f877/sphere.png&quot;,&quot;fallbackUrl&quot;:&quot;https://res.cloudinary.com/dlcjuc3ej/image/upload/v1598368171/ew6k84mtkvzvpdegkgon.svg#/keystone/api/icons/5f4529c2929bce0028c9f877/sphere.svg#/keystone/api/icons/5f4529c2929bce0028c9f877/sphere.svg&quot;,&quot;isPremium&quot;:false,&quot;size&quot;:{&quot;x&quot;:50,&quot;y&quot;:50}},&quot;source&quot;:{&quot;id&quot;:&quot;5b8847989629ce1400901caa&quot;,&quot;type&quot;:&quot;ASSETS&quot;},&quot;isPremium&quot;:false,&quot;parent&quot;:{&quot;type&quot;:&quot;CHILD&quot;,&quot;parentId&quot;:&quot;29f0559b-b692-4885-a8d5-2fe0b59bf7b1&quot;,&quot;order&quot;:&quot;5&quot;}},&quot;88633a2e-f842-4674-b383-84b17db61a3d&quot;:{&quot;type&quot;:&quot;FIGURE_OBJECT&quot;,&quot;id&quot;:&quot;88633a2e-f842-4674-b383-84b17db61a3d&quot;,&quot;relativeTransform&quot;:{&quot;translate&quot;:{&quot;x&quot;:98.8598513251132,&quot;y&quot;:-132.7093675387338},&quot;rotate&quot;:4.71238898038469},&quot;opacity&quot;:1,&quot;path&quot;:{&quot;type&quot;:&quot;POLY_LINE&quot;,&quot;points&quot;:[{&quot;x&quot;:-12.747998857824594,&quot;y&quot;:0},{&quot;x&quot;:-38.007879046069675,&quot;y&quot;:0}],&quot;closed&quot;:false},&quot;pathStyles&quot;:[{&quot;type&quot;:&quot;FILL&quot;,&quot;fillStyle&quot;:&quot;rgba(0,0,0,0)&quot;},{&quot;type&quot;:&quot;STROKE&quot;,&quot;strokeStyle&quot;:&quot;rgba(148,34,31,1)&quot;,&quot;lineWidth&quot;:3.040630323685574,&quot;lineJoin&quot;:&quot;round&quot;}],&quot;isLocked&quot;:false,&quot;parent&quot;:{&quot;type&quot;:&quot;CHILD&quot;,&quot;parentId&quot;:&quot;29f0559b-b692-4885-a8d5-2fe0b59bf7b1&quot;,&quot;order&quot;:&quot;2&quot;},&quot;connectorInfo&quot;:{&quot;connectedObjects&quot;:[],&quot;type&quot;:&quot;LINE&quot;,&quot;offset&quot;:{&quot;x&quot;:0,&quot;y&quot;:0},&quot;bending&quot;:0.1,&quot;firstElementIsHead&quot;:true,&quot;customized&quot;:false},&quot;pathMarkers&quot;:{&quot;markerEnd&quot;:{&quot;type&quot;:&quot;PATH&quot;,&quot;units&quot;:{&quot;type&quot;:&quot;STROKE_WIDTH&quot;,&quot;scale&quot;:1},&quot;orient&quot;:{&quot;type&quot;:&quot;AUTO_START_REVERSE&quot;},&quot;name&quot;:&quot;rounded-end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-0.5,&quot;y&quot;:0,&quot;isEndPoint&quot;:true},{&quot;x&quot;:-0.49999999999999994,&quot;y&quot;:0.2761423749153967,&quot;isEndPoint&quot;:false},{&quot;x&quot;:-0.2761423749153966,&quot;y&quot;:0.5,&quot;isEndPoint&quot;:false},{&quot;x&quot;:3.061616997868383e-17,&quot;y&quot;:0.5,&quot;isEndPoint&quot;:true},{&quot;x&quot;:0.2761423749153967,&quot;y&quot;:0.5,&quot;isEndPoint&quot;:false},{&quot;x&quot;:0.5,&quot;y&quot;:0.27614237491539667,&quot;isEndPoint&quot;:false},{&quot;x&quot;:0.5,&quot;y&quot;:0,&quot;isEndPoint&quot;:true},{&quot;x&quot;:0.5,&quot;y&quot;:-0.27614237491539667,&quot;isEndPoint&quot;:false},{&quot;x&quot;:0.2761423749153967,&quot;y&quot;:-0.5,&quot;isEndPoint&quot;:false},{&quot;x&quot;:3.061616997868383e-17,&quot;y&quot;:-0.5,&quot;isEndPoint&quot;:true},{&quot;x&quot;:-0.2761423749153966,&quot;y&quot;:-0.5,&quot;isEndPoint&quot;:false},{&quot;x&quot;:-0.49999999999999994,&quot;y&quot;:-0.2761423749153967,&quot;isEndPoint&quot;:false},{&quot;x&quot;:-0.5,&quot;y&quot;:-6.123233995736766e-17,&quot;isEndPoint&quot;:true}],&quot;closed&quot;:false}},&quot;pathStyles&quot;:[{&quot;type&quot;:&quot;FILL&quot;,&quot;fillStyle&quot;:&quot;context-stroke-flat&quot;}]}}},&quot;86bb02f9-cdb4-4e05-b58a-21c1a6f7778f&quot;:{&quot;type&quot;:&quot;FIGURE_OBJECT&quot;,&quot;id&quot;:&quot;86bb02f9-cdb4-4e05-b58a-21c1a6f7778f&quot;,&quot;relativeTransform&quot;:{&quot;translate&quot;:{&quot;x&quot;:-75.64944384003445,&quot;y&quot;:-120.60134414469842},&quot;rotate&quot;:1.2325951644078308e-32,&quot;skewX&quot;:0,&quot;scale&quot;:{&quot;x&quot;:1,&quot;y&quot;:1}},&quot;opacity&quot;:1,&quot;path&quot;:{&quot;type&quot;:&quot;POLY_LINE&quot;,&quot;points&quot;:[{&quot;x&quot;:-69.46680843944281,&quot;y&quot;:0},{&quot;x&quot;:-40.64366863937087,&quot;y&quot;:0},{&quot;x&quot;:-36.63965129105038,&quot;y&quot;:0}],&quot;closed&quot;:false},&quot;pathStyles&quot;:[{&quot;type&quot;:&quot;FILL&quot;,&quot;fillStyle&quot;:&quot;rgba(0,0,0,0)&quot;},{&quot;type&quot;:&quot;STROKE&quot;,&quot;strokeStyle&quot;:&quot;#C03830&quot;,&quot;lineWidth&quot;:2,&quot;lineJoin&quot;:&quot;round&quot;}],&quot;pathMarkers&quot;:{&quot;markerEnd&quot;:{&quot;type&quot;:&quot;PATH&quot;,&quot;units&quot;:{&quot;type&quot;:&quot;STROKE_WIDTH&quot;,&quot;scale&quot;:1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isLocked&quot;:false,&quot;parent&quot;:{&quot;type&quot;:&quot;CHILD&quot;,&quot;parentId&quot;:&quot;b42fdb2e-097d-4fd1-a6e4-2e3fad111d0f&quot;,&quot;order&quot;:&quot;999999999999999999999999997&quot;},&quot;connectorInfo&quot;:{&quot;connectedObjects&quot;:[],&quot;type&quot;:&quot;LINE&quot;,&quot;offset&quot;:{&quot;x&quot;:0,&quot;y&quot;:0},&quot;bending&quot;:0.1,&quot;firstElementIsHead&quot;:true,&quot;customized&quot;:false}},&quot;1f80cb05-deac-44d3-a4d2-8d8204656893&quot;:{&quot;relativeTransform&quot;:{&quot;translate&quot;:{&quot;x&quot;:-546.5560107674979,&quot;y&quot;:-85.3642201300514},&quot;rotate&quot;:0,&quot;skewX&quot;:0,&quot;scale&quot;:{&quot;x&quot;:1,&quot;y&quot;:1}},&quot;type&quot;:&quot;FIGURE_OBJECT&quot;,&quot;id&quot;:&quot;1f80cb05-deac-44d3-a4d2-8d8204656893&quot;,&quot;name&quot;:&quot;25. Phospholipid monolayer brush (straight)&quot;,&quot;displayName&quot;:&quot;Phospholipid monolayer brush (straight)&quot;,&quot;opacity&quot;:0.7,&quot;source&quot;:{&quot;id&quot;:&quot;5e75574852bb9000abea623e&quot;,&quot;type&quot;:&quot;ASSETS&quot;},&quot;path&quot;:{&quot;type&quot;:&quot;POLY_LINE&quot;,&quot;points&quot;:[{&quot;x&quot;:25.673002349428238,&quot;y&quot;:0},{&quot;x&quot;:94.77350815748585,&quot;y&quot;:0}],&quot;closed&quot;:false},&quot;pathStyles&quot;:[{&quot;type&quot;:&quot;FILL&quot;,&quot;fillStyle&quot;:&quot;rgba(0,0,0,0)&quot;},{&quot;type&quot;:&quot;STROKE&quot;,&quot;strokeStyle&quot;:&quot;rgba(0,0,0,0)&quot;,&quot;lineWidth&quot;:47.59041446485092,&quot;lineJoin&quot;:&quot;round&quot;}],&quot;pathSmoothing&quot;:{&quot;type&quot;:&quot;CATMULL_SMOOTHING&quot;,&quot;smoothing&quot;:0.2},&quot;pathPattern&quot;:{&quot;type&quot;:&quot;ROW&quot;,&quot;patternId&quot;:&quot;9089b1fb-9ca1-4836-9c34-1538f1fe4860&quot;,&quot;patternTransform&quot;:{&quot;translate&quot;:{&quot;x&quot;:-0.0007260766359839109,&quot;y&quot;:-0.5},&quot;rotate&quot;:0,&quot;skewX&quot;:0,&quot;scale&quot;:{&quot;x&quot;:0.0033003300330033004,&quot;y&quot;:0.0033003300330033004}},&quot;xUnits&quot;:&quot;STROKE_WIDTH&quot;,&quot;yUnits&quot;:&quot;STROKE_WIDTH&quot;,&quot;bending&quot;:true,&quot;repeat&quot;:{&quot;distance&quot;:0.35313531353135313,&quot;align&quot;:&quot;CENTER&quot;},&quot;isPremium&quot;:false},&quot;isLocked&quot;:false,&quot;parent&quot;:{&quot;type&quot;:&quot;CHILD&quot;,&quot;parentId&quot;:&quot;b42fdb2e-097d-4fd1-a6e4-2e3fad111d0f&quot;,&quot;order&quot;:&quot;9999999999999999999999997&quot;},&quot;isPremium&quot;:false},&quot;ffbee12d-7879-4c18-a25f-b855c46d15c3&quot;:{&quot;type&quot;:&quot;FIGURE_OBJECT&quot;,&quot;id&quot;:&quot;ffbee12d-7879-4c18-a25f-b855c46d15c3&quot;,&quot;relativeTransform&quot;:{&quot;translate&quot;:{&quot;x&quot;:472.4200811019619,&quot;y&quot;:83.21294336145272},&quot;rotate&quot;:0,&quot;skewX&quot;:0,&quot;scale&quot;:{&quot;x&quot;:1,&quot;y&quot;:1}},&quot;opacity&quot;:1,&quot;path&quot;:{&quot;type&quot;:&quot;RECT&quot;,&quot;size&quot;:{&quot;x&quot;:71.69442198882432,&quot;y&quot;:21.59090909090909},&quot;cornerRounding&quot;:{&quot;type&quot;:&quot;ARC_LENGTH&quot;,&quot;global&quot;:7.853981633974483}},&quot;pathStyles&quot;:[{&quot;type&quot;:&quot;FILL&quot;,&quot;fillStyle&quot;:&quot;rgba(255, 255, 255, 0.7)&quot;},{&quot;type&quot;:&quot;STROKE&quot;,&quot;strokeStyle&quot;:&quot;rgba(0,0,0,0)&quot;,&quot;lineWidth&quot;:2,&quot;lineJoin&quot;:&quot;round&quot;}],&quot;isLocked&quot;:false,&quot;parent&quot;:{&quot;type&quot;:&quot;CHILD&quot;,&quot;parentId&quot;:&quot;b42fdb2e-097d-4fd1-a6e4-2e3fad111d0f&quot;,&quot;order&quot;:&quot;9999999999999999999999998&quot;},&quot;layout&quot;:{&quot;sizeRatio&quot;:{&quot;x&quot;:0.88,&quot;y&quot;:0.88},&quot;keepAspectRatio&quot;:false}},&quot;12aa31fa-4d13-447b-a440-e5f21c3da86e&quot;:{&quot;id&quot;:&quot;12aa31fa-4d13-447b-a440-e5f21c3da86e&quot;,&quot;type&quot;:&quot;FIGURE_OBJECT&quot;,&quot;relativeTransform&quot;:{&quot;translate&quot;:{&quot;x&quot;:0,&quot;y&quot;:0},&quot;rotate&quot;:0},&quot;text&quot;:{&quot;textData&quot;:{&quot;lineSpacing&quot;:&quot;normal&quot;,&quot;alignment&quot;:&quot;center&quot;,&quot;verticalAlign&quot;:&quot;TOP&quot;,&quot;lines&quot;:[{&quot;runs&quot;:[{&quot;style&quot;:{&quot;fontFamily&quot;:&quot;Roboto&quot;,&quot;fontSize&quot;:16,&quot;color&quot;:&quot;rgba(193,149,196,1)&quot;,&quot;fontWeight&quot;:&quot;normal&quot;,&quot;fontStyle&quot;:&quot;normal&quot;,&quot;decoration&quot;:&quot;none&quot;,&quot;script&quot;:&quot;none&quot;},&quot;range&quot;:[0,8]}],&quot;text&quot;:&quot;Cell wall&quot;}],&quot;_lastCaretLocation&quot;:{&quot;lineIndex&quot;:0,&quot;runIndex&quot;:-1,&quot;charIndex&quot;:-1,&quot;endOfLine&quot;:true}},&quot;format&quot;:&quot;BETTER_TEXT&quot;,&quot;size&quot;:{&quot;x&quot;:63.0910913501654,&quot;y&quot;:19},&quot;targetSize&quot;:{&quot;x&quot;:63.0910913501654,&quot;y&quot;:2}},&quot;parent&quot;:{&quot;type&quot;:&quot;CHILD&quot;,&quot;parentId&quot;:&quot;ffbee12d-7879-4c18-a25f-b855c46d15c3&quot;,&quot;order&quot;:&quot;5&quot;}},&quot;00a171af-d64c-47f2-b562-d09252ff8deb&quot;:{&quot;type&quot;:&quot;FIGURE_OBJECT&quot;,&quot;id&quot;:&quot;00a171af-d64c-47f2-b562-d09252ff8deb&quot;,&quot;relativeTransform&quot;:{&quot;translate&quot;:{&quot;x&quot;:472.4200811019619,&quot;y&quot;:-60.41133546079314},&quot;rotate&quot;:0,&quot;skewX&quot;:0,&quot;scale&quot;:{&quot;x&quot;:1,&quot;y&quot;:1}},&quot;opacity&quot;:1,&quot;path&quot;:{&quot;type&quot;:&quot;RECT&quot;,&quot;size&quot;:{&quot;x&quot;:87.05610795454545,&quot;y&quot;:42.13636363636363},&quot;cornerRounding&quot;:{&quot;type&quot;:&quot;ARC_LENGTH&quot;,&quot;global&quot;:7.853981633974483}},&quot;pathStyles&quot;:[{&quot;type&quot;:&quot;FILL&quot;,&quot;fillStyle&quot;:&quot;rgba(255, 255, 255, 0.6)&quot;},{&quot;type&quot;:&quot;STROKE&quot;,&quot;strokeStyle&quot;:&quot;rgba(0,0,0,0)&quot;,&quot;lineWidth&quot;:2,&quot;lineJoin&quot;:&quot;round&quot;}],&quot;isLocked&quot;:false,&quot;parent&quot;:{&quot;type&quot;:&quot;CHILD&quot;,&quot;parentId&quot;:&quot;b42fdb2e-097d-4fd1-a6e4-2e3fad111d0f&quot;,&quot;order&quot;:&quot;9999999999999999999999999&quot;},&quot;layout&quot;:{&quot;sizeRatio&quot;:{&quot;x&quot;:0.88,&quot;y&quot;:0.88},&quot;keepAspectRatio&quot;:false}},&quot;98153b9e-3949-49b1-a262-1beed6bf3d47&quot;:{&quot;id&quot;:&quot;98153b9e-3949-49b1-a262-1beed6bf3d47&quot;,&quot;type&quot;:&quot;FIGURE_OBJECT&quot;,&quot;relativeTransform&quot;:{&quot;translate&quot;:{&quot;x&quot;:0,&quot;y&quot;:0},&quot;rotate&quot;:0},&quot;text&quot;:{&quot;textData&quot;:{&quot;lineSpacing&quot;:&quot;normal&quot;,&quot;alignment&quot;:&quot;center&quot;,&quot;verticalAlign&quot;:&quot;TOP&quot;,&quot;lines&quot;:[{&quot;runs&quot;:[{&quot;style&quot;:{&quot;fontFamily&quot;:&quot;Roboto&quot;,&quot;fontSize&quot;:16,&quot;color&quot;:&quot;rgb(131, 134, 174)&quot;,&quot;fontWeight&quot;:&quot;normal&quot;,&quot;fontStyle&quot;:&quot;normal&quot;,&quot;decoration&quot;:&quot;none&quot;},&quot;range&quot;:[0,4]}],&quot;text&quot;:&quot;Outer&quot;},{&quot;runs&quot;:[{&quot;style&quot;:{&quot;fontFamily&quot;:&quot;Roboto&quot;,&quot;fontSize&quot;:16,&quot;color&quot;:&quot;rgb(131, 134, 174)&quot;,&quot;fontWeight&quot;:&quot;normal&quot;,&quot;fontStyle&quot;:&quot;normal&quot;,&quot;decoration&quot;:&quot;none&quot;,&quot;script&quot;:&quot;none&quot;},&quot;range&quot;:[0,7]}],&quot;text&quot;:&quot;membrane&quot;}],&quot;_lastCaretLocation&quot;:{&quot;lineIndex&quot;:1,&quot;runIndex&quot;:-1,&quot;charIndex&quot;:-1,&quot;endOfLine&quot;:true}},&quot;format&quot;:&quot;BETTER_TEXT&quot;,&quot;size&quot;:{&quot;x&quot;:76.609375,&quot;y&quot;:37.08},&quot;targetSize&quot;:{&quot;x&quot;:63.0910913501654,&quot;y&quot;:2}},&quot;parent&quot;:{&quot;type&quot;:&quot;CHILD&quot;,&quot;parentId&quot;:&quot;00a171af-d64c-47f2-b562-d09252ff8deb&quot;,&quot;order&quot;:&quot;5&quot;}},&quot;963fe562-13e6-468d-9103-29908fca87fe&quot;:{&quot;type&quot;:&quot;FIGURE_OBJECT&quot;,&quot;id&quot;:&quot;963fe562-13e6-468d-9103-29908fca87fe&quot;,&quot;relativeTransform&quot;:{&quot;translate&quot;:{&quot;x&quot;:472.4200811019619,&quot;y&quot;:233.8727334835769},&quot;rotate&quot;:0,&quot;skewX&quot;:0,&quot;scale&quot;:{&quot;x&quot;:1,&quot;y&quot;:1}},&quot;opacity&quot;:1,&quot;path&quot;:{&quot;type&quot;:&quot;RECT&quot;,&quot;size&quot;:{&quot;x&quot;:100.31072443181819,&quot;y&quot;:42.13636363636363},&quot;cornerRounding&quot;:{&quot;type&quot;:&quot;ARC_LENGTH&quot;,&quot;global&quot;:7.853981633974483}},&quot;pathStyles&quot;:[{&quot;type&quot;:&quot;FILL&quot;,&quot;fillStyle&quot;:&quot;rgba(255, 255, 255, 0.6)&quot;},{&quot;type&quot;:&quot;STROKE&quot;,&quot;strokeStyle&quot;:&quot;rgba(0,0,0,0)&quot;,&quot;lineWidth&quot;:2,&quot;lineJoin&quot;:&quot;round&quot;}],&quot;isLocked&quot;:false,&quot;parent&quot;:{&quot;type&quot;:&quot;CHILD&quot;,&quot;parentId&quot;:&quot;b42fdb2e-097d-4fd1-a6e4-2e3fad111d0f&quot;,&quot;order&quot;:&quot;99999999999999999999999995&quot;},&quot;layout&quot;:{&quot;sizeRatio&quot;:{&quot;x&quot;:0.88,&quot;y&quot;:0.88},&quot;keepAspectRatio&quot;:false}},&quot;becd4317-70ad-477f-9444-cdb7b6720070&quot;:{&quot;id&quot;:&quot;becd4317-70ad-477f-9444-cdb7b6720070&quot;,&quot;type&quot;:&quot;FIGURE_OBJECT&quot;,&quot;relativeTransform&quot;:{&quot;translate&quot;:{&quot;x&quot;:0,&quot;y&quot;:0},&quot;rotate&quot;:0},&quot;text&quot;:{&quot;textData&quot;:{&quot;lineSpacing&quot;:&quot;normal&quot;,&quot;alignment&quot;:&quot;center&quot;,&quot;verticalAlign&quot;:&quot;TOP&quot;,&quot;lines&quot;:[{&quot;runs&quot;:[{&quot;style&quot;:{&quot;fontFamily&quot;:&quot;Roboto&quot;,&quot;fontSize&quot;:16,&quot;color&quot;:&quot;rgb(131, 134, 174)&quot;,&quot;fontWeight&quot;:&quot;normal&quot;,&quot;fontStyle&quot;:&quot;normal&quot;,&quot;decoration&quot;:&quot;none&quot;},&quot;range&quot;:[0,10]}],&quot;text&quot;:&quot;Cytoplasmic&quot;},{&quot;runs&quot;:[{&quot;style&quot;:{&quot;fontFamily&quot;:&quot;Roboto&quot;,&quot;fontSize&quot;:16,&quot;color&quot;:&quot;rgb(131, 134, 174)&quot;,&quot;fontWeight&quot;:&quot;normal&quot;,&quot;fontStyle&quot;:&quot;normal&quot;,&quot;decoration&quot;:&quot;none&quot;,&quot;script&quot;:&quot;none&quot;},&quot;range&quot;:[0,7]}],&quot;text&quot;:&quot;membrane&quot;}],&quot;_lastCaretLocation&quot;:{&quot;lineIndex&quot;:1,&quot;runIndex&quot;:-1,&quot;charIndex&quot;:-1,&quot;endOfLine&quot;:true}},&quot;format&quot;:&quot;BETTER_TEXT&quot;,&quot;size&quot;:{&quot;x&quot;:88.2734375,&quot;y&quot;:37.08},&quot;targetSize&quot;:{&quot;x&quot;:63.0910913501654,&quot;y&quot;:2}},&quot;parent&quot;:{&quot;type&quot;:&quot;CHILD&quot;,&quot;parentId&quot;:&quot;963fe562-13e6-468d-9103-29908fca87fe&quot;,&quot;order&quot;:&quot;5&quot;}},&quot;8cbc886b-8920-4271-9e35-954dd3caa58c&quot;:{&quot;type&quot;:&quot;FIGURE_OBJECT&quot;,&quot;id&quot;:&quot;8cbc886b-8920-4271-9e35-954dd3caa58c&quot;,&quot;relativeTransform&quot;:{&quot;translate&quot;:{&quot;x&quot;:-370.0385937899165,&quot;y&quot;:-232.6371295972912},&quot;rotate&quot;:1.5707963267948966,&quot;skewX&quot;:0,&quot;scale&quot;:{&quot;x&quot;:1,&quot;y&quot;:1}},&quot;opacity&quot;:1,&quot;path&quot;:{&quot;type&quot;:&quot;POLY_LINE&quot;,&quot;points&quot;:[{&quot;x&quot;:-59.874286811752626,&quot;y&quot;:22.200907153664488},{&quot;x&quot;:-59.874286811752626,&quot;y&quot;:-22.200907153664488},{&quot;x&quot;:59.874286811752626,&quot;y&quot;:-22.200907153664488}],&quot;closed&quot;:false,&quot;cornerRounding&quot;:{&quot;type&quot;:&quot;ARC_LENGTH&quot;,&quot;global&quot;:169.2979731024344},&quot;selectedObjectIds&quot;:[&quot;7d3aa40d-1b70-4b0b-b7d4-b2dc4cc50693&quot;]},&quot;pathStyles&quot;:[{&quot;type&quot;:&quot;FILL&quot;,&quot;fillStyle&quot;:&quot;rgba(0,0,0,0)&quot;},{&quot;type&quot;:&quot;STROKE&quot;,&quot;strokeStyle&quot;:&quot;#C03830&quot;,&quot;lineWidth&quot;:2,&quot;lineJoin&quot;:&quot;round&quot;}],&quot;pathMarkers&quot;:{&quot;markerEnd&quot;:{&quot;type&quot;:&quot;PATH&quot;,&quot;units&quot;:{&quot;type&quot;:&quot;STROKE_WIDTH&quot;,&quot;scale&quot;:1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isLocked&quot;:false,&quot;parent&quot;:{&quot;type&quot;:&quot;CHILD&quot;,&quot;parentId&quot;:&quot;b42fdb2e-097d-4fd1-a6e4-2e3fad111d0f&quot;,&quot;order&quot;:&quot;99999999999999999995&quot;},&quot;connectorInfo&quot;:{&quot;connectedObjects&quot;:[],&quot;type&quot;:&quot;ELBOW&quot;,&quot;offset&quot;:{&quot;x&quot;:0,&quot;y&quot;:0},&quot;bending&quot;:-0.1,&quot;firstElementIsHead&quot;:true,&quot;customized&quot;:false}},&quot;83b58931-6ac1-4e17-a459-b52cdf572ddf&quot;:{&quot;type&quot;:&quot;FIGURE_OBJECT&quot;,&quot;id&quot;:&quot;83b58931-6ac1-4e17-a459-b52cdf572ddf&quot;,&quot;relativeTransform&quot;:{&quot;translate&quot;:{&quot;x&quot;:8.888945639799601,&quot;y&quot;:156.53515311137352},&quot;rotate&quot;:0},&quot;opacity&quot;:1,&quot;path&quot;:{&quot;type&quot;:&quot;RECT&quot;,&quot;size&quot;:{&quot;x&quot;:1054.475619382443,&quot;y&quot;:500.9303902151375},&quot;cornerRounding&quot;:{&quot;type&quot;:&quot;ARC_LENGTH&quot;,&quot;global&quot;:0}},&quot;pathStyles&quot;:[{&quot;type&quot;:&quot;FILL&quot;,&quot;fillStyle&quot;:{&quot;type&quot;:&quot;linear&quot;,&quot;angle&quot;:0,&quot;colorStops&quot;:{&quot;0&quot;:&quot;rgb(218, 230, 238)&quot;,&quot;0.923&quot;:&quot;rgba(251, 245, 255, 0)&quot;,&quot;0.713&quot;:&quot;rgb(252, 246, 255)&quot;}}},{&quot;type&quot;:&quot;STROKE&quot;,&quot;strokeStyle&quot;:&quot;rgba(0,0,0,0)&quot;,&quot;lineWidth&quot;:2,&quot;lineJoin&quot;:&quot;round&quot;}],&quot;isLocked&quot;:false,&quot;parent&quot;:{&quot;type&quot;:&quot;CHILD&quot;,&quot;parentId&quot;:&quot;b42fdb2e-097d-4fd1-a6e4-2e3fad111d0f&quot;,&quot;order&quot;:&quot;3&quot;}},&quot;95915bf0-4592-4dd3-8884-395eff18fa76&quot;:{&quot;id&quot;:&quot;95915bf0-4592-4dd3-8884-395eff18fa76&quot;,&quot;type&quot;:&quot;FIGURE_OBJECT&quot;,&quot;relativeTransform&quot;:{&quot;translate&quot;:{&quot;x&quot;:472.4200811019619,&quot;y&quot;:345.54114536871424},&quot;rotate&quot;:-2.4492935982947064e-16,&quot;skewX&quot;:0,&quot;scale&quot;:{&quot;x&quot;:1,&quot;y&quot;:1}},&quot;text&quot;:{&quot;textData&quot;:{&quot;lineSpacing&quot;:&quot;normal&quot;,&quot;alignment&quot;:&quot;center&quot;,&quot;verticalAlign&quot;:&quot;CENTER&quot;,&quot;lines&quot;:[{&quot;runs&quot;:[{&quot;style&quot;:{&quot;fontFamily&quot;:&quot;Roboto&quot;,&quot;fontSize&quot;:16,&quot;color&quot;:&quot;rgb(133, 161, 205)&quot;,&quot;fontWeight&quot;:&quot;normal&quot;,&quot;fontStyle&quot;:&quot;normal&quot;,&quot;decoration&quot;:&quot;none&quot;,&quot;script&quot;:&quot;none&quot;},&quot;range&quot;:[0,8]}],&quot;text&quot;:&quot;Cytoplasm&quot;}],&quot;_lastCaretLocation&quot;:{&quot;lineIndex&quot;:0,&quot;runIndex&quot;:-1,&quot;charIndex&quot;:-1,&quot;endOfLine&quot;:true}},&quot;format&quot;:&quot;BETTER_TEXT&quot;,&quot;size&quot;:{&quot;x&quot;:76.625,&quot;y&quot;:19},&quot;targetSize&quot;:{&quot;x&quot;:76.625,&quot;y&quot;:19}},&quot;parent&quot;:{&quot;type&quot;:&quot;CHILD&quot;,&quot;parentId&quot;:&quot;b42fdb2e-097d-4fd1-a6e4-2e3fad111d0f&quot;,&quot;order&quot;:&quot;99999999999999999999999997&quot;}},&quot;8bf5ab9c-7779-4a7d-a8b4-7fdc9aea9b1a&quot;:{&quot;id&quot;:&quot;8bf5ab9c-7779-4a7d-a8b4-7fdc9aea9b1a&quot;,&quot;type&quot;:&quot;FIGURE_OBJECT&quot;,&quot;relativeTransform&quot;:{&quot;translate&quot;:{&quot;x&quot;:472.4200811019619,&quot;y&quot;:29.63516970914801},&quot;rotate&quot;:-2.4492935982947064e-16,&quot;skewX&quot;:0,&quot;scale&quot;:{&quot;x&quot;:1,&quot;y&quot;:1}},&quot;text&quot;:{&quot;textData&quot;:{&quot;lineSpacing&quot;:&quot;normal&quot;,&quot;alignment&quot;:&quot;center&quot;,&quot;verticalAlign&quot;:&quot;TOP&quot;,&quot;lines&quot;:[{&quot;runs&quot;:[{&quot;style&quot;:{&quot;fontFamily&quot;:&quot;Roboto&quot;,&quot;fontSize&quot;:16,&quot;color&quot;:&quot;rgb(169, 168, 216)&quot;,&quot;fontWeight&quot;:&quot;normal&quot;,&quot;fontStyle&quot;:&quot;normal&quot;,&quot;decoration&quot;:&quot;none&quot;,&quot;script&quot;:&quot;none&quot;},&quot;range&quot;:[0,8]}],&quot;text&quot;:&quot;Periplasm&quot;}],&quot;_lastCaretLocation&quot;:{&quot;lineIndex&quot;:0,&quot;runIndex&quot;:-1,&quot;charIndex&quot;:-1,&quot;endOfLine&quot;:true}},&quot;format&quot;:&quot;BETTER_TEXT&quot;,&quot;size&quot;:{&quot;x&quot;:76.625,&quot;y&quot;:19},&quot;targetSize&quot;:{&quot;x&quot;:76.625,&quot;y&quot;:19}},&quot;parent&quot;:{&quot;type&quot;:&quot;CHILD&quot;,&quot;parentId&quot;:&quot;b42fdb2e-097d-4fd1-a6e4-2e3fad111d0f&quot;,&quot;order&quot;:&quot;99999999999999999999999998&quot;}},&quot;d32809a6-34a5-490f-b1c5-afbc5b7079c0&quot;:{&quot;type&quot;:&quot;FIGURE_OBJECT&quot;,&quot;id&quot;:&quot;d32809a6-34a5-490f-b1c5-afbc5b7079c0&quot;,&quot;relativeTransform&quot;:{&quot;translate&quot;:{&quot;x&quot;:-84.2264508613755,&quot;y&quot;:-61.14089444059525},&quot;rotate&quot;:0,&quot;skewX&quot;:0,&quot;scale&quot;:{&quot;x&quot;:1,&quot;y&quot;:1}},&quot;opacity&quot;:1,&quot;path&quot;:{&quot;type&quot;:&quot;ELLIPSE&quot;,&quot;size&quot;:{&quot;x&quot;:125.66670980925889,&quot;y&quot;:125.66670980925889}},&quot;isLocked&quot;:false,&quot;pathStyles&quot;:[{&quot;type&quot;:&quot;FILL&quot;,&quot;fillStyle&quot;:{&quot;type&quot;:&quot;radial&quot;,&quot;colorStops&quot;:{&quot;0&quot;:&quot;rgb(255, 149, 149)&quot;,&quot;0.617&quot;:&quot;rgba(224, 132, 132, 0)&quot;}}},{&quot;type&quot;:&quot;STROKE&quot;,&quot;strokeStyle&quot;:&quot;rgba(0,0,0,0)&quot;,&quot;lineWidth&quot;:2,&quot;lineJoin&quot;:&quot;round&quot;}],&quot;parent&quot;:{&quot;type&quot;:&quot;CHILD&quot;,&quot;parentId&quot;:&quot;b42fdb2e-097d-4fd1-a6e4-2e3fad111d0f&quot;,&quot;order&quot;:&quot;99999999999999999999999999&quot;},&quot;layout&quot;:{&quot;sizeRatio&quot;:{&quot;x&quot;:0.7071067811865476,&quot;y&quot;:0.7071067811865476},&quot;keepAspectRatio&quot;:true}},&quot;d638d5fd-71bf-42f4-923f-104382eacfa4&quot;:{&quot;id&quot;:&quot;d638d5fd-71bf-42f4-923f-104382eacfa4&quot;,&quot;type&quot;:&quot;FIGURE_OBJECT&quot;,&quot;relativeTransform&quot;:{&quot;translate&quot;:{&quot;x&quot;:0,&quot;y&quot;:0},&quot;rotate&quot;:0,&quot;skewX&quot;:0,&quot;scale&quot;:{&quot;x&quot;:1,&quot;y&quot;:1}},&quot;text&quot;:{&quot;textData&quot;:{&quot;lineSpacing&quot;:&quot;normal&quot;,&quot;alignment&quot;:&quot;center&quot;,&quot;verticalAlign&quot;:&quot;TOP&quot;,&quot;lines&quot;:[{&quot;runs&quot;:[],&quot;text&quot;:&quot;&quot;,&quot;baseStyle&quot;:{&quot;fontFamily&quot;:&quot;Roboto&quot;,&quot;fontSize&quot;:18.666666666666664,&quot;color&quot;:&quot;black&quot;,&quot;fontWeight&quot;:&quot;normal&quot;,&quot;fontStyle&quot;:&quot;normal&quot;,&quot;decoration&quot;:&quot;none&quot;}}]},&quot;format&quot;:&quot;BETTER_TEXT&quot;,&quot;size&quot;:{&quot;x&quot;:125.66670980925889,&quot;y&quot;:22},&quot;targetSize&quot;:{&quot;x&quot;:125.66670980925889,&quot;y&quot;:2.32}},&quot;parent&quot;:{&quot;type&quot;:&quot;CHILD&quot;,&quot;parentId&quot;:&quot;d32809a6-34a5-490f-b1c5-afbc5b7079c0&quot;,&quot;order&quot;:&quot;5&quot;}},&quot;c11271b8-242a-48e0-a03d-a9182edc527e&quot;:{&quot;relativeTransform&quot;:{&quot;translate&quot;:{&quot;x&quot;:-312.85146664955096,&quot;y&quot;:209.94234554983493},&quot;rotate&quot;:0},&quot;type&quot;:&quot;FIGURE_OBJECT&quot;,&quot;id&quot;:&quot;c11271b8-242a-48e0-a03d-a9182edc527e&quot;,&quot;name&quot;:&quot;25. Phospholipid monolayer brush (straight)&quot;,&quot;displayName&quot;:&quot;Phospholipid monolayer brush (straight)&quot;,&quot;opacity&quot;:0.7,&quot;source&quot;:{&quot;id&quot;:&quot;5e75574852bb9000abea623e&quot;,&quot;type&quot;:&quot;ASSETS&quot;},&quot;path&quot;:{&quot;type&quot;:&quot;POLY_LINE&quot;,&quot;points&quot;:[{&quot;x&quot;:-205.82627755492564,&quot;y&quot;:0},{&quot;x&quot;:205.82627755492555,&quot;y&quot;:0}],&quot;closed&quot;:false},&quot;pathStyles&quot;:[{&quot;type&quot;:&quot;FILL&quot;,&quot;fillStyle&quot;:&quot;rgba(0,0,0,0)&quot;},{&quot;type&quot;:&quot;STROKE&quot;,&quot;strokeStyle&quot;:&quot;rgba(0,0,0,0)&quot;,&quot;lineWidth&quot;:47.59041446485092,&quot;lineJoin&quot;:&quot;round&quot;}],&quot;pathSmoothing&quot;:{&quot;type&quot;:&quot;CATMULL_SMOOTHING&quot;,&quot;smoothing&quot;:0.2},&quot;pathPattern&quot;:{&quot;type&quot;:&quot;ROW&quot;,&quot;patternId&quot;:&quot;c6aa8859-30dc-4be4-ac2c-fac8c10372eb&quot;,&quot;patternTransform&quot;:{&quot;translate&quot;:{&quot;x&quot;:-0.0007260766359839109,&quot;y&quot;:-0.5},&quot;rotate&quot;:0,&quot;skewX&quot;:0,&quot;scale&quot;:{&quot;x&quot;:0.0033003300330033004,&quot;y&quot;:0.0033003300330033004}},&quot;xUnits&quot;:&quot;STROKE_WIDTH&quot;,&quot;yUnits&quot;:&quot;STROKE_WIDTH&quot;,&quot;bending&quot;:true,&quot;repeat&quot;:{&quot;distance&quot;:0.35313531353135313,&quot;align&quot;:&quot;CENTER&quot;},&quot;isPremium&quot;:false},&quot;isLocked&quot;:false,&quot;parent&quot;:{&quot;type&quot;:&quot;CHILD&quot;,&quot;parentId&quot;:&quot;b42fdb2e-097d-4fd1-a6e4-2e3fad111d0f&quot;,&quot;order&quot;:&quot;999999999999999999999999998&quot;},&quot;isPremium&quot;:false},&quot;f2975fcb-749b-4cd0-9a42-5251d7c2d283&quot;:{&quot;type&quot;:&quot;FIGURE_OBJECT&quot;,&quot;id&quot;:&quot;f2975fcb-749b-4cd0-9a42-5251d7c2d283&quot;,&quot;relativeTransform&quot;:{&quot;translate&quot;:{&quot;x&quot;:244.50525928195842,&quot;y&quot;:233.43352596498988},&quot;rotate&quot;:0,&quot;skewX&quot;:0,&quot;scale&quot;:{&quot;x&quot;:1,&quot;y&quot;:1}},&quot;opacity&quot;:1,&quot;path&quot;:{&quot;type&quot;:&quot;ELLIPSE&quot;,&quot;size&quot;:{&quot;x&quot;:125.66670980925889,&quot;y&quot;:125.66670980925889}},&quot;isLocked&quot;:false,&quot;pathStyles&quot;:[{&quot;type&quot;:&quot;FILL&quot;,&quot;fillStyle&quot;:{&quot;type&quot;:&quot;radial&quot;,&quot;colorStops&quot;:{&quot;0&quot;:&quot;rgb(252, 147, 147)&quot;,&quot;0.692&quot;:&quot;rgba(252, 147, 147, 0)&quot;}}},{&quot;type&quot;:&quot;STROKE&quot;,&quot;strokeStyle&quot;:&quot;rgba(0,0,0,0)&quot;,&quot;lineWidth&quot;:2,&quot;lineJoin&quot;:&quot;round&quot;}],&quot;parent&quot;:{&quot;type&quot;:&quot;CHILD&quot;,&quot;parentId&quot;:&quot;b42fdb2e-097d-4fd1-a6e4-2e3fad111d0f&quot;,&quot;order&quot;:&quot;999999999999999999999999999985&quot;},&quot;layout&quot;:{&quot;sizeRatio&quot;:{&quot;x&quot;:0.7071067811865476,&quot;y&quot;:0.7071067811865476},&quot;keepAspectRatio&quot;:true}},&quot;28aaf998-b908-40a9-b12a-db046c6abef5&quot;:{&quot;id&quot;:&quot;28aaf998-b908-40a9-b12a-db046c6abef5&quot;,&quot;type&quot;:&quot;FIGURE_OBJECT&quot;,&quot;relativeTransform&quot;:{&quot;translate&quot;:{&quot;x&quot;:0,&quot;y&quot;:0},&quot;rotate&quot;:0,&quot;skewX&quot;:0,&quot;scale&quot;:{&quot;x&quot;:1,&quot;y&quot;:1}},&quot;text&quot;:{&quot;textData&quot;:{&quot;lineSpacing&quot;:&quot;normal&quot;,&quot;alignment&quot;:&quot;center&quot;,&quot;verticalAlign&quot;:&quot;TOP&quot;,&quot;lines&quot;:[{&quot;runs&quot;:[],&quot;text&quot;:&quot;&quot;,&quot;baseStyle&quot;:{&quot;fontFamily&quot;:&quot;Roboto&quot;,&quot;fontSize&quot;:18.666666666666664,&quot;color&quot;:&quot;black&quot;,&quot;fontWeight&quot;:&quot;normal&quot;,&quot;fontStyle&quot;:&quot;normal&quot;,&quot;decoration&quot;:&quot;none&quot;}}]},&quot;format&quot;:&quot;BETTER_TEXT&quot;,&quot;size&quot;:{&quot;x&quot;:125.66670980925889,&quot;y&quot;:22},&quot;targetSize&quot;:{&quot;x&quot;:125.66670980925889,&quot;y&quot;:2.32}},&quot;parent&quot;:{&quot;type&quot;:&quot;CHILD&quot;,&quot;parentId&quot;:&quot;f2975fcb-749b-4cd0-9a42-5251d7c2d283&quot;,&quot;order&quot;:&quot;5&quot;}},&quot;8662c16e-5277-477d-a17e-7b7ea8c0a21d&quot;:{&quot;type&quot;:&quot;FIGURE_OBJECT&quot;,&quot;id&quot;:&quot;8662c16e-5277-477d-a17e-7b7ea8c0a21d&quot;,&quot;parent&quot;:{&quot;type&quot;:&quot;CHILD&quot;,&quot;parentId&quot;:&quot;b42fdb2e-097d-4fd1-a6e4-2e3fad111d0f&quot;,&quot;order&quot;:&quot;9999999999999999999999999992&quot;},&quot;relativeTransform&quot;:{&quot;translate&quot;:{&quot;x&quot;:548.0527261802448,&quot;y&quot;:195.665949130863},&quot;rotate&quot;:-2.4492935982947064e-16,&quot;skewX&quot;:0,&quot;scale&quot;:{&quot;x&quot;:1,&quot;y&quot;:1}},&quot;opacity&quot;:0.7},&quot;c758e21d-b835-4637-ba9e-8b4cecdeaecc&quot;:{&quot;id&quot;:&quot;c758e21d-b835-4637-ba9e-8b4cecdeaecc&quot;,&quot;name&quot;:&quot;Phospholipid&quot;,&quot;displayName&quot;:&quot;&quot;,&quot;type&quot;:&quot;FIGURE_OBJECT&quot;,&quot;relativeTransform&quot;:{&quot;translate&quot;:{&quot;x&quot;:-246.07561904779845,&quot;y&quot;:8.119848458266587},&quot;rotate&quot;:-0.5235987755982987,&quot;skewX&quot;:-3.828652487581629e-16,&quot;scale&quot;:{&quot;x&quot;:0.3561813446790644,&quot;y&quot;:0.35618134467906504}},&quot;image&quot;:{&quot;url&quot;:&quot;https://icons.biorender.com/biorender/617826643d98ef002970526b/phospholipid-1.png&quot;,&quot;fallbackUrl&quot;:&quot;https://res.cloudinary.com/dlcjuc3ej/image/upload/v1635264092/wmosfjddzfwpeepjvhyl.svg#/keystone/api/icons/617826643d98ef002970526b/phospholipid-1.svg#/keystone/api/icons/617826643d98ef002970526b/phospholipid-1.svg#/keystone/api/icons/617826643d98ef002970526b/phospholipid-1.svg&quot;,&quot;isPremium&quot;:false,&quot;size&quot;:{&quot;x&quot;:50,&quot;y&quot;:136.42857142857144}},&quot;source&quot;:{&quot;id&quot;:&quot;5b5f651905c0e0001425b49e&quot;,&quot;type&quot;:&quot;ASSETS&quot;},&quot;isPremium&quot;:false,&quot;parent&quot;:{&quot;type&quot;:&quot;CHILD&quot;,&quot;parentId&quot;:&quot;8662c16e-5277-477d-a17e-7b7ea8c0a21d&quot;,&quot;order&quot;:&quot;1&quot;},&quot;styles&quot;:{&quot;editable&quot;:[{&quot;styleName&quot;:&quot;SATURATE&quot;,&quot;index&quot;:0,&quot;value&quot;:100}]}},&quot;5363bfd7-930b-42a0-aa7e-447ee99fb280&quot;:{&quot;id&quot;:&quot;5363bfd7-930b-42a0-aa7e-447ee99fb280&quot;,&quot;name&quot;:&quot;Phospholipid&quot;,&quot;displayName&quot;:&quot;&quot;,&quot;type&quot;:&quot;FIGURE_OBJECT&quot;,&quot;relativeTransform&quot;:{&quot;translate&quot;:{&quot;x&quot;:-256.36786564273757,&quot;y&quot;:17.821309151935615},&quot;rotate&quot;:-0.8138283475203955,&quot;skewX&quot;:-4.375602842950429e-16,&quot;scale&quot;:{&quot;x&quot;:0.3561813446790646,&quot;y&quot;:0.3561813446790649}},&quot;image&quot;:{&quot;url&quot;:&quot;https://icons.biorender.com/biorender/617826643d98ef002970526b/phospholipid-1.png&quot;,&quot;fallbackUrl&quot;:&quot;https://res.cloudinary.com/dlcjuc3ej/image/upload/v1635264092/wmosfjddzfwpeepjvhyl.svg#/keystone/api/icons/617826643d98ef002970526b/phospholipid-1.svg#/keystone/api/icons/617826643d98ef002970526b/phospholipid-1.svg#/keystone/api/icons/617826643d98ef002970526b/phospholipid-1.svg&quot;,&quot;isPremium&quot;:false,&quot;size&quot;:{&quot;x&quot;:50,&quot;y&quot;:136.42857142857144}},&quot;source&quot;:{&quot;id&quot;:&quot;5b5f651905c0e0001425b49e&quot;,&quot;type&quot;:&quot;ASSETS&quot;},&quot;isPremium&quot;:false,&quot;parent&quot;:{&quot;type&quot;:&quot;CHILD&quot;,&quot;parentId&quot;:&quot;8662c16e-5277-477d-a17e-7b7ea8c0a21d&quot;,&quot;order&quot;:&quot;2&quot;},&quot;styles&quot;:{&quot;editable&quot;:[{&quot;styleName&quot;:&quot;SATURATE&quot;,&quot;index&quot;:0,&quot;value&quot;:100}]}},&quot;15e7dfcf-c902-4ab2-979f-616c2fac6d61&quot;:{&quot;id&quot;:&quot;15e7dfcf-c902-4ab2-979f-616c2fac6d61&quot;,&quot;name&quot;:&quot;Phospholipid&quot;,&quot;displayName&quot;:&quot;&quot;,&quot;type&quot;:&quot;FIGURE_OBJECT&quot;,&quot;relativeTransform&quot;:{&quot;translate&quot;:{&quot;x&quot;:-254.39201909286004,&quot;y&quot;:32.92344387409008},&quot;rotate&quot;:-1.8241152105141218,&quot;skewX&quot;:-1.2032907818113676e-15,&quot;scale&quot;:{&quot;x&quot;:0.35618134467906465,&quot;y&quot;:0.35618134467906504}},&quot;image&quot;:{&quot;url&quot;:&quot;https://icons.biorender.com/biorender/617826643d98ef002970526b/phospholipid-1.png&quot;,&quot;fallbackUrl&quot;:&quot;https://res.cloudinary.com/dlcjuc3ej/image/upload/v1635264092/wmosfjddzfwpeepjvhyl.svg#/keystone/api/icons/617826643d98ef002970526b/phospholipid-1.svg#/keystone/api/icons/617826643d98ef002970526b/phospholipid-1.svg#/keystone/api/icons/617826643d98ef002970526b/phospholipid-1.svg&quot;,&quot;isPremium&quot;:false,&quot;size&quot;:{&quot;x&quot;:50,&quot;y&quot;:136.42857142857144}},&quot;source&quot;:{&quot;id&quot;:&quot;5b5f651905c0e0001425b49e&quot;,&quot;type&quot;:&quot;ASSETS&quot;},&quot;isPremium&quot;:false,&quot;parent&quot;:{&quot;type&quot;:&quot;CHILD&quot;,&quot;parentId&quot;:&quot;8662c16e-5277-477d-a17e-7b7ea8c0a21d&quot;,&quot;order&quot;:&quot;5&quot;},&quot;styles&quot;:{&quot;editable&quot;:[{&quot;styleName&quot;:&quot;SATURATE&quot;,&quot;index&quot;:0,&quot;value&quot;:100}]}},&quot;1f1c0076-daf1-44a9-b300-b7997b8bdac8&quot;:{&quot;id&quot;:&quot;1f1c0076-daf1-44a9-b300-b7997b8bdac8&quot;,&quot;name&quot;:&quot;Phospholipid&quot;,&quot;displayName&quot;:&quot;&quot;,&quot;type&quot;:&quot;FIGURE_OBJECT&quot;,&quot;relativeTransform&quot;:{&quot;translate&quot;:{&quot;x&quot;:-264.6089196480107,&quot;y&quot;:51.25035054010824},&quot;rotate&quot;:-1.8479780835651505,&quot;skewX&quot;:-9.29815604126967e-16,&quot;scale&quot;:{&quot;x&quot;:0.3561813446790644,&quot;y&quot;:0.3561813446790651}},&quot;image&quot;:{&quot;url&quot;:&quot;https://icons.biorender.com/biorender/617826643d98ef002970526b/phospholipid-1.png&quot;,&quot;fallbackUrl&quot;:&quot;https://res.cloudinary.com/dlcjuc3ej/image/upload/v1635264092/wmosfjddzfwpeepjvhyl.svg#/keystone/api/icons/617826643d98ef002970526b/phospholipid-1.svg#/keystone/api/icons/617826643d98ef002970526b/phospholipid-1.svg#/keystone/api/icons/617826643d98ef002970526b/phospholipid-1.svg&quot;,&quot;isPremium&quot;:false,&quot;size&quot;:{&quot;x&quot;:50,&quot;y&quot;:136.42857142857144}},&quot;source&quot;:{&quot;id&quot;:&quot;5b5f651905c0e0001425b49e&quot;,&quot;type&quot;:&quot;ASSETS&quot;},&quot;isPremium&quot;:false,&quot;parent&quot;:{&quot;type&quot;:&quot;CHILD&quot;,&quot;parentId&quot;:&quot;8662c16e-5277-477d-a17e-7b7ea8c0a21d&quot;,&quot;order&quot;:&quot;6&quot;},&quot;styles&quot;:{&quot;editable&quot;:[{&quot;styleName&quot;:&quot;SATURATE&quot;,&quot;index&quot;:0,&quot;value&quot;:100}]}},&quot;8086e506-b2b8-495c-9b75-629019e682bb&quot;:{&quot;id&quot;:&quot;8086e506-b2b8-495c-9b75-629019e682bb&quot;,&quot;name&quot;:&quot;Phospholipid&quot;,&quot;displayName&quot;:&quot;&quot;,&quot;type&quot;:&quot;FIGURE_OBJECT&quot;,&quot;relativeTransform&quot;:{&quot;translate&quot;:{&quot;x&quot;:-252.45086054755146,&quot;y&quot;:59.10771103531121},&quot;rotate&quot;:-2.6179938779914944,&quot;skewX&quot;:-1.5861560305695312e-15,&quot;scale&quot;:{&quot;x&quot;:0.3561813446790645,&quot;y&quot;:0.3561813446790662}},&quot;image&quot;:{&quot;url&quot;:&quot;https://icons.biorender.com/biorender/617826643d98ef002970526b/phospholipid-1.png&quot;,&quot;fallbackUrl&quot;:&quot;https://res.cloudinary.com/dlcjuc3ej/image/upload/v1635264092/wmosfjddzfwpeepjvhyl.svg#/keystone/api/icons/617826643d98ef002970526b/phospholipid-1.svg#/keystone/api/icons/617826643d98ef002970526b/phospholipid-1.svg#/keystone/api/icons/617826643d98ef002970526b/phospholipid-1.svg&quot;,&quot;isPremium&quot;:false,&quot;size&quot;:{&quot;x&quot;:50,&quot;y&quot;:136.42857142857144}},&quot;source&quot;:{&quot;id&quot;:&quot;5b5f651905c0e0001425b49e&quot;,&quot;type&quot;:&quot;ASSETS&quot;},&quot;isPremium&quot;:false,&quot;parent&quot;:{&quot;type&quot;:&quot;CHILD&quot;,&quot;parentId&quot;:&quot;8662c16e-5277-477d-a17e-7b7ea8c0a21d&quot;,&quot;order&quot;:&quot;7&quot;},&quot;styles&quot;:{&quot;editable&quot;:[{&quot;styleName&quot;:&quot;SATURATE&quot;,&quot;index&quot;:0,&quot;value&quot;:100}]}},&quot;d8c8ccfd-3fa9-48ee-a8ec-572b32787471&quot;:{&quot;type&quot;:&quot;FIGURE_OBJECT&quot;,&quot;id&quot;:&quot;d8c8ccfd-3fa9-48ee-a8ec-572b32787471&quot;,&quot;parent&quot;:{&quot;type&quot;:&quot;CHILD&quot;,&quot;parentId&quot;:&quot;b42fdb2e-097d-4fd1-a6e4-2e3fad111d0f&quot;,&quot;order&quot;:&quot;9999999999999999999999999995&quot;},&quot;relativeTransform&quot;:{&quot;translate&quot;:{&quot;x&quot;:-71.91665174496421,&quot;y&quot;:195.7232652494107},&quot;rotate&quot;:0,&quot;skewX&quot;:0,&quot;scale&quot;:{&quot;x&quot;:1,&quot;y&quot;:1}},&quot;opacity&quot;:0.7},&quot;cda48ad7-a7e7-416c-b881-7a5f1aa91bda&quot;:{&quot;id&quot;:&quot;cda48ad7-a7e7-416c-b881-7a5f1aa91bda&quot;,&quot;name&quot;:&quot;Phospholipid&quot;,&quot;displayName&quot;:&quot;&quot;,&quot;type&quot;:&quot;FIGURE_OBJECT&quot;,&quot;relativeTransform&quot;:{&quot;translate&quot;:{&quot;x&quot;:246.9970419541662,&quot;y&quot;:14.136251536921435},&quot;rotate&quot;:0.7571010947793217,&quot;skewX&quot;:-3.281702132212826e-16,&quot;scale&quot;:{&quot;x&quot;:-0.3561813446790643,&quot;y&quot;:0.35618134467906504}},&quot;image&quot;:{&quot;url&quot;:&quot;https://icons.biorender.com/biorender/617826643d98ef002970526b/phospholipid-1.png&quot;,&quot;fallbackUrl&quot;:&quot;https://res.cloudinary.com/dlcjuc3ej/image/upload/v1635264092/wmosfjddzfwpeepjvhyl.svg#/keystone/api/icons/617826643d98ef002970526b/phospholipid-1.svg#/keystone/api/icons/617826643d98ef002970526b/phospholipid-1.svg#/keystone/api/icons/617826643d98ef002970526b/phospholipid-1.svg&quot;,&quot;isPremium&quot;:false,&quot;size&quot;:{&quot;x&quot;:50,&quot;y&quot;:136.42857142857144}},&quot;source&quot;:{&quot;id&quot;:&quot;5b5f651905c0e0001425b49e&quot;,&quot;type&quot;:&quot;ASSETS&quot;},&quot;isPremium&quot;:false,&quot;parent&quot;:{&quot;type&quot;:&quot;CHILD&quot;,&quot;parentId&quot;:&quot;d8c8ccfd-3fa9-48ee-a8ec-572b32787471&quot;,&quot;order&quot;:&quot;1&quot;}},&quot;df2c2d9c-72ba-4516-8784-bf578b0de845&quot;:{&quot;id&quot;:&quot;df2c2d9c-72ba-4516-8784-bf578b0de845&quot;,&quot;name&quot;:&quot;Phospholipid&quot;,&quot;displayName&quot;:&quot;&quot;,&quot;type&quot;:&quot;FIGURE_OBJECT&quot;,&quot;relativeTransform&quot;:{&quot;translate&quot;:{&quot;x&quot;:246.996348032244,&quot;y&quot;:28.878384028348464},&quot;rotate&quot;:1.0471975511965974,&quot;skewX&quot;:-6.563404264425644e-16,&quot;scale&quot;:{&quot;x&quot;:-0.3561813446790646,&quot;y&quot;:0.3561813446790649}},&quot;image&quot;:{&quot;url&quot;:&quot;https://icons.biorender.com/biorender/617826643d98ef002970526b/phospholipid-1.png&quot;,&quot;fallbackUrl&quot;:&quot;https://res.cloudinary.com/dlcjuc3ej/image/upload/v1635264092/wmosfjddzfwpeepjvhyl.svg#/keystone/api/icons/617826643d98ef002970526b/phospholipid-1.svg#/keystone/api/icons/617826643d98ef002970526b/phospholipid-1.svg#/keystone/api/icons/617826643d98ef002970526b/phospholipid-1.svg&quot;,&quot;isPremium&quot;:false,&quot;size&quot;:{&quot;x&quot;:50,&quot;y&quot;:136.42857142857144}},&quot;source&quot;:{&quot;id&quot;:&quot;5b5f651905c0e0001425b49e&quot;,&quot;type&quot;:&quot;ASSETS&quot;},&quot;isPremium&quot;:false,&quot;parent&quot;:{&quot;type&quot;:&quot;CHILD&quot;,&quot;parentId&quot;:&quot;d8c8ccfd-3fa9-48ee-a8ec-572b32787471&quot;,&quot;order&quot;:&quot;2&quot;}},&quot;de7a949d-65de-43d6-8850-adbdb39c2aad&quot;:{&quot;id&quot;:&quot;de7a949d-65de-43d6-8850-adbdb39c2aad&quot;,&quot;name&quot;:&quot;Phospholipid&quot;,&quot;displayName&quot;:&quot;&quot;,&quot;type&quot;:&quot;FIGURE_OBJECT&quot;,&quot;relativeTransform&quot;:{&quot;translate&quot;:{&quot;x&quot;:261.6599794374341,&quot;y&quot;:38.451981312296596},&quot;rotate&quot;:1.1459663399952549,&quot;skewX&quot;:-6.563404264425644e-16,&quot;scale&quot;:{&quot;x&quot;:-0.3561813446790646,&quot;y&quot;:0.3561813446790649}},&quot;image&quot;:{&quot;url&quot;:&quot;https://icons.biorender.com/biorender/617826643d98ef002970526b/phospholipid-1.png&quot;,&quot;fallbackUrl&quot;:&quot;https://res.cloudinary.com/dlcjuc3ej/image/upload/v1635264092/wmosfjddzfwpeepjvhyl.svg#/keystone/api/icons/617826643d98ef002970526b/phospholipid-1.svg#/keystone/api/icons/617826643d98ef002970526b/phospholipid-1.svg#/keystone/api/icons/617826643d98ef002970526b/phospholipid-1.svg&quot;,&quot;isPremium&quot;:false,&quot;size&quot;:{&quot;x&quot;:50,&quot;y&quot;:136.42857142857144}},&quot;source&quot;:{&quot;id&quot;:&quot;5b5f651905c0e0001425b49e&quot;,&quot;type&quot;:&quot;ASSETS&quot;},&quot;isPremium&quot;:false,&quot;parent&quot;:{&quot;type&quot;:&quot;CHILD&quot;,&quot;parentId&quot;:&quot;d8c8ccfd-3fa9-48ee-a8ec-572b32787471&quot;,&quot;order&quot;:&quot;5&quot;}},&quot;931f544a-a984-42a8-8859-ba08429a8906&quot;:{&quot;id&quot;:&quot;931f544a-a984-42a8-8859-ba08429a8906&quot;,&quot;name&quot;:&quot;Phospholipid&quot;,&quot;displayName&quot;:&quot;&quot;,&quot;type&quot;:&quot;FIGURE_OBJECT&quot;,&quot;relativeTransform&quot;:{&quot;translate&quot;:{&quot;x&quot;:261.3460936629881,&quot;y&quot;:51.69750472737273},&quot;rotate&quot;:2.094395102393195,&quot;skewX&quot;:-8.751205685900866e-16,&quot;scale&quot;:{&quot;x&quot;:-0.3561813446790644,&quot;y&quot;:0.35618134467906504}},&quot;image&quot;:{&quot;url&quot;:&quot;https://icons.biorender.com/biorender/617826643d98ef002970526b/phospholipid-1.png&quot;,&quot;fallbackUrl&quot;:&quot;https://res.cloudinary.com/dlcjuc3ej/image/upload/v1635264092/wmosfjddzfwpeepjvhyl.svg#/keystone/api/icons/617826643d98ef002970526b/phospholipid-1.svg#/keystone/api/icons/617826643d98ef002970526b/phospholipid-1.svg#/keystone/api/icons/617826643d98ef002970526b/phospholipid-1.svg&quot;,&quot;isPremium&quot;:false,&quot;size&quot;:{&quot;x&quot;:50,&quot;y&quot;:136.42857142857144}},&quot;source&quot;:{&quot;id&quot;:&quot;5b5f651905c0e0001425b49e&quot;,&quot;type&quot;:&quot;ASSETS&quot;},&quot;isPremium&quot;:false,&quot;parent&quot;:{&quot;type&quot;:&quot;CHILD&quot;,&quot;parentId&quot;:&quot;d8c8ccfd-3fa9-48ee-a8ec-572b32787471&quot;,&quot;order&quot;:&quot;6&quot;}},&quot;21dae70e-9420-433d-b123-f575b61ecdf0&quot;:{&quot;id&quot;:&quot;21dae70e-9420-433d-b123-f575b61ecdf0&quot;,&quot;name&quot;:&quot;Phospholipid&quot;,&quot;displayName&quot;:&quot;&quot;,&quot;type&quot;:&quot;FIGURE_OBJECT&quot;,&quot;relativeTransform&quot;:{&quot;translate&quot;:{&quot;x&quot;:246.99703456252885,&quot;y&quot;:55.882730863024115},&quot;rotate&quot;:2.4117369327175044,&quot;skewX&quot;:-1.640851066106412e-15,&quot;scale&quot;:{&quot;x&quot;:-0.3561813446790644,&quot;y&quot;:0.35618134467906626}},&quot;image&quot;:{&quot;url&quot;:&quot;https://icons.biorender.com/biorender/617826643d98ef002970526b/phospholipid-1.png&quot;,&quot;fallbackUrl&quot;:&quot;https://res.cloudinary.com/dlcjuc3ej/image/upload/v1635264092/wmosfjddzfwpeepjvhyl.svg#/keystone/api/icons/617826643d98ef002970526b/phospholipid-1.svg#/keystone/api/icons/617826643d98ef002970526b/phospholipid-1.svg#/keystone/api/icons/617826643d98ef002970526b/phospholipid-1.svg&quot;,&quot;isPremium&quot;:false,&quot;size&quot;:{&quot;x&quot;:50,&quot;y&quot;:136.42857142857144}},&quot;source&quot;:{&quot;id&quot;:&quot;5b5f651905c0e0001425b49e&quot;,&quot;type&quot;:&quot;ASSETS&quot;},&quot;isPremium&quot;:false,&quot;parent&quot;:{&quot;type&quot;:&quot;CHILD&quot;,&quot;parentId&quot;:&quot;d8c8ccfd-3fa9-48ee-a8ec-572b32787471&quot;,&quot;order&quot;:&quot;7&quot;}},&quot;73288ff5-2c35-4f96-9614-9faa5e7bbdc8&quot;:{&quot;type&quot;:&quot;FIGURE_OBJECT&quot;,&quot;id&quot;:&quot;73288ff5-2c35-4f96-9614-9faa5e7bbdc8&quot;,&quot;parent&quot;:{&quot;type&quot;:&quot;CHILD&quot;,&quot;parentId&quot;:&quot;b42fdb2e-097d-4fd1-a6e4-2e3fad111d0f&quot;,&quot;order&quot;:&quot;9999999999999999999999999997&quot;},&quot;relativeTransform&quot;:{&quot;translate&quot;:{&quot;x&quot;:60.855436719307704,&quot;y&quot;:261.4172886303499},&quot;rotate&quot;:0.38196444601007307,&quot;skewX&quot;:-1.1102230246251602e-16,&quot;scale&quot;:{&quot;x&quot;:0.9999999999999983,&quot;y&quot;:0.9999999999999983}}},&quot;cdd8c2c0-76e0-4d8b-a443-a8e30695c27e&quot;:{&quot;id&quot;:&quot;cdd8c2c0-76e0-4d8b-a443-a8e30695c27e&quot;,&quot;name&quot;:&quot;Sphere&quot;,&quot;displayName&quot;:&quot;&quot;,&quot;type&quot;:&quot;FIGURE_OBJECT&quot;,&quot;relativeTransform&quot;:{&quot;translate&quot;:{&quot;x&quot;:98.85989277780374,&quot;y&quot;:-126.53396493860443},&quot;rotate&quot;:6.283185307179586,&quot;skewX&quot;:0,&quot;scale&quot;:{&quot;x&quot;:-0.3984490257442165,&quot;y&quot;:0.3984490257442165}},&quot;image&quot;:{&quot;url&quot;:&quot;https://icons.biorender.com/biorender/5f4529c2929bce0028c9f877/sphere.png&quot;,&quot;fallbackUrl&quot;:&quot;https://res.cloudinary.com/dlcjuc3ej/image/upload/v1598368171/ew6k84mtkvzvpdegkgon.svg#/keystone/api/icons/5f4529c2929bce0028c9f877/sphere.svg#/keystone/api/icons/5f4529c2929bce0028c9f877/sphere.svg&quot;,&quot;isPremium&quot;:false,&quot;size&quot;:{&quot;x&quot;:50,&quot;y&quot;:50}},&quot;source&quot;:{&quot;id&quot;:&quot;5b8847989629ce1400901caa&quot;,&quot;type&quot;:&quot;ASSETS&quot;},&quot;isPremium&quot;:false,&quot;parent&quot;:{&quot;type&quot;:&quot;CHILD&quot;,&quot;parentId&quot;:&quot;73288ff5-2c35-4f96-9614-9faa5e7bbdc8&quot;,&quot;order&quot;:&quot;5&quot;}},&quot;6e48983d-a758-4546-a506-51816723f972&quot;:{&quot;type&quot;:&quot;FIGURE_OBJECT&quot;,&quot;id&quot;:&quot;6e48983d-a758-4546-a506-51816723f972&quot;,&quot;relativeTransform&quot;:{&quot;translate&quot;:{&quot;x&quot;:98.8598513251132,&quot;y&quot;:-132.7093675387338},&quot;rotate&quot;:4.71238898038469},&quot;opacity&quot;:1,&quot;path&quot;:{&quot;type&quot;:&quot;POLY_LINE&quot;,&quot;points&quot;:[{&quot;x&quot;:-12.747998857824594,&quot;y&quot;:0},{&quot;x&quot;:-38.007879046069675,&quot;y&quot;:0}],&quot;closed&quot;:false},&quot;pathStyles&quot;:[{&quot;type&quot;:&quot;FILL&quot;,&quot;fillStyle&quot;:&quot;rgba(0,0,0,0)&quot;},{&quot;type&quot;:&quot;STROKE&quot;,&quot;strokeStyle&quot;:&quot;rgba(148,34,31,1)&quot;,&quot;lineWidth&quot;:3.040630323685574,&quot;lineJoin&quot;:&quot;round&quot;}],&quot;isLocked&quot;:false,&quot;parent&quot;:{&quot;type&quot;:&quot;CHILD&quot;,&quot;parentId&quot;:&quot;73288ff5-2c35-4f96-9614-9faa5e7bbdc8&quot;,&quot;order&quot;:&quot;2&quot;},&quot;connectorInfo&quot;:{&quot;connectedObjects&quot;:[],&quot;type&quot;:&quot;LINE&quot;,&quot;offset&quot;:{&quot;x&quot;:0,&quot;y&quot;:0},&quot;bending&quot;:0.1,&quot;firstElementIsHead&quot;:true,&quot;customized&quot;:false},&quot;pathMarkers&quot;:{&quot;markerEnd&quot;:{&quot;type&quot;:&quot;PATH&quot;,&quot;units&quot;:{&quot;type&quot;:&quot;STROKE_WIDTH&quot;,&quot;scale&quot;:1},&quot;orient&quot;:{&quot;type&quot;:&quot;AUTO_START_REVERSE&quot;},&quot;name&quot;:&quot;rounded-end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-0.5,&quot;y&quot;:0,&quot;isEndPoint&quot;:true},{&quot;x&quot;:-0.49999999999999994,&quot;y&quot;:0.2761423749153967,&quot;isEndPoint&quot;:false},{&quot;x&quot;:-0.2761423749153966,&quot;y&quot;:0.5,&quot;isEndPoint&quot;:false},{&quot;x&quot;:3.061616997868383e-17,&quot;y&quot;:0.5,&quot;isEndPoint&quot;:true},{&quot;x&quot;:0.2761423749153967,&quot;y&quot;:0.5,&quot;isEndPoint&quot;:false},{&quot;x&quot;:0.5,&quot;y&quot;:0.27614237491539667,&quot;isEndPoint&quot;:false},{&quot;x&quot;:0.5,&quot;y&quot;:0,&quot;isEndPoint&quot;:true},{&quot;x&quot;:0.5,&quot;y&quot;:-0.27614237491539667,&quot;isEndPoint&quot;:false},{&quot;x&quot;:0.2761423749153967,&quot;y&quot;:-0.5,&quot;isEndPoint&quot;:false},{&quot;x&quot;:3.061616997868383e-17,&quot;y&quot;:-0.5,&quot;isEndPoint&quot;:true},{&quot;x&quot;:-0.2761423749153966,&quot;y&quot;:-0.5,&quot;isEndPoint&quot;:false},{&quot;x&quot;:-0.49999999999999994,&quot;y&quot;:-0.2761423749153967,&quot;isEndPoint&quot;:false},{&quot;x&quot;:-0.5,&quot;y&quot;:-6.123233995736766e-17,&quot;isEndPoint&quot;:true}],&quot;closed&quot;:false}},&quot;pathStyles&quot;:[{&quot;type&quot;:&quot;FILL&quot;,&quot;fillStyle&quot;:&quot;context-stroke-flat&quot;}]}}},&quot;984819f0-1bd9-4198-9306-47a07f951e29&quot;:{&quot;type&quot;:&quot;FIGURE_OBJECT&quot;,&quot;id&quot;:&quot;984819f0-1bd9-4198-9306-47a07f951e29&quot;,&quot;relativeTransform&quot;:{&quot;translate&quot;:{&quot;x&quot;:244.50525928195842,&quot;y&quot;:-61.14055127362856},&quot;rotate&quot;:0,&quot;skewX&quot;:0,&quot;scale&quot;:{&quot;x&quot;:1,&quot;y&quot;:1}},&quot;opacity&quot;:1,&quot;path&quot;:{&quot;type&quot;:&quot;ELLIPSE&quot;,&quot;size&quot;:{&quot;x&quot;:125.66670980925889,&quot;y&quot;:125.66670980925889}},&quot;isLocked&quot;:false,&quot;pathStyles&quot;:[{&quot;type&quot;:&quot;FILL&quot;,&quot;fillStyle&quot;:{&quot;type&quot;:&quot;radial&quot;,&quot;colorStops&quot;:{&quot;0&quot;:&quot;rgb(255, 149, 149)&quot;,&quot;0.692&quot;:&quot;rgba(252, 147, 147, 0)&quot;}}},{&quot;type&quot;:&quot;STROKE&quot;,&quot;strokeStyle&quot;:&quot;rgba(0,0,0,0)&quot;,&quot;lineWidth&quot;:2,&quot;lineJoin&quot;:&quot;round&quot;}],&quot;parent&quot;:{&quot;type&quot;:&quot;CHILD&quot;,&quot;parentId&quot;:&quot;b42fdb2e-097d-4fd1-a6e4-2e3fad111d0f&quot;,&quot;order&quot;:&quot;99999999999999999999999999999&quot;},&quot;layout&quot;:{&quot;sizeRatio&quot;:{&quot;x&quot;:0.7071067811865476,&quot;y&quot;:0.7071067811865476},&quot;keepAspectRatio&quot;:true}},&quot;d4ffe1ae-a109-4fe9-bf18-8c1759e80d5c&quot;:{&quot;id&quot;:&quot;d4ffe1ae-a109-4fe9-bf18-8c1759e80d5c&quot;,&quot;type&quot;:&quot;FIGURE_OBJECT&quot;,&quot;relativeTransform&quot;:{&quot;translate&quot;:{&quot;x&quot;:0,&quot;y&quot;:0},&quot;rotate&quot;:0,&quot;skewX&quot;:0,&quot;scale&quot;:{&quot;x&quot;:1,&quot;y&quot;:1}},&quot;text&quot;:{&quot;textData&quot;:{&quot;lineSpacing&quot;:&quot;normal&quot;,&quot;alignment&quot;:&quot;center&quot;,&quot;verticalAlign&quot;:&quot;TOP&quot;,&quot;lines&quot;:[{&quot;runs&quot;:[],&quot;text&quot;:&quot;&quot;,&quot;baseStyle&quot;:{&quot;fontFamily&quot;:&quot;Roboto&quot;,&quot;fontSize&quot;:18.666666666666664,&quot;color&quot;:&quot;black&quot;,&quot;fontWeight&quot;:&quot;normal&quot;,&quot;fontStyle&quot;:&quot;normal&quot;,&quot;decoration&quot;:&quot;none&quot;}}]},&quot;format&quot;:&quot;BETTER_TEXT&quot;,&quot;size&quot;:{&quot;x&quot;:125.66670980925889,&quot;y&quot;:22},&quot;targetSize&quot;:{&quot;x&quot;:125.66670980925889,&quot;y&quot;:2.32}},&quot;parent&quot;:{&quot;type&quot;:&quot;CHILD&quot;,&quot;parentId&quot;:&quot;984819f0-1bd9-4198-9306-47a07f951e29&quot;,&quot;order&quot;:&quot;5&quot;}},&quot;1c48eb83-cd32-4fef-ac12-60021055a6b4&quot;:{&quot;type&quot;:&quot;FIGURE_OBJECT&quot;,&quot;id&quot;:&quot;1c48eb83-cd32-4fef-ac12-60021055a6b4&quot;,&quot;parent&quot;:{&quot;type&quot;:&quot;CHILD&quot;,&quot;parentId&quot;:&quot;b42fdb2e-097d-4fd1-a6e4-2e3fad111d0f&quot;,&quot;order&quot;:&quot;9999999999999999999999999998&quot;},&quot;relativeTransform&quot;:{&quot;translate&quot;:{&quot;x&quot;:562.6540733289025,&quot;y&quot;:-95.48815739182868},&quot;rotate&quot;:-2.4492935982947064e-16,&quot;skewX&quot;:0,&quot;scale&quot;:{&quot;x&quot;:1,&quot;y&quot;:1}},&quot;opacity&quot;:0.7},&quot;0341dec0-ee42-48c3-9107-323ad6a94875&quot;:{&quot;id&quot;:&quot;0341dec0-ee42-48c3-9107-323ad6a94875&quot;,&quot;name&quot;:&quot;Phospholipid&quot;,&quot;displayName&quot;:&quot;&quot;,&quot;type&quot;:&quot;FIGURE_OBJECT&quot;,&quot;relativeTransform&quot;:{&quot;translate&quot;:{&quot;x&quot;:-246.07561904779845,&quot;y&quot;:8.119848458266587},&quot;rotate&quot;:-0.5235987755982987,&quot;skewX&quot;:-3.828652487581629e-16,&quot;scale&quot;:{&quot;x&quot;:0.3561813446790644,&quot;y&quot;:0.35618134467906504}},&quot;image&quot;:{&quot;url&quot;:&quot;https://icons.biorender.com/biorender/617826643d98ef002970526b/phospholipid-1.png&quot;,&quot;fallbackUrl&quot;:&quot;https://res.cloudinary.com/dlcjuc3ej/image/upload/v1635264092/wmosfjddzfwpeepjvhyl.svg#/keystone/api/icons/617826643d98ef002970526b/phospholipid-1.svg#/keystone/api/icons/617826643d98ef002970526b/phospholipid-1.svg#/keystone/api/icons/617826643d98ef002970526b/phospholipid-1.svg&quot;,&quot;isPremium&quot;:false,&quot;size&quot;:{&quot;x&quot;:50,&quot;y&quot;:136.42857142857144}},&quot;source&quot;:{&quot;id&quot;:&quot;5b5f651905c0e0001425b49e&quot;,&quot;type&quot;:&quot;ASSETS&quot;},&quot;isPremium&quot;:false,&quot;parent&quot;:{&quot;type&quot;:&quot;CHILD&quot;,&quot;parentId&quot;:&quot;1c48eb83-cd32-4fef-ac12-60021055a6b4&quot;,&quot;order&quot;:&quot;1&quot;}},&quot;bc4697a6-9c8a-49ad-97b0-a45e373ca9fa&quot;:{&quot;id&quot;:&quot;bc4697a6-9c8a-49ad-97b0-a45e373ca9fa&quot;,&quot;name&quot;:&quot;Phospholipid&quot;,&quot;displayName&quot;:&quot;&quot;,&quot;type&quot;:&quot;FIGURE_OBJECT&quot;,&quot;relativeTransform&quot;:{&quot;translate&quot;:{&quot;x&quot;:-256.36786564273757,&quot;y&quot;:17.821309151935615},&quot;rotate&quot;:-0.8138283475203955,&quot;skewX&quot;:-4.375602842950429e-16,&quot;scale&quot;:{&quot;x&quot;:0.3561813446790646,&quot;y&quot;:0.3561813446790649}},&quot;image&quot;:{&quot;url&quot;:&quot;https://icons.biorender.com/biorender/617826643d98ef002970526b/phospholipid-1.png&quot;,&quot;fallbackUrl&quot;:&quot;https://res.cloudinary.com/dlcjuc3ej/image/upload/v1635264092/wmosfjddzfwpeepjvhyl.svg#/keystone/api/icons/617826643d98ef002970526b/phospholipid-1.svg#/keystone/api/icons/617826643d98ef002970526b/phospholipid-1.svg#/keystone/api/icons/617826643d98ef002970526b/phospholipid-1.svg&quot;,&quot;isPremium&quot;:false,&quot;size&quot;:{&quot;x&quot;:50,&quot;y&quot;:136.42857142857144}},&quot;source&quot;:{&quot;id&quot;:&quot;5b5f651905c0e0001425b49e&quot;,&quot;type&quot;:&quot;ASSETS&quot;},&quot;isPremium&quot;:false,&quot;parent&quot;:{&quot;type&quot;:&quot;CHILD&quot;,&quot;parentId&quot;:&quot;1c48eb83-cd32-4fef-ac12-60021055a6b4&quot;,&quot;order&quot;:&quot;2&quot;}},&quot;6f78c1bd-fe6f-45d5-914d-751422ab2606&quot;:{&quot;id&quot;:&quot;6f78c1bd-fe6f-45d5-914d-751422ab2606&quot;,&quot;name&quot;:&quot;Phospholipid&quot;,&quot;displayName&quot;:&quot;&quot;,&quot;type&quot;:&quot;FIGURE_OBJECT&quot;,&quot;relativeTransform&quot;:{&quot;translate&quot;:{&quot;x&quot;:-254.39201909286004,&quot;y&quot;:32.92344387409008},&quot;rotate&quot;:-1.8241152105141218,&quot;skewX&quot;:-1.2032907818113676e-15,&quot;scale&quot;:{&quot;x&quot;:0.35618134467906465,&quot;y&quot;:0.35618134467906504}},&quot;image&quot;:{&quot;url&quot;:&quot;https://icons.biorender.com/biorender/617826643d98ef002970526b/phospholipid-1.png&quot;,&quot;fallbackUrl&quot;:&quot;https://res.cloudinary.com/dlcjuc3ej/image/upload/v1635264092/wmosfjddzfwpeepjvhyl.svg#/keystone/api/icons/617826643d98ef002970526b/phospholipid-1.svg#/keystone/api/icons/617826643d98ef002970526b/phospholipid-1.svg#/keystone/api/icons/617826643d98ef002970526b/phospholipid-1.svg&quot;,&quot;isPremium&quot;:false,&quot;size&quot;:{&quot;x&quot;:50,&quot;y&quot;:136.42857142857144}},&quot;source&quot;:{&quot;id&quot;:&quot;5b5f651905c0e0001425b49e&quot;,&quot;type&quot;:&quot;ASSETS&quot;},&quot;isPremium&quot;:false,&quot;parent&quot;:{&quot;type&quot;:&quot;CHILD&quot;,&quot;parentId&quot;:&quot;1c48eb83-cd32-4fef-ac12-60021055a6b4&quot;,&quot;order&quot;:&quot;5&quot;}},&quot;a1f42ca1-113a-4467-b075-8d1d9d059f99&quot;:{&quot;id&quot;:&quot;a1f42ca1-113a-4467-b075-8d1d9d059f99&quot;,&quot;name&quot;:&quot;Phospholipid&quot;,&quot;displayName&quot;:&quot;&quot;,&quot;type&quot;:&quot;FIGURE_OBJECT&quot;,&quot;relativeTransform&quot;:{&quot;translate&quot;:{&quot;x&quot;:-264.6089196480107,&quot;y&quot;:51.25035054010824},&quot;rotate&quot;:-1.8479780835651505,&quot;skewX&quot;:-9.29815604126967e-16,&quot;scale&quot;:{&quot;x&quot;:0.3561813446790644,&quot;y&quot;:0.3561813446790651}},&quot;image&quot;:{&quot;url&quot;:&quot;https://icons.biorender.com/biorender/617826643d98ef002970526b/phospholipid-1.png&quot;,&quot;fallbackUrl&quot;:&quot;https://res.cloudinary.com/dlcjuc3ej/image/upload/v1635264092/wmosfjddzfwpeepjvhyl.svg#/keystone/api/icons/617826643d98ef002970526b/phospholipid-1.svg#/keystone/api/icons/617826643d98ef002970526b/phospholipid-1.svg#/keystone/api/icons/617826643d98ef002970526b/phospholipid-1.svg&quot;,&quot;isPremium&quot;:false,&quot;size&quot;:{&quot;x&quot;:50,&quot;y&quot;:136.42857142857144}},&quot;source&quot;:{&quot;id&quot;:&quot;5b5f651905c0e0001425b49e&quot;,&quot;type&quot;:&quot;ASSETS&quot;},&quot;isPremium&quot;:false,&quot;parent&quot;:{&quot;type&quot;:&quot;CHILD&quot;,&quot;parentId&quot;:&quot;1c48eb83-cd32-4fef-ac12-60021055a6b4&quot;,&quot;order&quot;:&quot;6&quot;}},&quot;09c10bda-899b-49ee-af97-064ce66afb2e&quot;:{&quot;id&quot;:&quot;09c10bda-899b-49ee-af97-064ce66afb2e&quot;,&quot;name&quot;:&quot;Phospholipid&quot;,&quot;displayName&quot;:&quot;&quot;,&quot;type&quot;:&quot;FIGURE_OBJECT&quot;,&quot;relativeTransform&quot;:{&quot;translate&quot;:{&quot;x&quot;:-252.45086054755146,&quot;y&quot;:59.10771103531121},&quot;rotate&quot;:-2.6179938779914944,&quot;skewX&quot;:-1.5861560305695312e-15,&quot;scale&quot;:{&quot;x&quot;:0.3561813446790645,&quot;y&quot;:0.3561813446790662}},&quot;image&quot;:{&quot;url&quot;:&quot;https://icons.biorender.com/biorender/617826643d98ef002970526b/phospholipid-1.png&quot;,&quot;fallbackUrl&quot;:&quot;https://res.cloudinary.com/dlcjuc3ej/image/upload/v1635264092/wmosfjddzfwpeepjvhyl.svg#/keystone/api/icons/617826643d98ef002970526b/phospholipid-1.svg#/keystone/api/icons/617826643d98ef002970526b/phospholipid-1.svg#/keystone/api/icons/617826643d98ef002970526b/phospholipid-1.svg&quot;,&quot;isPremium&quot;:false,&quot;size&quot;:{&quot;x&quot;:50,&quot;y&quot;:136.42857142857144}},&quot;source&quot;:{&quot;id&quot;:&quot;5b5f651905c0e0001425b49e&quot;,&quot;type&quot;:&quot;ASSETS&quot;},&quot;isPremium&quot;:false,&quot;parent&quot;:{&quot;type&quot;:&quot;CHILD&quot;,&quot;parentId&quot;:&quot;1c48eb83-cd32-4fef-ac12-60021055a6b4&quot;,&quot;order&quot;:&quot;7&quot;}},&quot;5bbed81e-e9f2-4edf-a136-8700c12284f4&quot;:{&quot;type&quot;:&quot;FIGURE_OBJECT&quot;,&quot;id&quot;:&quot;5bbed81e-e9f2-4edf-a136-8700c12284f4&quot;,&quot;parent&quot;:{&quot;type&quot;:&quot;CHILD&quot;,&quot;parentId&quot;:&quot;b42fdb2e-097d-4fd1-a6e4-2e3fad111d0f&quot;,&quot;order&quot;:&quot;99999999999999999999999999995&quot;},&quot;relativeTransform&quot;:{&quot;translate&quot;:{&quot;x&quot;:82.33929527705428,&quot;y&quot;:16.399329993507106},&quot;rotate&quot;:-0.09721105985474787,&quot;skewX&quot;:1.38777878078145e-16,&quot;scale&quot;:{&quot;x&quot;:0.9999999999999983,&quot;y&quot;:1.0000000000000047}}},&quot;888d7a2c-c6c6-48b4-b711-1e1bdaf9d0fa&quot;:{&quot;id&quot;:&quot;888d7a2c-c6c6-48b4-b711-1e1bdaf9d0fa&quot;,&quot;name&quot;:&quot;Sphere&quot;,&quot;displayName&quot;:&quot;&quot;,&quot;type&quot;:&quot;FIGURE_OBJECT&quot;,&quot;relativeTransform&quot;:{&quot;translate&quot;:{&quot;x&quot;:98.85989277780374,&quot;y&quot;:-126.53396493860443},&quot;rotate&quot;:6.283185307179586,&quot;skewX&quot;:0,&quot;scale&quot;:{&quot;x&quot;:-0.3984490257442165,&quot;y&quot;:0.3984490257442165}},&quot;image&quot;:{&quot;url&quot;:&quot;https://icons.biorender.com/biorender/5f4529c2929bce0028c9f877/sphere.png&quot;,&quot;fallbackUrl&quot;:&quot;https://res.cloudinary.com/dlcjuc3ej/image/upload/v1598368171/ew6k84mtkvzvpdegkgon.svg#/keystone/api/icons/5f4529c2929bce0028c9f877/sphere.svg#/keystone/api/icons/5f4529c2929bce0028c9f877/sphere.svg&quot;,&quot;isPremium&quot;:false,&quot;size&quot;:{&quot;x&quot;:50,&quot;y&quot;:50}},&quot;source&quot;:{&quot;id&quot;:&quot;5b8847989629ce1400901caa&quot;,&quot;type&quot;:&quot;ASSETS&quot;},&quot;isPremium&quot;:false,&quot;parent&quot;:{&quot;type&quot;:&quot;CHILD&quot;,&quot;parentId&quot;:&quot;5bbed81e-e9f2-4edf-a136-8700c12284f4&quot;,&quot;order&quot;:&quot;5&quot;}},&quot;4036d72e-0bbc-4cad-86d2-227cdbbd97cd&quot;:{&quot;type&quot;:&quot;FIGURE_OBJECT&quot;,&quot;id&quot;:&quot;4036d72e-0bbc-4cad-86d2-227cdbbd97cd&quot;,&quot;relativeTransform&quot;:{&quot;translate&quot;:{&quot;x&quot;:98.8598513251132,&quot;y&quot;:-132.7093675387338},&quot;rotate&quot;:4.71238898038469},&quot;opacity&quot;:1,&quot;path&quot;:{&quot;type&quot;:&quot;POLY_LINE&quot;,&quot;points&quot;:[{&quot;x&quot;:-12.747998857824594,&quot;y&quot;:0},{&quot;x&quot;:-38.007879046069675,&quot;y&quot;:0}],&quot;closed&quot;:false},&quot;pathStyles&quot;:[{&quot;type&quot;:&quot;FILL&quot;,&quot;fillStyle&quot;:&quot;rgba(0,0,0,0)&quot;},{&quot;type&quot;:&quot;STROKE&quot;,&quot;strokeStyle&quot;:&quot;rgba(148,34,31,1)&quot;,&quot;lineWidth&quot;:3.040630323685574,&quot;lineJoin&quot;:&quot;round&quot;}],&quot;isLocked&quot;:false,&quot;parent&quot;:{&quot;type&quot;:&quot;CHILD&quot;,&quot;parentId&quot;:&quot;5bbed81e-e9f2-4edf-a136-8700c12284f4&quot;,&quot;order&quot;:&quot;2&quot;},&quot;connectorInfo&quot;:{&quot;connectedObjects&quot;:[],&quot;type&quot;:&quot;LINE&quot;,&quot;offset&quot;:{&quot;x&quot;:0,&quot;y&quot;:0},&quot;bending&quot;:0.1,&quot;firstElementIsHead&quot;:true,&quot;customized&quot;:false},&quot;pathMarkers&quot;:{&quot;markerEnd&quot;:{&quot;type&quot;:&quot;PATH&quot;,&quot;units&quot;:{&quot;type&quot;:&quot;STROKE_WIDTH&quot;,&quot;scale&quot;:1},&quot;orient&quot;:{&quot;type&quot;:&quot;AUTO_START_REVERSE&quot;},&quot;name&quot;:&quot;rounded-end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-0.5,&quot;y&quot;:0,&quot;isEndPoint&quot;:true},{&quot;x&quot;:-0.49999999999999994,&quot;y&quot;:0.2761423749153967,&quot;isEndPoint&quot;:false},{&quot;x&quot;:-0.2761423749153966,&quot;y&quot;:0.5,&quot;isEndPoint&quot;:false},{&quot;x&quot;:3.061616997868383e-17,&quot;y&quot;:0.5,&quot;isEndPoint&quot;:true},{&quot;x&quot;:0.2761423749153967,&quot;y&quot;:0.5,&quot;isEndPoint&quot;:false},{&quot;x&quot;:0.5,&quot;y&quot;:0.27614237491539667,&quot;isEndPoint&quot;:false},{&quot;x&quot;:0.5,&quot;y&quot;:0,&quot;isEndPoint&quot;:true},{&quot;x&quot;:0.5,&quot;y&quot;:-0.27614237491539667,&quot;isEndPoint&quot;:false},{&quot;x&quot;:0.2761423749153967,&quot;y&quot;:-0.5,&quot;isEndPoint&quot;:false},{&quot;x&quot;:3.061616997868383e-17,&quot;y&quot;:-0.5,&quot;isEndPoint&quot;:true},{&quot;x&quot;:-0.2761423749153966,&quot;y&quot;:-0.5,&quot;isEndPoint&quot;:false},{&quot;x&quot;:-0.49999999999999994,&quot;y&quot;:-0.2761423749153967,&quot;isEndPoint&quot;:false},{&quot;x&quot;:-0.5,&quot;y&quot;:-6.123233995736766e-17,&quot;isEndPoint&quot;:true}],&quot;closed&quot;:false}},&quot;pathStyles&quot;:[{&quot;type&quot;:&quot;FILL&quot;,&quot;fillStyle&quot;:&quot;context-stroke-flat&quot;}]}}},&quot;bd553ceb-ac48-4403-939f-810f518779c3&quot;:{&quot;relativeTransform&quot;:{&quot;translate&quot;:{&quot;x&quot;:-323.1215678745902,&quot;y&quot;:83.2130157346781},&quot;rotate&quot;:0,&quot;skewX&quot;:0,&quot;scale&quot;:{&quot;x&quot;:1,&quot;y&quot;:1}},&quot;type&quot;:&quot;FIGURE_OBJECT&quot;,&quot;id&quot;:&quot;bd553ceb-ac48-4403-939f-810f518779c3&quot;,&quot;name&quot;:&quot;37. Peptidoglycan brush (straight)&quot;,&quot;displayName&quot;:&quot;Peptidoglycan brush (straight)&quot;,&quot;opacity&quot;:0.6,&quot;source&quot;:{&quot;id&quot;:&quot;5ea2228251578100ac3b42a4&quot;,&quot;type&quot;:&quot;ASSETS&quot;},&quot;path&quot;:{&quot;type&quot;:&quot;POLY_LINE&quot;,&quot;points&quot;:[{&quot;x&quot;:-204.17417832508283,&quot;y&quot;:0},{&quot;x&quot;:204.17417832508295,&quot;y&quot;:0}],&quot;closed&quot;:false},&quot;pathStyles&quot;:[{&quot;type&quot;:&quot;FILL&quot;,&quot;fillStyle&quot;:&quot;rgba(0,0,0,0)&quot;},{&quot;type&quot;:&quot;STROKE&quot;,&quot;strokeStyle&quot;:&quot;rgba(0,0,0,0)&quot;,&quot;lineWidth&quot;:32,&quot;lineJoin&quot;:&quot;round&quot;}],&quot;pathSmoothing&quot;:{&quot;type&quot;:&quot;CATMULL_SMOOTHING&quot;,&quot;smoothing&quot;:0.2},&quot;pathPattern&quot;:{&quot;type&quot;:&quot;ROW&quot;,&quot;patternId&quot;:&quot;8b24b539-4445-4eec-9ea2-69d74a74f068&quot;,&quot;patternTransform&quot;:{&quot;translate&quot;:{&quot;x&quot;:-1.0299920638612292e-18,&quot;y&quot;:-0.5},&quot;rotate&quot;:0,&quot;skewX&quot;:0,&quot;scale&quot;:{&quot;x&quot;:0.009345794392523364,&quot;y&quot;:0.009345794392523364}},&quot;xUnits&quot;:&quot;STROKE_WIDTH&quot;,&quot;yUnits&quot;:&quot;STROKE_WIDTH&quot;,&quot;bending&quot;:true,&quot;repeat&quot;:{&quot;distance&quot;:0.9897663437317465,&quot;align&quot;:&quot;CENTER&quot;},&quot;isPremium&quot;:false},&quot;isLocked&quot;:false,&quot;parent&quot;:{&quot;type&quot;:&quot;CHILD&quot;,&quot;parentId&quot;:&quot;b42fdb2e-097d-4fd1-a6e4-2e3fad111d0f&quot;,&quot;order&quot;:&quot;99999999999999999999999999997&quot;},&quot;isPremium&quot;:false},&quot;3952651b-b681-4159-803a-4138cf5d7439&quot;:{&quot;relativeTransform&quot;:{&quot;translate&quot;:{&quot;x&quot;:426.6158041315281,&quot;y&quot;:83.2130157346781},&quot;rotate&quot;:0},&quot;type&quot;:&quot;FIGURE_OBJECT&quot;,&quot;id&quot;:&quot;3952651b-b681-4159-803a-4138cf5d7439&quot;,&quot;name&quot;:&quot;37. Peptidoglycan brush (straight)&quot;,&quot;displayName&quot;:&quot;Peptidoglycan brush (straight)&quot;,&quot;opacity&quot;:0.6,&quot;source&quot;:{&quot;id&quot;:&quot;5ea2228251578100ac3b42a4&quot;,&quot;type&quot;:&quot;ASSETS&quot;},&quot;path&quot;:{&quot;type&quot;:&quot;POLY_LINE&quot;,&quot;points&quot;:[{&quot;x&quot;:-124.98049685789486,&quot;y&quot;:0},{&quot;x&quot;:124.9804968578949,&quot;y&quot;:0}],&quot;closed&quot;:false},&quot;pathStyles&quot;:[{&quot;type&quot;:&quot;FILL&quot;,&quot;fillStyle&quot;:&quot;rgba(0,0,0,0)&quot;},{&quot;type&quot;:&quot;STROKE&quot;,&quot;strokeStyle&quot;:&quot;rgba(0,0,0,0)&quot;,&quot;lineWidth&quot;:32,&quot;lineJoin&quot;:&quot;round&quot;}],&quot;pathSmoothing&quot;:{&quot;type&quot;:&quot;CATMULL_SMOOTHING&quot;,&quot;smoothing&quot;:0.2},&quot;pathPattern&quot;:{&quot;type&quot;:&quot;ROW&quot;,&quot;patternId&quot;:&quot;3139a67c-7e61-44c5-b9d4-b7cb5a35060d&quot;,&quot;patternTransform&quot;:{&quot;translate&quot;:{&quot;x&quot;:-1.0299920638612292e-18,&quot;y&quot;:-0.5},&quot;rotate&quot;:0,&quot;skewX&quot;:0,&quot;scale&quot;:{&quot;x&quot;:0.009345794392523364,&quot;y&quot;:0.009345794392523364}},&quot;xUnits&quot;:&quot;STROKE_WIDTH&quot;,&quot;yUnits&quot;:&quot;STROKE_WIDTH&quot;,&quot;bending&quot;:true,&quot;repeat&quot;:{&quot;distance&quot;:0.9897663437317465,&quot;align&quot;:&quot;CENTER&quot;},&quot;isPremium&quot;:false},&quot;isLocked&quot;:false,&quot;parent&quot;:{&quot;type&quot;:&quot;CHILD&quot;,&quot;parentId&quot;:&quot;b42fdb2e-097d-4fd1-a6e4-2e3fad111d0f&quot;,&quot;order&quot;:&quot;6&quot;},&quot;isPremium&quot;:false},&quot;c7837944-0374-48f8-a188-c335a92c8008&quot;:{&quot;relativeTransform&quot;:{&quot;translate&quot;:{&quot;x&quot;:68.43425612358578,&quot;y&quot;:83.2130157346781},&quot;rotate&quot;:0},&quot;type&quot;:&quot;FIGURE_OBJECT&quot;,&quot;id&quot;:&quot;c7837944-0374-48f8-a188-c335a92c8008&quot;,&quot;name&quot;:&quot;37. Peptidoglycan brush (straight)&quot;,&quot;displayName&quot;:&quot;Peptidoglycan brush (straight)&quot;,&quot;opacity&quot;:0.6,&quot;source&quot;:{&quot;id&quot;:&quot;5ea2228251578100ac3b42a4&quot;,&quot;type&quot;:&quot;ASSETS&quot;},&quot;path&quot;:{&quot;type&quot;:&quot;POLY_LINE&quot;,&quot;points&quot;:[{&quot;x&quot;:-122.25304858789266,&quot;y&quot;:0},{&quot;x&quot;:122.2530485878927,&quot;y&quot;:0}],&quot;closed&quot;:false},&quot;pathStyles&quot;:[{&quot;type&quot;:&quot;FILL&quot;,&quot;fillStyle&quot;:&quot;rgba(0,0,0,0)&quot;},{&quot;type&quot;:&quot;STROKE&quot;,&quot;strokeStyle&quot;:&quot;rgba(0,0,0,0)&quot;,&quot;lineWidth&quot;:32,&quot;lineJoin&quot;:&quot;round&quot;}],&quot;pathSmoothing&quot;:{&quot;type&quot;:&quot;CATMULL_SMOOTHING&quot;,&quot;smoothing&quot;:0.2},&quot;pathPattern&quot;:{&quot;type&quot;:&quot;ROW&quot;,&quot;patternId&quot;:&quot;350fed76-8f3f-4806-907e-52d075b3c112&quot;,&quot;patternTransform&quot;:{&quot;translate&quot;:{&quot;x&quot;:-1.0299920638612292e-18,&quot;y&quot;:-0.5},&quot;rotate&quot;:0,&quot;skewX&quot;:0,&quot;scale&quot;:{&quot;x&quot;:0.009345794392523364,&quot;y&quot;:0.009345794392523364}},&quot;xUnits&quot;:&quot;STROKE_WIDTH&quot;,&quot;yUnits&quot;:&quot;STROKE_WIDTH&quot;,&quot;bending&quot;:true,&quot;repeat&quot;:{&quot;distance&quot;:0.9897663437317465,&quot;align&quot;:&quot;CENTER&quot;},&quot;isPremium&quot;:false},&quot;isLocked&quot;:false,&quot;parent&quot;:{&quot;type&quot;:&quot;CHILD&quot;,&quot;parentId&quot;:&quot;b42fdb2e-097d-4fd1-a6e4-2e3fad111d0f&quot;,&quot;order&quot;:&quot;99999999999999999999999999998&quot;},&quot;isPremium&quot;:false},&quot;8762305c-3f92-44f7-8a26-e34cfce9658b&quot;:{&quot;type&quot;:&quot;FIGURE_OBJECT&quot;,&quot;id&quot;:&quot;8762305c-3f92-44f7-8a26-e34cfce9658b&quot;,&quot;parent&quot;:{&quot;type&quot;:&quot;CHILD&quot;,&quot;parentId&quot;:&quot;b42fdb2e-097d-4fd1-a6e4-2e3fad111d0f&quot;,&quot;order&quot;:&quot;9999999999999999999999999999&quot;},&quot;relativeTransform&quot;:{&quot;translate&quot;:{&quot;x&quot;:-78.00461645123085,&quot;y&quot;:-98.85081198920774},&quot;rotate&quot;:0,&quot;skewX&quot;:0,&quot;scale&quot;:{&quot;x&quot;:1,&quot;y&quot;:1}},&quot;opacity&quot;:0.7},&quot;3fef0a2b-c94b-42d5-b4de-52e72a8d1b7f&quot;:{&quot;id&quot;:&quot;3fef0a2b-c94b-42d5-b4de-52e72a8d1b7f&quot;,&quot;name&quot;:&quot;Phospholipid&quot;,&quot;displayName&quot;:&quot;&quot;,&quot;type&quot;:&quot;FIGURE_OBJECT&quot;,&quot;relativeTransform&quot;:{&quot;translate&quot;:{&quot;x&quot;:246.9970419541662,&quot;y&quot;:14.136251536921435},&quot;rotate&quot;:0.7571010947793217,&quot;skewX&quot;:-3.281702132212826e-16,&quot;scale&quot;:{&quot;x&quot;:-0.3561813446790643,&quot;y&quot;:0.35618134467906504}},&quot;image&quot;:{&quot;url&quot;:&quot;https://icons.biorender.com/biorender/617826643d98ef002970526b/phospholipid-1.png&quot;,&quot;fallbackUrl&quot;:&quot;https://res.cloudinary.com/dlcjuc3ej/image/upload/v1635264092/wmosfjddzfwpeepjvhyl.svg#/keystone/api/icons/617826643d98ef002970526b/phospholipid-1.svg#/keystone/api/icons/617826643d98ef002970526b/phospholipid-1.svg#/keystone/api/icons/617826643d98ef002970526b/phospholipid-1.svg&quot;,&quot;isPremium&quot;:false,&quot;size&quot;:{&quot;x&quot;:50,&quot;y&quot;:136.42857142857144}},&quot;source&quot;:{&quot;id&quot;:&quot;5b5f651905c0e0001425b49e&quot;,&quot;type&quot;:&quot;ASSETS&quot;},&quot;isPremium&quot;:false,&quot;parent&quot;:{&quot;type&quot;:&quot;CHILD&quot;,&quot;parentId&quot;:&quot;8762305c-3f92-44f7-8a26-e34cfce9658b&quot;,&quot;order&quot;:&quot;1&quot;}},&quot;e1f95d02-92b1-4d17-9761-e53caa2b5b2c&quot;:{&quot;id&quot;:&quot;e1f95d02-92b1-4d17-9761-e53caa2b5b2c&quot;,&quot;name&quot;:&quot;Phospholipid&quot;,&quot;displayName&quot;:&quot;&quot;,&quot;type&quot;:&quot;FIGURE_OBJECT&quot;,&quot;relativeTransform&quot;:{&quot;translate&quot;:{&quot;x&quot;:246.996348032244,&quot;y&quot;:28.878384028348464},&quot;rotate&quot;:1.0471975511965974,&quot;skewX&quot;:-6.563404264425644e-16,&quot;scale&quot;:{&quot;x&quot;:-0.3561813446790646,&quot;y&quot;:0.3561813446790649}},&quot;image&quot;:{&quot;url&quot;:&quot;https://icons.biorender.com/biorender/617826643d98ef002970526b/phospholipid-1.png&quot;,&quot;fallbackUrl&quot;:&quot;https://res.cloudinary.com/dlcjuc3ej/image/upload/v1635264092/wmosfjddzfwpeepjvhyl.svg#/keystone/api/icons/617826643d98ef002970526b/phospholipid-1.svg#/keystone/api/icons/617826643d98ef002970526b/phospholipid-1.svg#/keystone/api/icons/617826643d98ef002970526b/phospholipid-1.svg&quot;,&quot;isPremium&quot;:false,&quot;size&quot;:{&quot;x&quot;:50,&quot;y&quot;:136.42857142857144}},&quot;source&quot;:{&quot;id&quot;:&quot;5b5f651905c0e0001425b49e&quot;,&quot;type&quot;:&quot;ASSETS&quot;},&quot;isPremium&quot;:false,&quot;parent&quot;:{&quot;type&quot;:&quot;CHILD&quot;,&quot;parentId&quot;:&quot;8762305c-3f92-44f7-8a26-e34cfce9658b&quot;,&quot;order&quot;:&quot;2&quot;}},&quot;7c0c34d7-8cef-490e-ad99-a62c6cc4220d&quot;:{&quot;id&quot;:&quot;7c0c34d7-8cef-490e-ad99-a62c6cc4220d&quot;,&quot;name&quot;:&quot;Phospholipid&quot;,&quot;displayName&quot;:&quot;&quot;,&quot;type&quot;:&quot;FIGURE_OBJECT&quot;,&quot;relativeTransform&quot;:{&quot;translate&quot;:{&quot;x&quot;:261.6599794374341,&quot;y&quot;:38.451981312296596},&quot;rotate&quot;:1.1459663399952549,&quot;skewX&quot;:-6.563404264425644e-16,&quot;scale&quot;:{&quot;x&quot;:-0.3561813446790646,&quot;y&quot;:0.3561813446790649}},&quot;image&quot;:{&quot;url&quot;:&quot;https://icons.biorender.com/biorender/617826643d98ef002970526b/phospholipid-1.png&quot;,&quot;fallbackUrl&quot;:&quot;https://res.cloudinary.com/dlcjuc3ej/image/upload/v1635264092/wmosfjddzfwpeepjvhyl.svg#/keystone/api/icons/617826643d98ef002970526b/phospholipid-1.svg#/keystone/api/icons/617826643d98ef002970526b/phospholipid-1.svg#/keystone/api/icons/617826643d98ef002970526b/phospholipid-1.svg&quot;,&quot;isPremium&quot;:false,&quot;size&quot;:{&quot;x&quot;:50,&quot;y&quot;:136.42857142857144}},&quot;source&quot;:{&quot;id&quot;:&quot;5b5f651905c0e0001425b49e&quot;,&quot;type&quot;:&quot;ASSETS&quot;},&quot;isPremium&quot;:false,&quot;parent&quot;:{&quot;type&quot;:&quot;CHILD&quot;,&quot;parentId&quot;:&quot;8762305c-3f92-44f7-8a26-e34cfce9658b&quot;,&quot;order&quot;:&quot;5&quot;}},&quot;185dd81f-07fa-4242-9ac8-8243f75f9b9e&quot;:{&quot;id&quot;:&quot;185dd81f-07fa-4242-9ac8-8243f75f9b9e&quot;,&quot;name&quot;:&quot;Phospholipid&quot;,&quot;displayName&quot;:&quot;&quot;,&quot;type&quot;:&quot;FIGURE_OBJECT&quot;,&quot;relativeTransform&quot;:{&quot;translate&quot;:{&quot;x&quot;:261.3460936629881,&quot;y&quot;:51.69750472737273},&quot;rotate&quot;:2.094395102393195,&quot;skewX&quot;:-8.751205685900866e-16,&quot;scale&quot;:{&quot;x&quot;:-0.3561813446790644,&quot;y&quot;:0.35618134467906504}},&quot;image&quot;:{&quot;url&quot;:&quot;https://icons.biorender.com/biorender/617826643d98ef002970526b/phospholipid-1.png&quot;,&quot;fallbackUrl&quot;:&quot;https://res.cloudinary.com/dlcjuc3ej/image/upload/v1635264092/wmosfjddzfwpeepjvhyl.svg#/keystone/api/icons/617826643d98ef002970526b/phospholipid-1.svg#/keystone/api/icons/617826643d98ef002970526b/phospholipid-1.svg#/keystone/api/icons/617826643d98ef002970526b/phospholipid-1.svg&quot;,&quot;isPremium&quot;:false,&quot;size&quot;:{&quot;x&quot;:50,&quot;y&quot;:136.42857142857144}},&quot;source&quot;:{&quot;id&quot;:&quot;5b5f651905c0e0001425b49e&quot;,&quot;type&quot;:&quot;ASSETS&quot;},&quot;isPremium&quot;:false,&quot;parent&quot;:{&quot;type&quot;:&quot;CHILD&quot;,&quot;parentId&quot;:&quot;8762305c-3f92-44f7-8a26-e34cfce9658b&quot;,&quot;order&quot;:&quot;6&quot;}},&quot;faa8ed5e-cb45-4e07-9993-6d33cd3192c8&quot;:{&quot;id&quot;:&quot;faa8ed5e-cb45-4e07-9993-6d33cd3192c8&quot;,&quot;name&quot;:&quot;Phospholipid&quot;,&quot;displayName&quot;:&quot;&quot;,&quot;type&quot;:&quot;FIGURE_OBJECT&quot;,&quot;relativeTransform&quot;:{&quot;translate&quot;:{&quot;x&quot;:246.99703456252885,&quot;y&quot;:55.882730863024115},&quot;rotate&quot;:2.4117369327175044,&quot;skewX&quot;:-1.640851066106412e-15,&quot;scale&quot;:{&quot;x&quot;:-0.3561813446790644,&quot;y&quot;:0.35618134467906626}},&quot;image&quot;:{&quot;url&quot;:&quot;https://icons.biorender.com/biorender/617826643d98ef002970526b/phospholipid-1.png&quot;,&quot;fallbackUrl&quot;:&quot;https://res.cloudinary.com/dlcjuc3ej/image/upload/v1635264092/wmosfjddzfwpeepjvhyl.svg#/keystone/api/icons/617826643d98ef002970526b/phospholipid-1.svg#/keystone/api/icons/617826643d98ef002970526b/phospholipid-1.svg#/keystone/api/icons/617826643d98ef002970526b/phospholipid-1.svg&quot;,&quot;isPremium&quot;:false,&quot;size&quot;:{&quot;x&quot;:50,&quot;y&quot;:136.42857142857144}},&quot;source&quot;:{&quot;id&quot;:&quot;5b5f651905c0e0001425b49e&quot;,&quot;type&quot;:&quot;ASSETS&quot;},&quot;isPremium&quot;:false,&quot;parent&quot;:{&quot;type&quot;:&quot;CHILD&quot;,&quot;parentId&quot;:&quot;8762305c-3f92-44f7-8a26-e34cfce9658b&quot;,&quot;order&quot;:&quot;7&quot;}},&quot;7e5e131e-3731-4e4d-839d-dba576c9bb9c&quot;:{&quot;id&quot;:&quot;7e5e131e-3731-4e4d-839d-dba576c9bb9c&quot;,&quot;name&quot;:&quot;Person (symbol, female gender)&quot;,&quot;displayName&quot;:&quot;&quot;,&quot;type&quot;:&quot;FIGURE_OBJECT&quot;,&quot;relativeTransform&quot;:{&quot;translate&quot;:{&quot;x&quot;:37.07497702962718,&quot;y&quot;:-15.366670210190199},&quot;rotate&quot;:0,&quot;skewX&quot;:0,&quot;scale&quot;:{&quot;x&quot;:0.7328509056275225,&quot;y&quot;:0.7328509056275224}},&quot;image&quot;:{&quot;url&quot;:&quot;https://icons.biorender.com/biorender/634edaebffac5700214662d7/20221018175317/image/person-symbol-female-gender.png&quot;,&quot;fallbackUrl&quot;:&quot;https://res.cloudinary.com/dlcjuc3ej/image/upload/v1666115597/gu3zptfi4bomhkwrya6f.svg#/keystone/api/icons/634edaebffac5700214662d7/20221018175317/image/person-symbol-female-gender.svg#/keystone/api/icons/634edaebffac5700214662d7/20221018175317/image/person-symbol-female-gender.svg#/keystone/api/icons/634edaebffac5700214662d7/20221018175317/image/person-symbol-female-gender.svg#/keystone/api/icons/634edaebffac5700214662d7/20221018175317/image/person-symbol-female-gender.svg#/keystone/api/icons/634edaebffac5700214662d7/20221018175317/image/person-symbol-female-gender.svg#/keystone/api/icons/634edaebffac5700214662d7/20221018175317/image/person-symbol-female-gender.svg#/keystone/api/icons/634edaebffac5700214662d7/20221018175317/image/person-symbol-female-gender.svg&quot;,&quot;isPremium&quot;:false,&quot;isOrgIcon&quot;:false,&quot;size&quot;:{&quot;x&quot;:65,&quot;y&quot;:125.4225352112676}},&quot;source&quot;:{&quot;id&quot;:&quot;634edaebffac5700214662d7&quot;,&quot;version&quot;:&quot;1666115597&quot;,&quot;type&quot;:&quot;ASSETS&quot;},&quot;isPremium&quot;:false,&quot;parent&quot;:{&quot;type&quot;:&quot;CHILD&quot;,&quot;parentId&quot;:&quot;e139e5ae-7742-4f01-849b-e0e9c980d96b&quot;,&quot;order&quot;:&quot;62&quot;},&quot;styles&quot;:{&quot;editable&quot;:[{&quot;monochromeTargetColor&quot;:&quot;#E9CFF4&quot;,&quot;styleName&quot;:&quot;FILL&quot;,&quot;color&quot;:&quot;#d7adea&quot;},{&quot;monochromeTargetColor&quot;:&quot;#E9CFF4&quot;,&quot;styleName&quot;:&quot;STROKE&quot;}]}},&quot;aeb9b1c8-b717-4590-bfcb-62152c5f5d83&quot;:{&quot;id&quot;:&quot;aeb9b1c8-b717-4590-bfcb-62152c5f5d83&quot;,&quot;name&quot;:&quot;Person (symbol, female gender)&quot;,&quot;displayName&quot;:&quot;&quot;,&quot;type&quot;:&quot;FIGURE_OBJECT&quot;,&quot;relativeTransform&quot;:{&quot;translate&quot;:{&quot;x&quot;:17.39904749433828,&quot;y&quot;:4.368842049845009},&quot;rotate&quot;:0,&quot;skewX&quot;:0,&quot;scale&quot;:{&quot;x&quot;:0.7328509056275225,&quot;y&quot;:0.7328509056275224}},&quot;image&quot;:{&quot;url&quot;:&quot;https://icons.biorender.com/biorender/634edaebffac5700214662d7/20221018175317/image/person-symbol-female-gender.png&quot;,&quot;fallbackUrl&quot;:&quot;https://res.cloudinary.com/dlcjuc3ej/image/upload/v1666115597/gu3zptfi4bomhkwrya6f.svg#/keystone/api/icons/634edaebffac5700214662d7/20221018175317/image/person-symbol-female-gender.svg#/keystone/api/icons/634edaebffac5700214662d7/20221018175317/image/person-symbol-female-gender.svg#/keystone/api/icons/634edaebffac5700214662d7/20221018175317/image/person-symbol-female-gender.svg#/keystone/api/icons/634edaebffac5700214662d7/20221018175317/image/person-symbol-female-gender.svg#/keystone/api/icons/634edaebffac5700214662d7/20221018175317/image/person-symbol-female-gender.svg#/keystone/api/icons/634edaebffac5700214662d7/20221018175317/image/person-symbol-female-gender.svg#/keystone/api/icons/634edaebffac5700214662d7/20221018175317/image/person-symbol-female-gender.svg&quot;,&quot;isPremium&quot;:false,&quot;isOrgIcon&quot;:false,&quot;size&quot;:{&quot;x&quot;:65,&quot;y&quot;:125.4225352112676}},&quot;source&quot;:{&quot;id&quot;:&quot;634edaebffac5700214662d7&quot;,&quot;version&quot;:&quot;1666115597&quot;,&quot;type&quot;:&quot;ASSETS&quot;},&quot;isPremium&quot;:false,&quot;parent&quot;:{&quot;type&quot;:&quot;CHILD&quot;,&quot;parentId&quot;:&quot;e139e5ae-7742-4f01-849b-e0e9c980d96b&quot;,&quot;order&quot;:&quot;7&quot;},&quot;styles&quot;:{&quot;editable&quot;:[{&quot;monochromeTargetColor&quot;:&quot;#C59ED6&quot;,&quot;styleName&quot;:&quot;FILL&quot;,&quot;color&quot;:&quot;#9f6eb8&quot;},{&quot;monochromeTargetColor&quot;:&quot;#C59ED6&quot;,&quot;styleName&quot;:&quot;STROKE&quot;}]}},&quot;94b615a7-53e0-48f1-bcac-1f5535f7a6b8&quot;:{&quot;id&quot;:&quot;94b615a7-53e0-48f1-bcac-1f5535f7a6b8&quot;,&quot;name&quot;:&quot;Person (symbol, female gender)&quot;,&quot;displayName&quot;:&quot;&quot;,&quot;type&quot;:&quot;FIGURE_OBJECT&quot;,&quot;relativeTransform&quot;:{&quot;translate&quot;:{&quot;x&quot;:-22.294316013934626,&quot;y&quot;:4.368286698376447},&quot;rotate&quot;:0,&quot;skewX&quot;:0,&quot;scale&quot;:{&quot;x&quot;:0.7328509056275225,&quot;y&quot;:0.7328509056275224}},&quot;image&quot;:{&quot;url&quot;:&quot;https://icons.biorender.com/biorender/634edaebffac5700214662d7/20221018175317/image/person-symbol-female-gender.png&quot;,&quot;fallbackUrl&quot;:&quot;https://res.cloudinary.com/dlcjuc3ej/image/upload/v1666115597/gu3zptfi4bomhkwrya6f.svg#/keystone/api/icons/634edaebffac5700214662d7/20221018175317/image/person-symbol-female-gender.svg#/keystone/api/icons/634edaebffac5700214662d7/20221018175317/image/person-symbol-female-gender.svg#/keystone/api/icons/634edaebffac5700214662d7/20221018175317/image/person-symbol-female-gender.svg#/keystone/api/icons/634edaebffac5700214662d7/20221018175317/image/person-symbol-female-gender.svg#/keystone/api/icons/634edaebffac5700214662d7/20221018175317/image/person-symbol-female-gender.svg#/keystone/api/icons/634edaebffac5700214662d7/20221018175317/image/person-symbol-female-gender.svg#/keystone/api/icons/634edaebffac5700214662d7/20221018175317/image/person-symbol-female-gender.svg&quot;,&quot;isPremium&quot;:false,&quot;isOrgIcon&quot;:false,&quot;size&quot;:{&quot;x&quot;:65,&quot;y&quot;:125.4225352112676}},&quot;source&quot;:{&quot;id&quot;:&quot;634edaebffac5700214662d7&quot;,&quot;version&quot;:&quot;1666115597&quot;,&quot;type&quot;:&quot;ASSETS&quot;},&quot;isPremium&quot;:false,&quot;parent&quot;:{&quot;type&quot;:&quot;CHILD&quot;,&quot;parentId&quot;:&quot;e139e5ae-7742-4f01-849b-e0e9c980d96b&quot;,&quot;order&quot;:&quot;65&quot;},&quot;styles&quot;:{&quot;editable&quot;:[{&quot;monochromeTargetColor&quot;:&quot;#C59ED6&quot;,&quot;styleName&quot;:&quot;FILL&quot;,&quot;color&quot;:&quot;#9f6eb8&quot;},{&quot;monochromeTargetColor&quot;:&quot;#C59ED6&quot;,&quot;styleName&quot;:&quot;STROKE&quot;}]}},&quot;4afa8afa-0d9a-4b7d-bf16-e5115b5312c6&quot;:{&quot;id&quot;:&quot;4afa8afa-0d9a-4b7d-bf16-e5115b5312c6&quot;,&quot;name&quot;:&quot;Person (symbol, female gender)&quot;,&quot;displayName&quot;:&quot;&quot;,&quot;type&quot;:&quot;FIGURE_OBJECT&quot;,&quot;relativeTransform&quot;:{&quot;translate&quot;:{&quot;x&quot;:36.51650591583729,&quot;y&quot;:15.365681305332844},&quot;rotate&quot;:0,&quot;skewX&quot;:0,&quot;scale&quot;:{&quot;x&quot;:0.7328509056275225,&quot;y&quot;:0.7328509056275224}},&quot;image&quot;:{&quot;url&quot;:&quot;https://icons.biorender.com/biorender/634ee821ffac570021466310/person-symbol-female-gender.png&quot;,&quot;fallbackUrl&quot;:&quot;https://res.cloudinary.com/dlcjuc3ej/image/upload/v1666115612/fyvjfz9xskbxcsah7kus.svg#/keystone/api/icons/634ee821ffac570021466310/person-symbol-female-gender.svg#/keystone/api/icons/634ee821ffac570021466310/person-symbol-female-gender.svg#/keystone/api/icons/634ee821ffac570021466310/person-symbol-female-gender.svg#/keystone/api/icons/634ee821ffac570021466310/person-symbol-female-gender.svg#/keystone/api/icons/634ee821ffac570021466310/person-symbol-female-gender.svg#/keystone/api/icons/634ee821ffac570021466310/person-symbol-female-gender.svg#/keystone/api/icons/634ee821ffac570021466310/person-symbol-female-gender.svg&quot;,&quot;isPremium&quot;:false,&quot;isOrgIcon&quot;:false,&quot;size&quot;:{&quot;x&quot;:65,&quot;y&quot;:125.4225352112676}},&quot;source&quot;:{&quot;id&quot;:&quot;634edaebffac5700214662d7&quot;,&quot;version&quot;:&quot;1666115597&quot;,&quot;type&quot;:&quot;ASSETS&quot;},&quot;isPremium&quot;:false,&quot;parent&quot;:{&quot;type&quot;:&quot;CHILD&quot;,&quot;parentId&quot;:&quot;e139e5ae-7742-4f01-849b-e0e9c980d96b&quot;,&quot;order&quot;:&quot;75&quot;}},&quot;9a150190-1439-4125-91d4-4a7bdeec61cf&quot;:{&quot;id&quot;:&quot;9a150190-1439-4125-91d4-4a7bdeec61cf&quot;,&quot;name&quot;:&quot;Person (symbol, male gender)&quot;,&quot;displayName&quot;:&quot;&quot;,&quot;type&quot;:&quot;FIGURE_OBJECT&quot;,&quot;relativeTransform&quot;:{&quot;translate&quot;:{&quot;x&quot;:-2.329723104980604,&quot;y&quot;:15.366100821615802},&quot;rotate&quot;:0,&quot;skewX&quot;:0,&quot;scale&quot;:{&quot;x&quot;:0.7328509056275225,&quot;y&quot;:0.7328509056275226}},&quot;image&quot;:{&quot;url&quot;:&quot;https://icons.biorender.com/biorender/634ee6ddffac5700214662f0/person-symbol-male-gender.png&quot;,&quot;fallbackUrl&quot;:&quot;https://res.cloudinary.com/dlcjuc3ej/image/upload/v1666115289/jxi8zwizp89m57idyyf4.svg#/keystone/api/icons/634ee6ddffac5700214662f0/person-symbol-male-gender.svg#/keystone/api/icons/634ee6ddffac5700214662f0/person-symbol-male-gender.svg#/keystone/api/icons/634ee6ddffac5700214662f0/person-symbol-male-gender.svg#/keystone/api/icons/634ee6ddffac5700214662f0/person-symbol-male-gender.svg#/keystone/api/icons/634ee6ddffac5700214662f0/person-symbol-male-gender.svg#/keystone/api/icons/634ee6ddffac5700214662f0/person-symbol-male-gender.svg#/keystone/api/icons/634ee6ddffac5700214662f0/person-symbol-male-gender.svg&quot;,&quot;isPremium&quot;:false,&quot;size&quot;:{&quot;x&quot;:65,&quot;y&quot;:125.4225352112676}},&quot;source&quot;:{&quot;id&quot;:&quot;634edadfffac5700214662d6&quot;,&quot;version&quot;:1666115278,&quot;type&quot;:&quot;ASSETS&quot;},&quot;isPremium&quot;:false,&quot;parent&quot;:{&quot;type&quot;:&quot;CHILD&quot;,&quot;parentId&quot;:&quot;e139e5ae-7742-4f01-849b-e0e9c980d96b&quot;,&quot;order&quot;:&quot;95&quot;},&quot;styles&quot;:{&quot;editable&quot;:[{&quot;monochromeTargetColor&quot;:&quot;#9F5590&quot;,&quot;styleName&quot;:&quot;FILL&quot;,&quot;color&quot;:&quot;#8a4d7b&quot;},{&quot;monochromeTargetColor&quot;:&quot;#9F5590&quot;,&quot;styleName&quot;:&quot;STROKE&quot;}]}},&quot;1c7a762b-d795-4326-9f07-437b1e9cc2f3&quot;:{&quot;id&quot;:&quot;1c7a762b-d795-4326-9f07-437b1e9cc2f3&quot;,&quot;name&quot;:&quot;Person (symbol, male gender)&quot;,&quot;displayName&quot;:&quot;&quot;,&quot;type&quot;:&quot;FIGURE_OBJECT&quot;,&quot;relativeTransform&quot;:{&quot;translate&quot;:{&quot;x&quot;:57.69153467418988,&quot;y&quot;:4.368662253724962},&quot;rotate&quot;:0,&quot;skewX&quot;:0,&quot;scale&quot;:{&quot;x&quot;:0.7328509056275225,&quot;y&quot;:0.7328509056275226}},&quot;image&quot;:{&quot;url&quot;:&quot;https://icons.biorender.com/biorender/634ee6ddffac5700214662f0/person-symbol-male-gender.png&quot;,&quot;fallbackUrl&quot;:&quot;https://res.cloudinary.com/dlcjuc3ej/image/upload/v1666115289/jxi8zwizp89m57idyyf4.svg#/keystone/api/icons/634ee6ddffac5700214662f0/person-symbol-male-gender.svg#/keystone/api/icons/634ee6ddffac5700214662f0/person-symbol-male-gender.svg#/keystone/api/icons/634ee6ddffac5700214662f0/person-symbol-male-gender.svg#/keystone/api/icons/634ee6ddffac5700214662f0/person-symbol-male-gender.svg#/keystone/api/icons/634ee6ddffac5700214662f0/person-symbol-male-gender.svg#/keystone/api/icons/634ee6ddffac5700214662f0/person-symbol-male-gender.svg#/keystone/api/icons/634ee6ddffac5700214662f0/person-symbol-male-gender.svg&quot;,&quot;isPremium&quot;:false,&quot;size&quot;:{&quot;x&quot;:65,&quot;y&quot;:125.4225352112676}},&quot;source&quot;:{&quot;id&quot;:&quot;634edadfffac5700214662d6&quot;,&quot;version&quot;:1666115278,&quot;type&quot;:&quot;ASSETS&quot;},&quot;isPremium&quot;:false,&quot;parent&quot;:{&quot;type&quot;:&quot;CHILD&quot;,&quot;parentId&quot;:&quot;e139e5ae-7742-4f01-849b-e0e9c980d96b&quot;,&quot;order&quot;:&quot;72&quot;},&quot;styles&quot;:{&quot;editable&quot;:[{&quot;monochromeTargetColor&quot;:&quot;#D893CA&quot;,&quot;styleName&quot;:&quot;FILL&quot;,&quot;color&quot;:&quot;#ca7eb8&quot;},{&quot;monochromeTargetColor&quot;:&quot;#D893CA&quot;,&quot;styleName&quot;:&quot;STROKE&quot;}]},&quot;opacity&quot;:1},&quot;9b260c82-b9eb-4813-b6a2-2665b775532a&quot;:{&quot;id&quot;:&quot;9b260c82-b9eb-4813-b6a2-2665b775532a&quot;,&quot;name&quot;:&quot;Person (symbol, male gender)&quot;,&quot;displayName&quot;:&quot;&quot;,&quot;type&quot;:&quot;FIGURE_OBJECT&quot;,&quot;relativeTransform&quot;:{&quot;translate&quot;:{&quot;x&quot;:-2.329011653546983,&quot;y&quot;:-15.366580665767781},&quot;rotate&quot;:0,&quot;skewX&quot;:0,&quot;scale&quot;:{&quot;x&quot;:0.7328509056275225,&quot;y&quot;:0.7328509056275226}},&quot;image&quot;:{&quot;url&quot;:&quot;https://icons.biorender.com/biorender/634ee6ddffac5700214662f0/person-symbol-male-gender.png&quot;,&quot;fallbackUrl&quot;:&quot;https://res.cloudinary.com/dlcjuc3ej/image/upload/v1666115289/jxi8zwizp89m57idyyf4.svg#/keystone/api/icons/634ee6ddffac5700214662f0/person-symbol-male-gender.svg#/keystone/api/icons/634ee6ddffac5700214662f0/person-symbol-male-gender.svg#/keystone/api/icons/634ee6ddffac5700214662f0/person-symbol-male-gender.svg#/keystone/api/icons/634ee6ddffac5700214662f0/person-symbol-male-gender.svg#/keystone/api/icons/634ee6ddffac5700214662f0/person-symbol-male-gender.svg#/keystone/api/icons/634ee6ddffac5700214662f0/person-symbol-male-gender.svg#/keystone/api/icons/634ee6ddffac5700214662f0/person-symbol-male-gender.svg&quot;,&quot;isPremium&quot;:false,&quot;size&quot;:{&quot;x&quot;:65,&quot;y&quot;:125.4225352112676}},&quot;source&quot;:{&quot;id&quot;:&quot;634edadfffac5700214662d6&quot;,&quot;version&quot;:1666115278,&quot;type&quot;:&quot;ASSETS&quot;},&quot;isPremium&quot;:false,&quot;parent&quot;:{&quot;type&quot;:&quot;CHILD&quot;,&quot;parentId&quot;:&quot;e139e5ae-7742-4f01-849b-e0e9c980d96b&quot;,&quot;order&quot;:&quot;62&quot;},&quot;opacity&quot;:1,&quot;styles&quot;:{&quot;editable&quot;:[{&quot;monochromeTargetColor&quot;:&quot;#EBBDE2&quot;,&quot;styleName&quot;:&quot;FILL&quot;,&quot;color&quot;:&quot;#e3a9d6&quot;},{&quot;monochromeTargetColor&quot;:&quot;#EBBDE2&quot;,&quot;styleName&quot;:&quot;STROKE&quot;}]}},&quot;bd6a2297-0ecf-4923-b15e-30f7dd6ff294&quot;:{&quot;relativeTransform&quot;:{&quot;translate&quot;:{&quot;x&quot;:-443.6822773437025,&quot;y&quot;:-189.8372220260016},&quot;rotate&quot;:0},&quot;type&quot;:&quot;FIGURE_OBJECT&quot;,&quot;id&quot;:&quot;bd6a2297-0ecf-4923-b15e-30f7dd6ff294&quot;,&quot;name&quot;:&quot;Population (symbol)&quot;,&quot;displayName&quot;:&quot;Population (symbol)&quot;,&quot;source&quot;:{&quot;id&quot;:&quot;66fd5599e7add46e5e43b0e9&quot;,&quot;type&quot;:&quot;ASSETS&quot;},&quot;isPremium&quot;:false,&quot;parent&quot;:{&quot;type&quot;:&quot;CHILD&quot;,&quot;parentId&quot;:&quot;0e99fadf-330e-46cd-a4af-889f103dd6ad&quot;,&quot;order&quot;:&quot;5&quot;}},&quot;8b99aa68-f6ee-48ca-9ab7-3f415998c311&quot;:{&quot;id&quot;:&quot;8b99aa68-f6ee-48ca-9ab7-3f415998c311&quot;,&quot;type&quot;:&quot;FIGURE_OBJECT&quot;,&quot;parent&quot;:{&quot;type&quot;:&quot;CHILD&quot;,&quot;parentId&quot;:&quot;bd6a2297-0ecf-4923-b15e-30f7dd6ff294&quot;,&quot;order&quot;:&quot;6&quot;},&quot;relativeTransform&quot;:{&quot;translate&quot;:{&quot;x&quot;:0,&quot;y&quot;:0},&quot;rotate&quot;:0}},&quot;ec5f9726-5be2-4d5f-9906-cc9e08ff1865&quot;:{&quot;id&quot;:&quot;ec5f9726-5be2-4d5f-9906-cc9e08ff1865&quot;,&quot;type&quot;:&quot;FIGURE_OBJECT&quot;,&quot;document&quot;:{&quot;type&quot;:&quot;FIGURE&quot;,&quot;canvasType&quot;:&quot;FIGURE&quot;,&quot;units&quot;:&quot;in&quot;,&quot;title&quot;:&quot;&quot;},&quot;parent&quot;:{&quot;type&quot;:&quot;DOCUMENT&quot;,&quot;parentId&quot;:&quot;8b99aa68-f6ee-48ca-9ab7-3f415998c311&quot;,&quot;order&quot;:&quot;02&quot;},&quot;layout&quot;:{&quot;sizeRatio&quot;:{&quot;x&quot;:0.88,&quot;y&quot;:0.88},&quot;keepAspectRatio&quot;:false}},&quot;f748230b-8408-4eab-b011-9eacee715097&quot;:{&quot;relativeTransform&quot;:{&quot;translate&quot;:{&quot;x&quot;:79.3995129656009,&quot;y&quot;:-85.58835417909096},&quot;rotate&quot;:-1.4238535355851144e-16},&quot;type&quot;:&quot;FIGURE_OBJECT&quot;,&quot;id&quot;:&quot;f748230b-8408-4eab-b011-9eacee715097&quot;,&quot;name&quot;:&quot;25. Phospholipid monolayer brush (straight)&quot;,&quot;displayName&quot;:&quot;Phospholipid monolayer brush (straight)&quot;,&quot;opacity&quot;:0.7,&quot;source&quot;:{&quot;id&quot;:&quot;5e75574852bb9000abea623e&quot;,&quot;type&quot;:&quot;ASSETS&quot;},&quot;path&quot;:{&quot;type&quot;:&quot;POLY_LINE&quot;,&quot;points&quot;:[{&quot;x&quot;:95.27993715244361,&quot;y&quot;:0},{&quot;x&quot;:-95.27993715244354,&quot;y&quot;:0}],&quot;closed&quot;:false},&quot;pathStyles&quot;:[{&quot;type&quot;:&quot;FILL&quot;,&quot;fillStyle&quot;:&quot;rgba(0,0,0,0)&quot;},{&quot;type&quot;:&quot;STROKE&quot;,&quot;strokeStyle&quot;:&quot;rgba(0,0,0,0)&quot;,&quot;lineWidth&quot;:47.59041446485092,&quot;lineJoin&quot;:&quot;round&quot;}],&quot;pathSmoothing&quot;:{&quot;type&quot;:&quot;CATMULL_SMOOTHING&quot;,&quot;smoothing&quot;:0.2},&quot;pathPattern&quot;:{&quot;type&quot;:&quot;ROW&quot;,&quot;patternId&quot;:&quot;f8406d87-91ad-4b35-8f82-ee80125d2d64&quot;,&quot;patternTransform&quot;:{&quot;translate&quot;:{&quot;x&quot;:-0.0007260766359839109,&quot;y&quot;:0.5},&quot;rotate&quot;:3.141592653589793,&quot;skewX&quot;:0,&quot;scale&quot;:{&quot;x&quot;:-0.0033003300330033004,&quot;y&quot;:0.0033003300330033004}},&quot;xUnits&quot;:&quot;STROKE_WIDTH&quot;,&quot;yUnits&quot;:&quot;STROKE_WIDTH&quot;,&quot;bending&quot;:true,&quot;repeat&quot;:{&quot;distance&quot;:0.35313531353135313,&quot;align&quot;:&quot;CENTER&quot;},&quot;isPremium&quot;:false},&quot;isLocked&quot;:false,&quot;parent&quot;:{&quot;type&quot;:&quot;CHILD&quot;,&quot;parentId&quot;:&quot;ec5f9726-5be2-4d5f-9906-cc9e08ff1865&quot;,&quot;order&quot;:&quot;9702&quot;},&quot;isPremium&quot;:false},&quot;d25cda33-4026-485a-82f4-c66ee50aaba0&quot;:{&quot;relativeTransform&quot;:{&quot;translate&quot;:{&quot;x&quot;:79.39946054192781,&quot;y&quot;:-37.594242782350854},&quot;rotate&quot;:3.141592653589793},&quot;type&quot;:&quot;FIGURE_OBJECT&quot;,&quot;id&quot;:&quot;d25cda33-4026-485a-82f4-c66ee50aaba0&quot;,&quot;name&quot;:&quot;25. Phospholipid monolayer brush (straight)&quot;,&quot;displayName&quot;:&quot;Phospholipid monolayer brush (straight)&quot;,&quot;opacity&quot;:0.7,&quot;source&quot;:{&quot;id&quot;:&quot;5e75574852bb9000abea623e&quot;,&quot;type&quot;:&quot;ASSETS&quot;},&quot;path&quot;:{&quot;type&quot;:&quot;POLY_LINE&quot;,&quot;points&quot;:[{&quot;x&quot;:-95.2802317335919,&quot;y&quot;:0},{&quot;x&quot;:95.28023173359188,&quot;y&quot;:0}],&quot;closed&quot;:false},&quot;pathStyles&quot;:[{&quot;type&quot;:&quot;FILL&quot;,&quot;fillStyle&quot;:&quot;rgba(0,0,0,0)&quot;},{&quot;type&quot;:&quot;STROKE&quot;,&quot;strokeStyle&quot;:&quot;rgba(0,0,0,0)&quot;,&quot;lineWidth&quot;:47.59041446485092,&quot;lineJoin&quot;:&quot;round&quot;}],&quot;pathSmoothing&quot;:{&quot;type&quot;:&quot;CATMULL_SMOOTHING&quot;,&quot;smoothing&quot;:0.2},&quot;pathPattern&quot;:{&quot;type&quot;:&quot;ROW&quot;,&quot;patternId&quot;:&quot;44011a37-9f91-4c0f-9e5e-1f42ff535274&quot;,&quot;patternTransform&quot;:{&quot;translate&quot;:{&quot;x&quot;:-0.0007260766359839109,&quot;y&quot;:-0.5},&quot;rotate&quot;:1.2246467991473532e-16,&quot;skewX&quot;:0,&quot;scale&quot;:{&quot;x&quot;:0.0033003300330033004,&quot;y&quot;:0.0033003300330033004}},&quot;xUnits&quot;:&quot;STROKE_WIDTH&quot;,&quot;yUnits&quot;:&quot;STROKE_WIDTH&quot;,&quot;bending&quot;:true,&quot;repeat&quot;:{&quot;distance&quot;:0.35313531353135313,&quot;align&quot;:&quot;CENTER&quot;},&quot;isPremium&quot;:false},&quot;isLocked&quot;:false,&quot;parent&quot;:{&quot;type&quot;:&quot;CHILD&quot;,&quot;parentId&quot;:&quot;ec5f9726-5be2-4d5f-9906-cc9e08ff1865&quot;,&quot;order&quot;:&quot;976&quot;},&quot;isPremium&quot;:false},&quot;cb231cdc-bb01-4da8-b3f4-270b8b853b76&quot;:{&quot;type&quot;:&quot;FIGURE_OBJECT&quot;,&quot;id&quot;:&quot;cb231cdc-bb01-4da8-b3f4-270b8b853b76&quot;,&quot;relativeTransform&quot;:{&quot;translate&quot;:{&quot;x&quot;:244.57372092554664,&quot;y&quot;:58.01349516864328},&quot;rotate&quot;:3.141592653589793,&quot;skewX&quot;:0,&quot;scale&quot;:{&quot;x&quot;:1,&quot;y&quot;:1}},&quot;opacity&quot;:1,&quot;path&quot;:{&quot;type&quot;:&quot;POLY_LINE&quot;,&quot;points&quot;:[{&quot;x&quot;:0,&quot;y&quot;:-213.286759732551},{&quot;x&quot;:0,&quot;y&quot;:213.286759732551}],&quot;closed&quot;:false},&quot;pathStyles&quot;:[{&quot;type&quot;:&quot;FILL&quot;,&quot;fillStyle&quot;:&quot;rgba(0,0,0,0)&quot;},{&quot;type&quot;:&quot;STROKE&quot;,&quot;strokeStyle&quot;:{&quot;units&quot;:&quot;PATH_LENGTH&quot;,&quot;stops&quot;:{&quot;0&quot;:&quot;#C0383000&quot;,&quot;1&quot;:&quot;#C03830&quot;,&quot;0.45&quot;:&quot;#C03830&quot;}},&quot;lineWidth&quot;:9.285714285714286,&quot;lineJoin&quot;:&quot;round&quot;}],&quot;pathMarkers&quot;:{&quot;markerEnd&quot;:{&quot;type&quot;:&quot;PATH&quot;,&quot;units&quot;:{&quot;type&quot;:&quot;STROKE_WIDTH&quot;,&quot;scale&quot;:0.6000000000000001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isLocked&quot;:false,&quot;parent&quot;:{&quot;type&quot;:&quot;CHILD&quot;,&quot;parentId&quot;:&quot;ec5f9726-5be2-4d5f-9906-cc9e08ff1865&quot;,&quot;order&quot;:&quot;999999999999999999999999999995&quot;},&quot;connectorInfo&quot;:{&quot;connectedObjects&quot;:[],&quot;type&quot;:&quot;LINE&quot;,&quot;offset&quot;:{&quot;x&quot;:0,&quot;y&quot;:0},&quot;bending&quot;:0.1,&quot;firstElementIsHead&quot;:true,&quot;customized&quot;:false}},&quot;70f12f80-d32b-4aa9-b3a9-a4f78c4d1270&quot;:{&quot;relativeTransform&quot;:{&quot;translate&quot;:{&quot;x&quot;:-335.42159355796076,&quot;y&quot;:-37.39780538062621},&quot;rotate&quot;:3.141592653589793},&quot;type&quot;:&quot;FIGURE_OBJECT&quot;,&quot;id&quot;:&quot;70f12f80-d32b-4aa9-b3a9-a4f78c4d1270&quot;,&quot;name&quot;:&quot;25. Phospholipid monolayer brush (straight)&quot;,&quot;displayName&quot;:&quot;Phospholipid monolayer brush (straight)&quot;,&quot;opacity&quot;:0.7,&quot;source&quot;:{&quot;id&quot;:&quot;5e75574852bb9000abea623e&quot;,&quot;type&quot;:&quot;ASSETS&quot;},&quot;path&quot;:{&quot;type&quot;:&quot;POLY_LINE&quot;,&quot;points&quot;:[{&quot;x&quot;:-184.8673515131971,&quot;y&quot;:0},{&quot;x&quot;:184.86735151319692,&quot;y&quot;:0}],&quot;closed&quot;:false},&quot;pathStyles&quot;:[{&quot;type&quot;:&quot;FILL&quot;,&quot;fillStyle&quot;:&quot;rgba(0,0,0,0)&quot;},{&quot;type&quot;:&quot;STROKE&quot;,&quot;strokeStyle&quot;:&quot;rgba(0,0,0,0)&quot;,&quot;lineWidth&quot;:47.5,&quot;lineJoin&quot;:&quot;round&quot;}],&quot;pathSmoothing&quot;:{&quot;type&quot;:&quot;CATMULL_SMOOTHING&quot;,&quot;smoothing&quot;:0.2},&quot;pathPattern&quot;:{&quot;type&quot;:&quot;ROW&quot;,&quot;patternId&quot;:&quot;1483458b-748f-4c04-a2d8-55fd0072a70c&quot;,&quot;patternTransform&quot;:{&quot;translate&quot;:{&quot;x&quot;:-0.0007260766359839109,&quot;y&quot;:-0.5},&quot;rotate&quot;:0,&quot;skewX&quot;:0,&quot;scale&quot;:{&quot;x&quot;:0.0033003300330033004,&quot;y&quot;:0.0033003300330033004}},&quot;xUnits&quot;:&quot;STROKE_WIDTH&quot;,&quot;yUnits&quot;:&quot;STROKE_WIDTH&quot;,&quot;bending&quot;:true,&quot;repeat&quot;:{&quot;distance&quot;:0.35313531353135313,&quot;align&quot;:&quot;CENTER&quot;},&quot;isPremium&quot;:false},&quot;isLocked&quot;:false,&quot;parent&quot;:{&quot;type&quot;:&quot;CHILD&quot;,&quot;parentId&quot;:&quot;ec5f9726-5be2-4d5f-9906-cc9e08ff1865&quot;,&quot;order&quot;:&quot;992&quot;},&quot;isPremium&quot;:false},&quot;d005676c-cc6f-4c24-aabb-1b8617dbabee&quot;:{&quot;relativeTransform&quot;:{&quot;translate&quot;:{&quot;x&quot;:-185.76108779341274,&quot;y&quot;:-86.19239582864287},&quot;rotate&quot;:0},&quot;type&quot;:&quot;FIGURE_OBJECT&quot;,&quot;id&quot;:&quot;d005676c-cc6f-4c24-aabb-1b8617dbabee&quot;,&quot;name&quot;:&quot;25. Phospholipid monolayer brush (straight)&quot;,&quot;displayName&quot;:&quot;Phospholipid monolayer brush (straight)&quot;,&quot;opacity&quot;:0.7,&quot;source&quot;:{&quot;id&quot;:&quot;5e75574852bb9000abea623e&quot;,&quot;type&quot;:&quot;ASSETS&quot;},&quot;path&quot;:{&quot;type&quot;:&quot;POLY_LINE&quot;,&quot;points&quot;:[{&quot;x&quot;:-35.16153889782486,&quot;y&quot;:0},{&quot;x&quot;:35.16153889782485,&quot;y&quot;:0}],&quot;closed&quot;:false},&quot;pathStyles&quot;:[{&quot;type&quot;:&quot;FILL&quot;,&quot;fillStyle&quot;:&quot;rgba(0,0,0,0)&quot;},{&quot;type&quot;:&quot;STROKE&quot;,&quot;strokeStyle&quot;:&quot;rgba(0,0,0,0)&quot;,&quot;lineWidth&quot;:47.59041446485092,&quot;lineJoin&quot;:&quot;round&quot;}],&quot;pathSmoothing&quot;:{&quot;type&quot;:&quot;CATMULL_SMOOTHING&quot;,&quot;smoothing&quot;:0.2},&quot;pathPattern&quot;:{&quot;type&quot;:&quot;ROW&quot;,&quot;patternId&quot;:&quot;9b8e6b80-5bed-4a90-aa7e-90aad88efe8b&quot;,&quot;patternTransform&quot;:{&quot;translate&quot;:{&quot;x&quot;:-0.0007260766359839109,&quot;y&quot;:-0.5},&quot;rotate&quot;:0,&quot;skewX&quot;:0,&quot;scale&quot;:{&quot;x&quot;:0.0033003300330033004,&quot;y&quot;:0.0033003300330033004}},&quot;xUnits&quot;:&quot;STROKE_WIDTH&quot;,&quot;yUnits&quot;:&quot;STROKE_WIDTH&quot;,&quot;bending&quot;:true,&quot;repeat&quot;:{&quot;distance&quot;:0.35313531353135313,&quot;align&quot;:&quot;CENTER&quot;},&quot;isPremium&quot;:false},&quot;isLocked&quot;:false,&quot;parent&quot;:{&quot;type&quot;:&quot;CHILD&quot;,&quot;parentId&quot;:&quot;ec5f9726-5be2-4d5f-9906-cc9e08ff1865&quot;,&quot;order&quot;:&quot;993&quot;},&quot;isPremium&quot;:false},&quot;59b9535e-9dde-4597-84da-32d5647e0342&quot;:{&quot;type&quot;:&quot;FIGURE_OBJECT&quot;,&quot;id&quot;:&quot;59b9535e-9dde-4597-84da-32d5647e0342&quot;,&quot;parent&quot;:{&quot;type&quot;:&quot;CHILD&quot;,&quot;parentId&quot;:&quot;ec5f9726-5be2-4d5f-9906-cc9e08ff1865&quot;,&quot;order&quot;:&quot;979&quot;},&quot;relativeTransform&quot;:{&quot;translate&quot;:{&quot;x&quot;:231.71329576950342,&quot;y&quot;:-96.23620809729908},&quot;rotate&quot;:-2.4492935982947064e-16,&quot;skewX&quot;:0,&quot;scale&quot;:{&quot;x&quot;:1,&quot;y&quot;:1}},&quot;opacity&quot;:0.7},&quot;afb72362-1246-493c-806a-5f7ead695db3&quot;:{&quot;id&quot;:&quot;afb72362-1246-493c-806a-5f7ead695db3&quot;,&quot;name&quot;:&quot;Phospholipid&quot;,&quot;displayName&quot;:&quot;&quot;,&quot;type&quot;:&quot;FIGURE_OBJECT&quot;,&quot;relativeTransform&quot;:{&quot;translate&quot;:{&quot;x&quot;:-246.07561904779845,&quot;y&quot;:8.119848458266587},&quot;rotate&quot;:-0.5235987755982987,&quot;skewX&quot;:-3.828652487581629e-16,&quot;scale&quot;:{&quot;x&quot;:0.3561813446790644,&quot;y&quot;:0.35618134467906504}},&quot;image&quot;:{&quot;url&quot;:&quot;https://icons.biorender.com/biorender/617826643d98ef002970526b/phospholipid-1.png&quot;,&quot;fallbackUrl&quot;:&quot;https://res.cloudinary.com/dlcjuc3ej/image/upload/v1635264092/wmosfjddzfwpeepjvhyl.svg#/keystone/api/icons/617826643d98ef002970526b/phospholipid-1.svg#/keystone/api/icons/617826643d98ef002970526b/phospholipid-1.svg#/keystone/api/icons/617826643d98ef002970526b/phospholipid-1.svg&quot;,&quot;isPremium&quot;:false,&quot;size&quot;:{&quot;x&quot;:50,&quot;y&quot;:136.42857142857144}},&quot;source&quot;:{&quot;id&quot;:&quot;5b5f651905c0e0001425b49e&quot;,&quot;type&quot;:&quot;ASSETS&quot;},&quot;isPremium&quot;:false,&quot;parent&quot;:{&quot;type&quot;:&quot;CHILD&quot;,&quot;parentId&quot;:&quot;59b9535e-9dde-4597-84da-32d5647e0342&quot;,&quot;order&quot;:&quot;1&quot;}},&quot;8590d0f1-0291-4078-9c82-83511e66d645&quot;:{&quot;id&quot;:&quot;8590d0f1-0291-4078-9c82-83511e66d645&quot;,&quot;name&quot;:&quot;Phospholipid&quot;,&quot;displayName&quot;:&quot;&quot;,&quot;type&quot;:&quot;FIGURE_OBJECT&quot;,&quot;relativeTransform&quot;:{&quot;translate&quot;:{&quot;x&quot;:-256.36786564273757,&quot;y&quot;:17.821309151935615},&quot;rotate&quot;:-0.8138283475203955,&quot;skewX&quot;:-4.375602842950429e-16,&quot;scale&quot;:{&quot;x&quot;:0.3561813446790646,&quot;y&quot;:0.3561813446790649}},&quot;image&quot;:{&quot;url&quot;:&quot;https://icons.biorender.com/biorender/617826643d98ef002970526b/phospholipid-1.png&quot;,&quot;fallbackUrl&quot;:&quot;https://res.cloudinary.com/dlcjuc3ej/image/upload/v1635264092/wmosfjddzfwpeepjvhyl.svg#/keystone/api/icons/617826643d98ef002970526b/phospholipid-1.svg#/keystone/api/icons/617826643d98ef002970526b/phospholipid-1.svg#/keystone/api/icons/617826643d98ef002970526b/phospholipid-1.svg&quot;,&quot;isPremium&quot;:false,&quot;size&quot;:{&quot;x&quot;:50,&quot;y&quot;:136.42857142857144}},&quot;source&quot;:{&quot;id&quot;:&quot;5b5f651905c0e0001425b49e&quot;,&quot;type&quot;:&quot;ASSETS&quot;},&quot;isPremium&quot;:false,&quot;parent&quot;:{&quot;type&quot;:&quot;CHILD&quot;,&quot;parentId&quot;:&quot;59b9535e-9dde-4597-84da-32d5647e0342&quot;,&quot;order&quot;:&quot;2&quot;}},&quot;ba5186b0-fe89-4b56-925c-541c79f09be8&quot;:{&quot;id&quot;:&quot;ba5186b0-fe89-4b56-925c-541c79f09be8&quot;,&quot;name&quot;:&quot;Phospholipid&quot;,&quot;displayName&quot;:&quot;&quot;,&quot;type&quot;:&quot;FIGURE_OBJECT&quot;,&quot;relativeTransform&quot;:{&quot;translate&quot;:{&quot;x&quot;:-254.39201909286004,&quot;y&quot;:32.92344387409008},&quot;rotate&quot;:-1.8241152105141218,&quot;skewX&quot;:-1.2032907818113676e-15,&quot;scale&quot;:{&quot;x&quot;:0.35618134467906465,&quot;y&quot;:0.35618134467906504}},&quot;image&quot;:{&quot;url&quot;:&quot;https://icons.biorender.com/biorender/617826643d98ef002970526b/phospholipid-1.png&quot;,&quot;fallbackUrl&quot;:&quot;https://res.cloudinary.com/dlcjuc3ej/image/upload/v1635264092/wmosfjddzfwpeepjvhyl.svg#/keystone/api/icons/617826643d98ef002970526b/phospholipid-1.svg#/keystone/api/icons/617826643d98ef002970526b/phospholipid-1.svg#/keystone/api/icons/617826643d98ef002970526b/phospholipid-1.svg&quot;,&quot;isPremium&quot;:false,&quot;size&quot;:{&quot;x&quot;:50,&quot;y&quot;:136.42857142857144}},&quot;source&quot;:{&quot;id&quot;:&quot;5b5f651905c0e0001425b49e&quot;,&quot;type&quot;:&quot;ASSETS&quot;},&quot;isPremium&quot;:false,&quot;parent&quot;:{&quot;type&quot;:&quot;CHILD&quot;,&quot;parentId&quot;:&quot;59b9535e-9dde-4597-84da-32d5647e0342&quot;,&quot;order&quot;:&quot;5&quot;}},&quot;63055802-7891-4b20-945e-4722d99fb63a&quot;:{&quot;id&quot;:&quot;63055802-7891-4b20-945e-4722d99fb63a&quot;,&quot;name&quot;:&quot;Phospholipid&quot;,&quot;displayName&quot;:&quot;&quot;,&quot;type&quot;:&quot;FIGURE_OBJECT&quot;,&quot;relativeTransform&quot;:{&quot;translate&quot;:{&quot;x&quot;:-264.6089196480107,&quot;y&quot;:51.25035054010824},&quot;rotate&quot;:-1.8479780835651505,&quot;skewX&quot;:-9.29815604126967e-16,&quot;scale&quot;:{&quot;x&quot;:0.3561813446790644,&quot;y&quot;:0.3561813446790651}},&quot;image&quot;:{&quot;url&quot;:&quot;https://icons.biorender.com/biorender/617826643d98ef002970526b/phospholipid-1.png&quot;,&quot;fallbackUrl&quot;:&quot;https://res.cloudinary.com/dlcjuc3ej/image/upload/v1635264092/wmosfjddzfwpeepjvhyl.svg#/keystone/api/icons/617826643d98ef002970526b/phospholipid-1.svg#/keystone/api/icons/617826643d98ef002970526b/phospholipid-1.svg#/keystone/api/icons/617826643d98ef002970526b/phospholipid-1.svg&quot;,&quot;isPremium&quot;:false,&quot;size&quot;:{&quot;x&quot;:50,&quot;y&quot;:136.42857142857144}},&quot;source&quot;:{&quot;id&quot;:&quot;5b5f651905c0e0001425b49e&quot;,&quot;type&quot;:&quot;ASSETS&quot;},&quot;isPremium&quot;:false,&quot;parent&quot;:{&quot;type&quot;:&quot;CHILD&quot;,&quot;parentId&quot;:&quot;59b9535e-9dde-4597-84da-32d5647e0342&quot;,&quot;order&quot;:&quot;6&quot;}},&quot;ef64988e-ffac-4a7a-80c3-0e15c4c2809e&quot;:{&quot;id&quot;:&quot;ef64988e-ffac-4a7a-80c3-0e15c4c2809e&quot;,&quot;name&quot;:&quot;Phospholipid&quot;,&quot;displayName&quot;:&quot;&quot;,&quot;type&quot;:&quot;FIGURE_OBJECT&quot;,&quot;relativeTransform&quot;:{&quot;translate&quot;:{&quot;x&quot;:-252.45086054755146,&quot;y&quot;:59.10771103531121},&quot;rotate&quot;:-2.6179938779914944,&quot;skewX&quot;:-1.5861560305695312e-15,&quot;scale&quot;:{&quot;x&quot;:0.3561813446790645,&quot;y&quot;:0.3561813446790662}},&quot;image&quot;:{&quot;url&quot;:&quot;https://icons.biorender.com/biorender/617826643d98ef002970526b/phospholipid-1.png&quot;,&quot;fallbackUrl&quot;:&quot;https://res.cloudinary.com/dlcjuc3ej/image/upload/v1635264092/wmosfjddzfwpeepjvhyl.svg#/keystone/api/icons/617826643d98ef002970526b/phospholipid-1.svg#/keystone/api/icons/617826643d98ef002970526b/phospholipid-1.svg#/keystone/api/icons/617826643d98ef002970526b/phospholipid-1.svg&quot;,&quot;isPremium&quot;:false,&quot;size&quot;:{&quot;x&quot;:50,&quot;y&quot;:136.42857142857144}},&quot;source&quot;:{&quot;id&quot;:&quot;5b5f651905c0e0001425b49e&quot;,&quot;type&quot;:&quot;ASSETS&quot;},&quot;isPremium&quot;:false,&quot;parent&quot;:{&quot;type&quot;:&quot;CHILD&quot;,&quot;parentId&quot;:&quot;59b9535e-9dde-4597-84da-32d5647e0342&quot;,&quot;order&quot;:&quot;7&quot;}},&quot;9713fdbd-e8f6-4a17-98d1-d4f59e4b09ad&quot;:{&quot;relativeTransform&quot;:{&quot;translate&quot;:{&quot;x&quot;:428.8880211577887,&quot;y&quot;:-36.18326745472314},&quot;rotate&quot;:3.141592653589793,&quot;skewX&quot;:0,&quot;scale&quot;:{&quot;x&quot;:1,&quot;y&quot;:1}},&quot;type&quot;:&quot;FIGURE_OBJECT&quot;,&quot;id&quot;:&quot;9713fdbd-e8f6-4a17-98d1-d4f59e4b09ad&quot;,&quot;name&quot;:&quot;25. Phospholipid monolayer brush (straight)&quot;,&quot;displayName&quot;:&quot;Phospholipid monolayer brush (straight)&quot;,&quot;opacity&quot;:0.7,&quot;source&quot;:{&quot;id&quot;:&quot;5e75574852bb9000abea623e&quot;,&quot;type&quot;:&quot;ASSETS&quot;},&quot;path&quot;:{&quot;type&quot;:&quot;POLY_LINE&quot;,&quot;points&quot;:[{&quot;x&quot;:-111.19738982178563,&quot;y&quot;:0},{&quot;x&quot;:111.19738982178555,&quot;y&quot;:0}],&quot;closed&quot;:false},&quot;pathStyles&quot;:[{&quot;type&quot;:&quot;FILL&quot;,&quot;fillStyle&quot;:&quot;rgba(0,0,0,0)&quot;},{&quot;type&quot;:&quot;STROKE&quot;,&quot;strokeStyle&quot;:&quot;rgba(0,0,0,0)&quot;,&quot;lineWidth&quot;:47.59041446485092,&quot;lineJoin&quot;:&quot;round&quot;}],&quot;pathSmoothing&quot;:{&quot;type&quot;:&quot;CATMULL_SMOOTHING&quot;,&quot;smoothing&quot;:0.2},&quot;pathPattern&quot;:{&quot;type&quot;:&quot;ROW&quot;,&quot;patternId&quot;:&quot;709cbe67-e3f9-4005-9844-50c922f72676&quot;,&quot;patternTransform&quot;:{&quot;translate&quot;:{&quot;x&quot;:-0.0007260766359839109,&quot;y&quot;:-0.5},&quot;rotate&quot;:0,&quot;skewX&quot;:0,&quot;scale&quot;:{&quot;x&quot;:0.0033003300330033004,&quot;y&quot;:0.0033003300330033004}},&quot;xUnits&quot;:&quot;STROKE_WIDTH&quot;,&quot;yUnits&quot;:&quot;STROKE_WIDTH&quot;,&quot;bending&quot;:true,&quot;repeat&quot;:{&quot;distance&quot;:0.35313531353135313,&quot;align&quot;:&quot;CENTER&quot;},&quot;isPremium&quot;:false},&quot;isLocked&quot;:false,&quot;parent&quot;:{&quot;type&quot;:&quot;CHILD&quot;,&quot;parentId&quot;:&quot;ec5f9726-5be2-4d5f-9906-cc9e08ff1865&quot;,&quot;order&quot;:&quot;999&quot;},&quot;isPremium&quot;:false},&quot;71965756-5de9-46e7-8b5f-3e79b1e6bf48&quot;:{&quot;relativeTransform&quot;:{&quot;translate&quot;:{&quot;x&quot;:428.8286153124595,&quot;y&quot;:-83.54209709650056},&quot;rotate&quot;:0,&quot;skewX&quot;:0,&quot;scale&quot;:{&quot;x&quot;:1,&quot;y&quot;:1}},&quot;type&quot;:&quot;FIGURE_OBJECT&quot;,&quot;id&quot;:&quot;71965756-5de9-46e7-8b5f-3e79b1e6bf48&quot;,&quot;name&quot;:&quot;25. Phospholipid monolayer brush (straight)&quot;,&quot;displayName&quot;:&quot;Phospholipid monolayer brush (straight)&quot;,&quot;opacity&quot;:0.7,&quot;source&quot;:{&quot;id&quot;:&quot;5e75574852bb9000abea623e&quot;,&quot;type&quot;:&quot;ASSETS&quot;},&quot;path&quot;:{&quot;type&quot;:&quot;POLY_LINE&quot;,&quot;points&quot;:[{&quot;x&quot;:111.13733285377164,&quot;y&quot;:0},{&quot;x&quot;:-111.13733285377155,&quot;y&quot;:0}],&quot;closed&quot;:false},&quot;pathStyles&quot;:[{&quot;type&quot;:&quot;FILL&quot;,&quot;fillStyle&quot;:&quot;rgba(0,0,0,0)&quot;},{&quot;type&quot;:&quot;STROKE&quot;,&quot;strokeStyle&quot;:&quot;rgba(0,0,0,0)&quot;,&quot;lineWidth&quot;:47.59041446485092,&quot;lineJoin&quot;:&quot;round&quot;}],&quot;pathSmoothing&quot;:{&quot;type&quot;:&quot;CATMULL_SMOOTHING&quot;,&quot;smoothing&quot;:0.2},&quot;pathPattern&quot;:{&quot;type&quot;:&quot;ROW&quot;,&quot;patternId&quot;:&quot;0ec724a0-7077-4f30-a1fc-a38325e3b7f9&quot;,&quot;patternTransform&quot;:{&quot;translate&quot;:{&quot;x&quot;:-0.0007260766359839109,&quot;y&quot;:0.5},&quot;rotate&quot;:3.141592653589793,&quot;skewX&quot;:0,&quot;scale&quot;:{&quot;x&quot;:-0.0033003300330033004,&quot;y&quot;:0.0033003300330033004}},&quot;xUnits&quot;:&quot;STROKE_WIDTH&quot;,&quot;yUnits&quot;:&quot;STROKE_WIDTH&quot;,&quot;bending&quot;:true,&quot;repeat&quot;:{&quot;distance&quot;:0.35313531353135313,&quot;align&quot;:&quot;CENTER&quot;},&quot;isPremium&quot;:false},&quot;isLocked&quot;:false,&quot;parent&quot;:{&quot;type&quot;:&quot;CHILD&quot;,&quot;parentId&quot;:&quot;ec5f9726-5be2-4d5f-9906-cc9e08ff1865&quot;,&quot;order&quot;:&quot;9995&quot;},&quot;isPremium&quot;:false},&quot;5320db7e-27d0-4766-b895-46cf15c20313&quot;:{&quot;relativeTransform&quot;:{&quot;translate&quot;:{&quot;x&quot;:-51.255063656743886,&quot;y&quot;:209.39951442478238},&quot;rotate&quot;:0,&quot;skewX&quot;:0,&quot;scale&quot;:{&quot;x&quot;:1,&quot;y&quot;:1}},&quot;type&quot;:&quot;FIGURE_OBJECT&quot;,&quot;id&quot;:&quot;5320db7e-27d0-4766-b895-46cf15c20313&quot;,&quot;name&quot;:&quot;25. Phospholipid monolayer brush (straight)&quot;,&quot;displayName&quot;:&quot;Phospholipid monolayer brush (straight)&quot;,&quot;opacity&quot;:0.7,&quot;source&quot;:{&quot;id&quot;:&quot;5e75574852bb9000abea623e&quot;,&quot;type&quot;:&quot;ASSETS&quot;},&quot;path&quot;:{&quot;type&quot;:&quot;POLY_LINE&quot;,&quot;points&quot;:[{&quot;x&quot;:-43.59986091902922,&quot;y&quot;:0},{&quot;x&quot;:43.5998609190292,&quot;y&quot;:0}],&quot;closed&quot;:false},&quot;pathStyles&quot;:[{&quot;type&quot;:&quot;FILL&quot;,&quot;fillStyle&quot;:&quot;rgba(0,0,0,0)&quot;},{&quot;type&quot;:&quot;STROKE&quot;,&quot;strokeStyle&quot;:&quot;rgba(0,0,0,0)&quot;,&quot;lineWidth&quot;:47.59041446485092,&quot;lineJoin&quot;:&quot;round&quot;}],&quot;pathSmoothing&quot;:{&quot;type&quot;:&quot;CATMULL_SMOOTHING&quot;,&quot;smoothing&quot;:0.2},&quot;pathPattern&quot;:{&quot;type&quot;:&quot;ROW&quot;,&quot;patternId&quot;:&quot;64681ae0-e177-490c-95a0-a398995b0644&quot;,&quot;patternTransform&quot;:{&quot;translate&quot;:{&quot;x&quot;:-0.0007260766359839109,&quot;y&quot;:-0.5},&quot;rotate&quot;:0,&quot;skewX&quot;:0,&quot;scale&quot;:{&quot;x&quot;:0.0033003300330033004,&quot;y&quot;:0.0033003300330033004}},&quot;xUnits&quot;:&quot;STROKE_WIDTH&quot;,&quot;yUnits&quot;:&quot;STROKE_WIDTH&quot;,&quot;bending&quot;:true,&quot;repeat&quot;:{&quot;distance&quot;:0.35313531353135313,&quot;align&quot;:&quot;CENTER&quot;},&quot;isPremium&quot;:false},&quot;isLocked&quot;:false,&quot;parent&quot;:{&quot;type&quot;:&quot;CHILD&quot;,&quot;parentId&quot;:&quot;ec5f9726-5be2-4d5f-9906-cc9e08ff1865&quot;,&quot;order&quot;:&quot;9996&quot;},&quot;isPremium&quot;:false},&quot;6966007f-24f9-448a-88af-5d554a35a878&quot;:{&quot;relativeTransform&quot;:{&quot;translate&quot;:{&quot;x&quot;:-170.28828609599915,&quot;y&quot;:256.9906906885522},&quot;rotate&quot;:3.141592653589793,&quot;skewX&quot;:0,&quot;scale&quot;:{&quot;x&quot;:1,&quot;y&quot;:1}},&quot;type&quot;:&quot;FIGURE_OBJECT&quot;,&quot;id&quot;:&quot;6966007f-24f9-448a-88af-5d554a35a878&quot;,&quot;name&quot;:&quot;25. Phospholipid monolayer brush (straight)&quot;,&quot;displayName&quot;:&quot;Phospholipid monolayer brush (straight)&quot;,&quot;opacity&quot;:0.7,&quot;source&quot;:{&quot;id&quot;:&quot;5e75574852bb9000abea623e&quot;,&quot;type&quot;:&quot;ASSETS&quot;},&quot;path&quot;:{&quot;type&quot;:&quot;POLY_LINE&quot;,&quot;points&quot;:[{&quot;x&quot;:349.95569606724195,&quot;y&quot;:0},{&quot;x&quot;:-349.9556960672419,&quot;y&quot;:0}],&quot;closed&quot;:false},&quot;pathStyles&quot;:[{&quot;type&quot;:&quot;FILL&quot;,&quot;fillStyle&quot;:&quot;rgba(0,0,0,0)&quot;},{&quot;type&quot;:&quot;STROKE&quot;,&quot;strokeStyle&quot;:&quot;rgba(0,0,0,0)&quot;,&quot;lineWidth&quot;:47.59041446485092,&quot;lineJoin&quot;:&quot;round&quot;}],&quot;pathSmoothing&quot;:{&quot;type&quot;:&quot;CATMULL_SMOOTHING&quot;,&quot;smoothing&quot;:0.2},&quot;pathPattern&quot;:{&quot;type&quot;:&quot;ROW&quot;,&quot;patternId&quot;:&quot;4e5636b3-7cc4-4684-b126-2a1d512a81fd&quot;,&quot;patternTransform&quot;:{&quot;translate&quot;:{&quot;x&quot;:-0.0007260766359839109,&quot;y&quot;:0.5},&quot;rotate&quot;:3.141592653589793,&quot;skewX&quot;:0,&quot;scale&quot;:{&quot;x&quot;:-0.0033003300330033004,&quot;y&quot;:0.0033003300330033004}},&quot;xUnits&quot;:&quot;STROKE_WIDTH&quot;,&quot;yUnits&quot;:&quot;STROKE_WIDTH&quot;,&quot;bending&quot;:true,&quot;repeat&quot;:{&quot;distance&quot;:0.35313531353135313,&quot;align&quot;:&quot;CENTER&quot;},&quot;isPremium&quot;:false},&quot;isLocked&quot;:false,&quot;parent&quot;:{&quot;type&quot;:&quot;CHILD&quot;,&quot;parentId&quot;:&quot;ec5f9726-5be2-4d5f-9906-cc9e08ff1865&quot;,&quot;order&quot;:&quot;99992&quot;},&quot;isPremium&quot;:false},&quot;c320fa53-155b-4d5f-8fc1-c6beb99b1391&quot;:{&quot;relativeTransform&quot;:{&quot;translate&quot;:{&quot;x&quot;:419.5443409347143,&quot;y&quot;:209.12576274559575},&quot;rotate&quot;:-1.176602859040085e-16,&quot;skewX&quot;:0,&quot;scale&quot;:{&quot;x&quot;:1,&quot;y&quot;:1}},&quot;type&quot;:&quot;FIGURE_OBJECT&quot;,&quot;id&quot;:&quot;c320fa53-155b-4d5f-8fc1-c6beb99b1391&quot;,&quot;name&quot;:&quot;25. Phospholipid monolayer brush (straight)&quot;,&quot;displayName&quot;:&quot;Phospholipid monolayer brush (straight)&quot;,&quot;opacity&quot;:0.7,&quot;source&quot;:{&quot;id&quot;:&quot;5e75574852bb9000abea623e&quot;,&quot;type&quot;:&quot;ASSETS&quot;},&quot;path&quot;:{&quot;type&quot;:&quot;POLY_LINE&quot;,&quot;points&quot;:[{&quot;x&quot;:123.01624151282155,&quot;y&quot;:0},{&quot;x&quot;:-123.01624151282148,&quot;y&quot;:0}],&quot;closed&quot;:false},&quot;pathStyles&quot;:[{&quot;type&quot;:&quot;FILL&quot;,&quot;fillStyle&quot;:&quot;rgba(0,0,0,0)&quot;},{&quot;type&quot;:&quot;STROKE&quot;,&quot;strokeStyle&quot;:&quot;rgba(0,0,0,0)&quot;,&quot;lineWidth&quot;:47.59041446485092,&quot;lineJoin&quot;:&quot;round&quot;}],&quot;pathSmoothing&quot;:{&quot;type&quot;:&quot;CATMULL_SMOOTHING&quot;,&quot;smoothing&quot;:0.2},&quot;pathPattern&quot;:{&quot;type&quot;:&quot;ROW&quot;,&quot;patternId&quot;:&quot;73e4793e-2475-4049-8294-d1fa05f4b6d2&quot;,&quot;patternTransform&quot;:{&quot;translate&quot;:{&quot;x&quot;:-0.0007260766359839109,&quot;y&quot;:0.5},&quot;rotate&quot;:3.141592653589793,&quot;skewX&quot;:0,&quot;scale&quot;:{&quot;x&quot;:-0.0033003300330033004,&quot;y&quot;:0.0033003300330033004}},&quot;xUnits&quot;:&quot;STROKE_WIDTH&quot;,&quot;yUnits&quot;:&quot;STROKE_WIDTH&quot;,&quot;bending&quot;:true,&quot;repeat&quot;:{&quot;distance&quot;:0.35313531353135313,&quot;align&quot;:&quot;CENTER&quot;},&quot;isPremium&quot;:false},&quot;isLocked&quot;:false,&quot;parent&quot;:{&quot;type&quot;:&quot;CHILD&quot;,&quot;parentId&quot;:&quot;ec5f9726-5be2-4d5f-9906-cc9e08ff1865&quot;,&quot;order&quot;:&quot;999975&quot;},&quot;isPremium&quot;:false},&quot;17505bde-4b25-44f9-b96f-aec6b5ee8ecb&quot;:{&quot;relativeTransform&quot;:{&quot;translate&quot;:{&quot;x&quot;:418.29250945726926,&quot;y&quot;:256.7182906641266},&quot;rotate&quot;:3.141592653589793,&quot;skewX&quot;:0,&quot;scale&quot;:{&quot;x&quot;:1,&quot;y&quot;:1}},&quot;type&quot;:&quot;FIGURE_OBJECT&quot;,&quot;id&quot;:&quot;17505bde-4b25-44f9-b96f-aec6b5ee8ecb&quot;,&quot;name&quot;:&quot;25. Phospholipid monolayer brush (straight)&quot;,&quot;displayName&quot;:&quot;Phospholipid monolayer brush (straight)&quot;,&quot;opacity&quot;:0.7,&quot;source&quot;:{&quot;id&quot;:&quot;5e75574852bb9000abea623e&quot;,&quot;type&quot;:&quot;ASSETS&quot;},&quot;path&quot;:{&quot;type&quot;:&quot;POLY_LINE&quot;,&quot;points&quot;:[{&quot;x&quot;:-124.7273644264118,&quot;y&quot;:0},{&quot;x&quot;:124.72736442641171,&quot;y&quot;:0}],&quot;closed&quot;:false},&quot;pathStyles&quot;:[{&quot;type&quot;:&quot;FILL&quot;,&quot;fillStyle&quot;:&quot;rgba(0,0,0,0)&quot;},{&quot;type&quot;:&quot;STROKE&quot;,&quot;strokeStyle&quot;:&quot;rgba(0,0,0,0)&quot;,&quot;lineWidth&quot;:47.59041446485092,&quot;lineJoin&quot;:&quot;round&quot;}],&quot;pathSmoothing&quot;:{&quot;type&quot;:&quot;CATMULL_SMOOTHING&quot;,&quot;smoothing&quot;:0.2},&quot;pathPattern&quot;:{&quot;type&quot;:&quot;ROW&quot;,&quot;patternId&quot;:&quot;302e8f52-67d8-44d2-9889-2b995666cbca&quot;,&quot;patternTransform&quot;:{&quot;translate&quot;:{&quot;x&quot;:-0.0007260766359839109,&quot;y&quot;:-0.5},&quot;rotate&quot;:1.2246467991473532e-16,&quot;skewX&quot;:0,&quot;scale&quot;:{&quot;x&quot;:0.0033003300330033004,&quot;y&quot;:0.0033003300330033004}},&quot;xUnits&quot;:&quot;STROKE_WIDTH&quot;,&quot;yUnits&quot;:&quot;STROKE_WIDTH&quot;,&quot;bending&quot;:true,&quot;repeat&quot;:{&quot;distance&quot;:0.35313531353135313,&quot;align&quot;:&quot;CENTER&quot;},&quot;isPremium&quot;:false},&quot;isLocked&quot;:false,&quot;parent&quot;:{&quot;type&quot;:&quot;CHILD&quot;,&quot;parentId&quot;:&quot;ec5f9726-5be2-4d5f-9906-cc9e08ff1865&quot;,&quot;order&quot;:&quot;99999&quot;},&quot;isPremium&quot;:false},&quot;f711d66d-8f80-4f32-9921-81ecab276e4f&quot;:{&quot;type&quot;:&quot;FIGURE_OBJECT&quot;,&quot;id&quot;:&quot;f711d66d-8f80-4f32-9921-81ecab276e4f&quot;,&quot;parent&quot;:{&quot;type&quot;:&quot;CHILD&quot;,&quot;parentId&quot;:&quot;ec5f9726-5be2-4d5f-9906-cc9e08ff1865&quot;,&quot;order&quot;:&quot;999998&quot;},&quot;relativeTransform&quot;:{&quot;translate&quot;:{&quot;x&quot;:-397.45921034873135,&quot;y&quot;:-94.93823211968936},&quot;rotate&quot;:0,&quot;skewX&quot;:0,&quot;scale&quot;:{&quot;x&quot;:1,&quot;y&quot;:1}},&quot;opacity&quot;:0.7},&quot;c73e2dd5-832f-4d69-9f09-d7bbd1cc3898&quot;:{&quot;id&quot;:&quot;c73e2dd5-832f-4d69-9f09-d7bbd1cc3898&quot;,&quot;name&quot;:&quot;Phospholipid&quot;,&quot;displayName&quot;:&quot;&quot;,&quot;type&quot;:&quot;FIGURE_OBJECT&quot;,&quot;relativeTransform&quot;:{&quot;translate&quot;:{&quot;x&quot;:246.9970419541662,&quot;y&quot;:14.136251536921435},&quot;rotate&quot;:0.7571010947793217,&quot;skewX&quot;:-3.281702132212826e-16,&quot;scale&quot;:{&quot;x&quot;:-0.3561813446790643,&quot;y&quot;:0.35618134467906504}},&quot;image&quot;:{&quot;url&quot;:&quot;https://icons.biorender.com/biorender/617826643d98ef002970526b/phospholipid-1.png&quot;,&quot;fallbackUrl&quot;:&quot;https://res.cloudinary.com/dlcjuc3ej/image/upload/v1635264092/wmosfjddzfwpeepjvhyl.svg#/keystone/api/icons/617826643d98ef002970526b/phospholipid-1.svg#/keystone/api/icons/617826643d98ef002970526b/phospholipid-1.svg#/keystone/api/icons/617826643d98ef002970526b/phospholipid-1.svg&quot;,&quot;isPremium&quot;:false,&quot;size&quot;:{&quot;x&quot;:50,&quot;y&quot;:136.42857142857144}},&quot;source&quot;:{&quot;id&quot;:&quot;5b5f651905c0e0001425b49e&quot;,&quot;type&quot;:&quot;ASSETS&quot;},&quot;isPremium&quot;:false,&quot;parent&quot;:{&quot;type&quot;:&quot;CHILD&quot;,&quot;parentId&quot;:&quot;f711d66d-8f80-4f32-9921-81ecab276e4f&quot;,&quot;order&quot;:&quot;1&quot;}},&quot;e246e91e-6f76-4ada-8c31-9e0aa9b4d283&quot;:{&quot;id&quot;:&quot;e246e91e-6f76-4ada-8c31-9e0aa9b4d283&quot;,&quot;name&quot;:&quot;Phospholipid&quot;,&quot;displayName&quot;:&quot;&quot;,&quot;type&quot;:&quot;FIGURE_OBJECT&quot;,&quot;relativeTransform&quot;:{&quot;translate&quot;:{&quot;x&quot;:246.996348032244,&quot;y&quot;:28.878384028348464},&quot;rotate&quot;:1.0471975511965974,&quot;skewX&quot;:-6.563404264425644e-16,&quot;scale&quot;:{&quot;x&quot;:-0.3561813446790646,&quot;y&quot;:0.3561813446790649}},&quot;image&quot;:{&quot;url&quot;:&quot;https://icons.biorender.com/biorender/617826643d98ef002970526b/phospholipid-1.png&quot;,&quot;fallbackUrl&quot;:&quot;https://res.cloudinary.com/dlcjuc3ej/image/upload/v1635264092/wmosfjddzfwpeepjvhyl.svg#/keystone/api/icons/617826643d98ef002970526b/phospholipid-1.svg#/keystone/api/icons/617826643d98ef002970526b/phospholipid-1.svg#/keystone/api/icons/617826643d98ef002970526b/phospholipid-1.svg&quot;,&quot;isPremium&quot;:false,&quot;size&quot;:{&quot;x&quot;:50,&quot;y&quot;:136.42857142857144}},&quot;source&quot;:{&quot;id&quot;:&quot;5b5f651905c0e0001425b49e&quot;,&quot;type&quot;:&quot;ASSETS&quot;},&quot;isPremium&quot;:false,&quot;parent&quot;:{&quot;type&quot;:&quot;CHILD&quot;,&quot;parentId&quot;:&quot;f711d66d-8f80-4f32-9921-81ecab276e4f&quot;,&quot;order&quot;:&quot;2&quot;}},&quot;9ede4964-b768-493d-b647-695ab6a16ed1&quot;:{&quot;id&quot;:&quot;9ede4964-b768-493d-b647-695ab6a16ed1&quot;,&quot;name&quot;:&quot;Phospholipid&quot;,&quot;displayName&quot;:&quot;&quot;,&quot;type&quot;:&quot;FIGURE_OBJECT&quot;,&quot;relativeTransform&quot;:{&quot;translate&quot;:{&quot;x&quot;:261.6599794374341,&quot;y&quot;:38.451981312296596},&quot;rotate&quot;:1.1459663399952549,&quot;skewX&quot;:-6.563404264425644e-16,&quot;scale&quot;:{&quot;x&quot;:-0.3561813446790646,&quot;y&quot;:0.3561813446790649}},&quot;image&quot;:{&quot;url&quot;:&quot;https://icons.biorender.com/biorender/617826643d98ef002970526b/phospholipid-1.png&quot;,&quot;fallbackUrl&quot;:&quot;https://res.cloudinary.com/dlcjuc3ej/image/upload/v1635264092/wmosfjddzfwpeepjvhyl.svg#/keystone/api/icons/617826643d98ef002970526b/phospholipid-1.svg#/keystone/api/icons/617826643d98ef002970526b/phospholipid-1.svg#/keystone/api/icons/617826643d98ef002970526b/phospholipid-1.svg&quot;,&quot;isPremium&quot;:false,&quot;size&quot;:{&quot;x&quot;:50,&quot;y&quot;:136.42857142857144}},&quot;source&quot;:{&quot;id&quot;:&quot;5b5f651905c0e0001425b49e&quot;,&quot;type&quot;:&quot;ASSETS&quot;},&quot;isPremium&quot;:false,&quot;parent&quot;:{&quot;type&quot;:&quot;CHILD&quot;,&quot;parentId&quot;:&quot;f711d66d-8f80-4f32-9921-81ecab276e4f&quot;,&quot;order&quot;:&quot;5&quot;}},&quot;6b296f86-e11a-4816-8dea-65743b7d7bea&quot;:{&quot;id&quot;:&quot;6b296f86-e11a-4816-8dea-65743b7d7bea&quot;,&quot;name&quot;:&quot;Phospholipid&quot;,&quot;displayName&quot;:&quot;&quot;,&quot;type&quot;:&quot;FIGURE_OBJECT&quot;,&quot;relativeTransform&quot;:{&quot;translate&quot;:{&quot;x&quot;:261.3460936629881,&quot;y&quot;:51.69750472737273},&quot;rotate&quot;:2.094395102393195,&quot;skewX&quot;:-8.751205685900866e-16,&quot;scale&quot;:{&quot;x&quot;:-0.3561813446790644,&quot;y&quot;:0.35618134467906504}},&quot;image&quot;:{&quot;url&quot;:&quot;https://icons.biorender.com/biorender/617826643d98ef002970526b/phospholipid-1.png&quot;,&quot;fallbackUrl&quot;:&quot;https://res.cloudinary.com/dlcjuc3ej/image/upload/v1635264092/wmosfjddzfwpeepjvhyl.svg#/keystone/api/icons/617826643d98ef002970526b/phospholipid-1.svg#/keystone/api/icons/617826643d98ef002970526b/phospholipid-1.svg#/keystone/api/icons/617826643d98ef002970526b/phospholipid-1.svg&quot;,&quot;isPremium&quot;:false,&quot;size&quot;:{&quot;x&quot;:50,&quot;y&quot;:136.42857142857144}},&quot;source&quot;:{&quot;id&quot;:&quot;5b5f651905c0e0001425b49e&quot;,&quot;type&quot;:&quot;ASSETS&quot;},&quot;isPremium&quot;:false,&quot;parent&quot;:{&quot;type&quot;:&quot;CHILD&quot;,&quot;parentId&quot;:&quot;f711d66d-8f80-4f32-9921-81ecab276e4f&quot;,&quot;order&quot;:&quot;6&quot;}},&quot;05fa1e52-9a6a-4e98-8940-f5c50b6b2226&quot;:{&quot;id&quot;:&quot;05fa1e52-9a6a-4e98-8940-f5c50b6b2226&quot;,&quot;name&quot;:&quot;Phospholipid&quot;,&quot;displayName&quot;:&quot;&quot;,&quot;type&quot;:&quot;FIGURE_OBJECT&quot;,&quot;relativeTransform&quot;:{&quot;translate&quot;:{&quot;x&quot;:246.99703456252885,&quot;y&quot;:55.882730863024115},&quot;rotate&quot;:2.4117369327175044,&quot;skewX&quot;:-1.640851066106412e-15,&quot;scale&quot;:{&quot;x&quot;:-0.3561813446790644,&quot;y&quot;:0.35618134467906626}},&quot;image&quot;:{&quot;url&quot;:&quot;https://icons.biorender.com/biorender/617826643d98ef002970526b/phospholipid-1.png&quot;,&quot;fallbackUrl&quot;:&quot;https://res.cloudinary.com/dlcjuc3ej/image/upload/v1635264092/wmosfjddzfwpeepjvhyl.svg#/keystone/api/icons/617826643d98ef002970526b/phospholipid-1.svg#/keystone/api/icons/617826643d98ef002970526b/phospholipid-1.svg#/keystone/api/icons/617826643d98ef002970526b/phospholipid-1.svg&quot;,&quot;isPremium&quot;:false,&quot;size&quot;:{&quot;x&quot;:50,&quot;y&quot;:136.42857142857144}},&quot;source&quot;:{&quot;id&quot;:&quot;5b5f651905c0e0001425b49e&quot;,&quot;type&quot;:&quot;ASSETS&quot;},&quot;isPremium&quot;:false,&quot;parent&quot;:{&quot;type&quot;:&quot;CHILD&quot;,&quot;parentId&quot;:&quot;f711d66d-8f80-4f32-9921-81ecab276e4f&quot;,&quot;order&quot;:&quot;7&quot;}},&quot;2e2c3b82-9fd0-4c7c-ba3a-ef4ed53401ad&quot;:{&quot;relativeTransform&quot;:{&quot;translate&quot;:{&quot;x&quot;:-583.9293611556462,&quot;y&quot;:-224.99432062268025},&quot;rotate&quot;:0,&quot;skewX&quot;:0,&quot;scale&quot;:{&quot;x&quot;:1,&quot;y&quot;:1}},&quot;type&quot;:&quot;FIGURE_OBJECT&quot;,&quot;id&quot;:&quot;2e2c3b82-9fd0-4c7c-ba3a-ef4ed53401ad&quot;,&quot;parent&quot;:{&quot;type&quot;:&quot;CHILD&quot;,&quot;parentId&quot;:&quot;ec5f9726-5be2-4d5f-9906-cc9e08ff1865&quot;,&quot;order&quot;:&quot;999999&quot;},&quot;name&quot;:&quot;Lipopolysaccharide (straight)&quot;,&quot;displayName&quot;:&quot;Lipopolysaccharide (straight)&quot;,&quot;source&quot;:{&quot;id&quot;:&quot;635c355f62307b37405737e2&quot;,&quot;type&quot;:&quot;ASSETS&quot;},&quot;isPremium&quot;:true},&quot;2e5a138a-a6e3-44fb-9d62-962610a3051e&quot;:{&quot;type&quot;:&quot;FIGURE_OBJECT&quot;,&quot;id&quot;:&quot;2e5a138a-a6e3-44fb-9d62-962610a3051e&quot;,&quot;relativeTransform&quot;:{&quot;translate&quot;:{&quot;x&quot;:137.00676675614795,&quot;y&quot;:88.06975177308465},&quot;rotate&quot;:0},&quot;opacity&quot;:1,&quot;path&quot;:{&quot;type&quot;:&quot;POLY_LINE&quot;,&quot;points&quot;:[{&quot;x&quot;:0,&quot;y&quot;:29.447229551397385},{&quot;x&quot;:0,&quot;y&quot;:-29.447229551397385}],&quot;closed&quot;:false},&quot;pathStyles&quot;:[{&quot;type&quot;:&quot;FILL&quot;,&quot;fillStyle&quot;:&quot;rgba(0,0,0,0)&quot;},{&quot;type&quot;:&quot;STROKE&quot;,&quot;strokeStyle&quot;:&quot;#232323&quot;,&quot;lineWidth&quot;:11.903598226047722,&quot;lineJoin&quot;:&quot;round&quot;}],&quot;isLocked&quot;:false,&quot;parent&quot;:{&quot;type&quot;:&quot;CHILD&quot;,&quot;parentId&quot;:&quot;2e2c3b82-9fd0-4c7c-ba3a-ef4ed53401ad&quot;,&quot;order&quot;:&quot;2&quot;},&quot;connectorInfo&quot;:{&quot;connectedObjects&quot;:[],&quot;type&quot;:&quot;LINE&quot;,&quot;offset&quot;:{&quot;x&quot;:0,&quot;y&quot;:0},&quot;bending&quot;:0.1,&quot;firstElementIsHead&quot;:true,&quot;customized&quot;:false},&quot;pathPattern&quot;:{&quot;type&quot;:&quot;ROW&quot;,&quot;patternId&quot;:&quot;8af75e37-2441-4b8c-8332-e738cf369db1&quot;,&quot;patternTransform&quot;:{&quot;translate&quot;:{&quot;x&quot;:-0.08886199457583854,&quot;y&quot;:-0.5},&quot;rotate&quot;:0,&quot;skewX&quot;:0,&quot;scale&quot;:{&quot;x&quot;:0.03143665566768266,&quot;y&quot;:0.03143665566768266}},&quot;xUnits&quot;:&quot;STROKE_WIDTH&quot;,&quot;yUnits&quot;:&quot;STROKE_WIDTH&quot;,&quot;bending&quot;:true,&quot;repeat&quot;:{&quot;distance&quot;:0.909984296950143,&quot;align&quot;:&quot;LEFT&quot;},&quot;isPremium&quot;:false}},&quot;08b32f83-678d-4c46-bfda-74379f22fec4&quot;:{&quot;type&quot;:&quot;FIGURE_OBJECT&quot;,&quot;id&quot;:&quot;08b32f83-678d-4c46-bfda-74379f22fec4&quot;,&quot;relativeTransform&quot;:{&quot;translate&quot;:{&quot;x&quot;:153.7741850779542,&quot;y&quot;:82.01014179310054},&quot;rotate&quot;:1.0944463373381044,&quot;skewX&quot;:0,&quot;scale&quot;:{&quot;x&quot;:1,&quot;y&quot;:1}},&quot;opacity&quot;:1,&quot;path&quot;:{&quot;type&quot;:&quot;POLY_LINE&quot;,&quot;points&quot;:[{&quot;x&quot;:2.3367789004395808e-15,&quot;y&quot;:13.414527591562445},{&quot;x&quot;:-2.3367789004395808e-15,&quot;y&quot;:-13.414527591562445}],&quot;closed&quot;:false},&quot;pathStyles&quot;:[{&quot;type&quot;:&quot;FILL&quot;,&quot;fillStyle&quot;:&quot;rgba(0,0,0,0)&quot;},{&quot;type&quot;:&quot;STROKE&quot;,&quot;strokeStyle&quot;:&quot;#232323&quot;,&quot;lineWidth&quot;:11.903598226047722,&quot;lineJoin&quot;:&quot;round&quot;}],&quot;isLocked&quot;:false,&quot;parent&quot;:{&quot;type&quot;:&quot;CHILD&quot;,&quot;parentId&quot;:&quot;2e2c3b82-9fd0-4c7c-ba3a-ef4ed53401ad&quot;,&quot;order&quot;:&quot;5&quot;},&quot;connectorInfo&quot;:{&quot;connectedObjects&quot;:[],&quot;type&quot;:&quot;LINE&quot;,&quot;offset&quot;:{&quot;x&quot;:0,&quot;y&quot;:0},&quot;bending&quot;:0.1,&quot;firstElementIsHead&quot;:true,&quot;customized&quot;:false},&quot;pathPattern&quot;:{&quot;type&quot;:&quot;ROW&quot;,&quot;patternId&quot;:&quot;8f6d7b70-bc86-420a-8356-3c408146ba08&quot;,&quot;patternTransform&quot;:{&quot;translate&quot;:{&quot;x&quot;:-0.08886199457583854,&quot;y&quot;:-0.5},&quot;rotate&quot;:0,&quot;skewX&quot;:0,&quot;scale&quot;:{&quot;x&quot;:0.03143665566768266,&quot;y&quot;:0.03143665566768266}},&quot;xUnits&quot;:&quot;STROKE_WIDTH&quot;,&quot;yUnits&quot;:&quot;STROKE_WIDTH&quot;,&quot;bending&quot;:true,&quot;repeat&quot;:{&quot;distance&quot;:0.909984296950143,&quot;align&quot;:&quot;LEFT&quot;},&quot;isPremium&quot;:false}},&quot;9bbab308-8a00-486c-a558-cf13df701483&quot;:{&quot;id&quot;:&quot;9bbab308-8a00-486c-a558-cf13df701483&quot;,&quot;name&quot;:&quot;Lipid A (simple)&quot;,&quot;displayName&quot;:&quot;&quot;,&quot;type&quot;:&quot;FIGURE_OBJECT&quot;,&quot;relativeTransform&quot;:{&quot;translate&quot;:{&quot;x&quot;:148.2156645118397,&quot;y&quot;:140.2497059280045},&quot;rotate&quot;:0,&quot;skewX&quot;:0,&quot;scale&quot;:{&quot;x&quot;:0.7917489088283088,&quot;y&quot;:0.7917489088283085}},&quot;image&quot;:{&quot;url&quot;:&quot;https://icons.biorender.com/biorender/635c2f7592218900200fe0fa/lipid-a-simple.png&quot;,&quot;fallbackUrl&quot;:&quot;https://res.cloudinary.com/dlcjuc3ej/image/upload/v1666985842/a7srrm6mltfb8pxm2h2a.svg#/keystone/api/icons/635c2f7592218900200fe0fa/lipid-a-simple.svg#/keystone/api/icons/635c2f7592218900200fe0fa/lipid-a-simple.svg#/keystone/api/icons/635c2f7592218900200fe0fa/lipid-a-simple.svg&quot;,&quot;isPremium&quot;:false,&quot;size&quot;:{&quot;x&quot;:45,&quot;y&quot;:63.145161290322584}},&quot;source&quot;:{&quot;id&quot;:&quot;635c2f1192218900200fe0db&quot;,&quot;type&quot;:&quot;ASSETS&quot;},&quot;isPremium&quot;:false,&quot;parent&quot;:{&quot;type&quot;:&quot;CHILD&quot;,&quot;parentId&quot;:&quot;2e2c3b82-9fd0-4c7c-ba3a-ef4ed53401ad&quot;,&quot;order&quot;:&quot;25&quot;}},&quot;4acdf119-0eb1-4775-9da8-eea0d32c90d9&quot;:{&quot;relativeTransform&quot;:{&quot;translate&quot;:{&quot;x&quot;:-483.0892313635083,&quot;y&quot;:-224.99432062268025},&quot;rotate&quot;:0,&quot;skewX&quot;:0,&quot;scale&quot;:{&quot;x&quot;:1,&quot;y&quot;:1}},&quot;type&quot;:&quot;FIGURE_OBJECT&quot;,&quot;id&quot;:&quot;4acdf119-0eb1-4775-9da8-eea0d32c90d9&quot;,&quot;parent&quot;:{&quot;type&quot;:&quot;CHILD&quot;,&quot;parentId&quot;:&quot;ec5f9726-5be2-4d5f-9906-cc9e08ff1865&quot;,&quot;order&quot;:&quot;9999995&quot;},&quot;name&quot;:&quot;Lipopolysaccharide (straight)&quot;,&quot;displayName&quot;:&quot;Lipopolysaccharide (straight)&quot;,&quot;source&quot;:{&quot;id&quot;:&quot;635c355f62307b37405737e2&quot;,&quot;type&quot;:&quot;ASSETS&quot;},&quot;isPremium&quot;:true},&quot;d96404ba-2543-408d-acf1-379a2cad88c8&quot;:{&quot;type&quot;:&quot;FIGURE_OBJECT&quot;,&quot;id&quot;:&quot;d96404ba-2543-408d-acf1-379a2cad88c8&quot;,&quot;relativeTransform&quot;:{&quot;translate&quot;:{&quot;x&quot;:137.00676675614795,&quot;y&quot;:88.35039256986934},&quot;rotate&quot;:0},&quot;opacity&quot;:1,&quot;path&quot;:{&quot;type&quot;:&quot;POLY_LINE&quot;,&quot;points&quot;:[{&quot;x&quot;:0,&quot;y&quot;:29.16658875461269},{&quot;x&quot;:0,&quot;y&quot;:-29.16658875461269}],&quot;closed&quot;:false},&quot;pathStyles&quot;:[{&quot;type&quot;:&quot;FILL&quot;,&quot;fillStyle&quot;:&quot;rgba(0,0,0,0)&quot;},{&quot;type&quot;:&quot;STROKE&quot;,&quot;strokeStyle&quot;:&quot;#232323&quot;,&quot;lineWidth&quot;:11.903598226047722,&quot;lineJoin&quot;:&quot;round&quot;}],&quot;isLocked&quot;:false,&quot;parent&quot;:{&quot;type&quot;:&quot;CHILD&quot;,&quot;parentId&quot;:&quot;4acdf119-0eb1-4775-9da8-eea0d32c90d9&quot;,&quot;order&quot;:&quot;2&quot;},&quot;connectorInfo&quot;:{&quot;connectedObjects&quot;:[],&quot;type&quot;:&quot;LINE&quot;,&quot;offset&quot;:{&quot;x&quot;:0,&quot;y&quot;:0},&quot;bending&quot;:0.1,&quot;firstElementIsHead&quot;:true,&quot;customized&quot;:false},&quot;pathPattern&quot;:{&quot;type&quot;:&quot;ROW&quot;,&quot;patternId&quot;:&quot;0512acf3-7310-4b0d-a850-bb5a141e2292&quot;,&quot;patternTransform&quot;:{&quot;translate&quot;:{&quot;x&quot;:-0.08886199457583854,&quot;y&quot;:-0.5},&quot;rotate&quot;:0,&quot;skewX&quot;:0,&quot;scale&quot;:{&quot;x&quot;:0.03143665566768266,&quot;y&quot;:0.03143665566768266}},&quot;xUnits&quot;:&quot;STROKE_WIDTH&quot;,&quot;yUnits&quot;:&quot;STROKE_WIDTH&quot;,&quot;bending&quot;:true,&quot;repeat&quot;:{&quot;distance&quot;:0.909984296950143,&quot;align&quot;:&quot;LEFT&quot;},&quot;isPremium&quot;:false}},&quot;d5c76b2a-e120-4533-9cec-21802996723d&quot;:{&quot;type&quot;:&quot;FIGURE_OBJECT&quot;,&quot;id&quot;:&quot;d5c76b2a-e120-4533-9cec-21802996723d&quot;,&quot;relativeTransform&quot;:{&quot;translate&quot;:{&quot;x&quot;:152.47144033377276,&quot;y&quot;:81.7968956583292},&quot;rotate&quot;:1.0944463373381044},&quot;opacity&quot;:1,&quot;path&quot;:{&quot;type&quot;:&quot;POLY_LINE&quot;,&quot;points&quot;:[{&quot;x&quot;:0,&quot;y&quot;:11.948586203078552},{&quot;x&quot;:0,&quot;y&quot;:-11.948586203078552}],&quot;closed&quot;:false},&quot;pathStyles&quot;:[{&quot;type&quot;:&quot;FILL&quot;,&quot;fillStyle&quot;:&quot;rgba(0,0,0,0)&quot;},{&quot;type&quot;:&quot;STROKE&quot;,&quot;strokeStyle&quot;:&quot;#232323&quot;,&quot;lineWidth&quot;:11.903598226047722,&quot;lineJoin&quot;:&quot;round&quot;}],&quot;isLocked&quot;:false,&quot;parent&quot;:{&quot;type&quot;:&quot;CHILD&quot;,&quot;parentId&quot;:&quot;4acdf119-0eb1-4775-9da8-eea0d32c90d9&quot;,&quot;order&quot;:&quot;5&quot;},&quot;connectorInfo&quot;:{&quot;connectedObjects&quot;:[],&quot;type&quot;:&quot;LINE&quot;,&quot;offset&quot;:{&quot;x&quot;:0,&quot;y&quot;:0},&quot;bending&quot;:0.1,&quot;firstElementIsHead&quot;:true,&quot;customized&quot;:false},&quot;pathPattern&quot;:{&quot;type&quot;:&quot;ROW&quot;,&quot;patternId&quot;:&quot;6bbab586-9028-4a38-a28c-b4fb48b58f5d&quot;,&quot;patternTransform&quot;:{&quot;translate&quot;:{&quot;x&quot;:-0.08886199457583854,&quot;y&quot;:-0.5},&quot;rotate&quot;:0,&quot;skewX&quot;:0,&quot;scale&quot;:{&quot;x&quot;:0.03143665566768266,&quot;y&quot;:0.03143665566768266}},&quot;xUnits&quot;:&quot;STROKE_WIDTH&quot;,&quot;yUnits&quot;:&quot;STROKE_WIDTH&quot;,&quot;bending&quot;:true,&quot;repeat&quot;:{&quot;distance&quot;:0.909984296950143,&quot;align&quot;:&quot;LEFT&quot;},&quot;isPremium&quot;:false}},&quot;7a0f5532-8eee-4608-b58f-25e23ff45ca3&quot;:{&quot;id&quot;:&quot;7a0f5532-8eee-4608-b58f-25e23ff45ca3&quot;,&quot;name&quot;:&quot;Lipid A (simple)&quot;,&quot;displayName&quot;:&quot;&quot;,&quot;type&quot;:&quot;FIGURE_OBJECT&quot;,&quot;relativeTransform&quot;:{&quot;translate&quot;:{&quot;x&quot;:148.2156645118397,&quot;y&quot;:140.2497059280045},&quot;rotate&quot;:0,&quot;skewX&quot;:0,&quot;scale&quot;:{&quot;x&quot;:0.7917489088283088,&quot;y&quot;:0.7917489088283085}},&quot;image&quot;:{&quot;url&quot;:&quot;https://icons.biorender.com/biorender/635c2f7592218900200fe0fa/lipid-a-simple.png&quot;,&quot;fallbackUrl&quot;:&quot;https://res.cloudinary.com/dlcjuc3ej/image/upload/v1666985842/a7srrm6mltfb8pxm2h2a.svg#/keystone/api/icons/635c2f7592218900200fe0fa/lipid-a-simple.svg#/keystone/api/icons/635c2f7592218900200fe0fa/lipid-a-simple.svg#/keystone/api/icons/635c2f7592218900200fe0fa/lipid-a-simple.svg&quot;,&quot;isPremium&quot;:false,&quot;size&quot;:{&quot;x&quot;:45,&quot;y&quot;:63.145161290322584}},&quot;source&quot;:{&quot;id&quot;:&quot;635c2f1192218900200fe0db&quot;,&quot;type&quot;:&quot;ASSETS&quot;},&quot;isPremium&quot;:false,&quot;parent&quot;:{&quot;type&quot;:&quot;CHILD&quot;,&quot;parentId&quot;:&quot;4acdf119-0eb1-4775-9da8-eea0d32c90d9&quot;,&quot;order&quot;:&quot;25&quot;}},&quot;22ce974e-4752-4be5-98d3-7c9559ede494&quot;:{&quot;relativeTransform&quot;:{&quot;translate&quot;:{&quot;x&quot;:-311.00763254055556,&quot;y&quot;:-312.4439626180858},&quot;rotate&quot;:0.3973687208633765,&quot;skewX&quot;:0,&quot;scale&quot;:{&quot;x&quot;:1,&quot;y&quot;:1}},&quot;type&quot;:&quot;FIGURE_OBJECT&quot;,&quot;id&quot;:&quot;22ce974e-4752-4be5-98d3-7c9559ede494&quot;,&quot;parent&quot;:{&quot;type&quot;:&quot;CHILD&quot;,&quot;parentId&quot;:&quot;ec5f9726-5be2-4d5f-9906-cc9e08ff1865&quot;,&quot;order&quot;:&quot;9999998&quot;},&quot;name&quot;:&quot;Lipopolysaccharide (straight)&quot;,&quot;displayName&quot;:&quot;Lipopolysaccharide (straight)&quot;,&quot;source&quot;:{&quot;id&quot;:&quot;635c355f62307b37405737e2&quot;,&quot;type&quot;:&quot;ASSETS&quot;},&quot;isPremium&quot;:true},&quot;16f40cd3-b0f0-4468-b204-950d5870916d&quot;:{&quot;type&quot;:&quot;FIGURE_OBJECT&quot;,&quot;id&quot;:&quot;16f40cd3-b0f0-4468-b204-950d5870916d&quot;,&quot;relativeTransform&quot;:{&quot;translate&quot;:{&quot;x&quot;:137.00676675614795,&quot;y&quot;:89.12537684733948},&quot;rotate&quot;:0},&quot;opacity&quot;:1,&quot;path&quot;:{&quot;type&quot;:&quot;POLY_LINE&quot;,&quot;points&quot;:[{&quot;x&quot;:0,&quot;y&quot;:28.391604477142568},{&quot;x&quot;:0,&quot;y&quot;:-28.391604477142568}],&quot;closed&quot;:false},&quot;pathStyles&quot;:[{&quot;type&quot;:&quot;FILL&quot;,&quot;fillStyle&quot;:&quot;rgba(0,0,0,0)&quot;},{&quot;type&quot;:&quot;STROKE&quot;,&quot;strokeStyle&quot;:&quot;#232323&quot;,&quot;lineWidth&quot;:11.903598226047722,&quot;lineJoin&quot;:&quot;round&quot;}],&quot;isLocked&quot;:false,&quot;parent&quot;:{&quot;type&quot;:&quot;CHILD&quot;,&quot;parentId&quot;:&quot;22ce974e-4752-4be5-98d3-7c9559ede494&quot;,&quot;order&quot;:&quot;2&quot;},&quot;connectorInfo&quot;:{&quot;connectedObjects&quot;:[],&quot;type&quot;:&quot;LINE&quot;,&quot;offset&quot;:{&quot;x&quot;:0,&quot;y&quot;:0},&quot;bending&quot;:0.1,&quot;firstElementIsHead&quot;:true,&quot;customized&quot;:false},&quot;pathPattern&quot;:{&quot;type&quot;:&quot;ROW&quot;,&quot;patternId&quot;:&quot;7fbb1522-d8fc-4416-adba-6f4685f4e0bf&quot;,&quot;patternTransform&quot;:{&quot;translate&quot;:{&quot;x&quot;:-0.08886199457583854,&quot;y&quot;:-0.5},&quot;rotate&quot;:0,&quot;skewX&quot;:0,&quot;scale&quot;:{&quot;x&quot;:0.03143665566768266,&quot;y&quot;:0.03143665566768266}},&quot;xUnits&quot;:&quot;STROKE_WIDTH&quot;,&quot;yUnits&quot;:&quot;STROKE_WIDTH&quot;,&quot;bending&quot;:true,&quot;repeat&quot;:{&quot;distance&quot;:0.909984296950143,&quot;align&quot;:&quot;LEFT&quot;},&quot;isPremium&quot;:false}},&quot;355a4c51-35af-46e5-b835-b78ea6bcabab&quot;:{&quot;type&quot;:&quot;FIGURE_OBJECT&quot;,&quot;id&quot;:&quot;355a4c51-35af-46e5-b835-b78ea6bcabab&quot;,&quot;relativeTransform&quot;:{&quot;translate&quot;:{&quot;x&quot;:153.66252564416192,&quot;y&quot;:82.13510420302163},&quot;rotate&quot;:1.0944463373381044,&quot;skewX&quot;:0,&quot;scale&quot;:{&quot;x&quot;:1,&quot;y&quot;:1}},&quot;opacity&quot;:1,&quot;path&quot;:{&quot;type&quot;:&quot;POLY_LINE&quot;,&quot;points&quot;:[{&quot;x&quot;:1.1683894502197906e-15,&quot;y&quot;:13.440291561238958},{&quot;x&quot;:-1.1683894502197906e-15,&quot;y&quot;:-13.440291561238958}],&quot;closed&quot;:false},&quot;pathStyles&quot;:[{&quot;type&quot;:&quot;FILL&quot;,&quot;fillStyle&quot;:&quot;rgba(0,0,0,0)&quot;},{&quot;type&quot;:&quot;STROKE&quot;,&quot;strokeStyle&quot;:&quot;#232323&quot;,&quot;lineWidth&quot;:11.903598226047722,&quot;lineJoin&quot;:&quot;round&quot;}],&quot;isLocked&quot;:false,&quot;parent&quot;:{&quot;type&quot;:&quot;CHILD&quot;,&quot;parentId&quot;:&quot;22ce974e-4752-4be5-98d3-7c9559ede494&quot;,&quot;order&quot;:&quot;5&quot;},&quot;connectorInfo&quot;:{&quot;connectedObjects&quot;:[],&quot;type&quot;:&quot;LINE&quot;,&quot;offset&quot;:{&quot;x&quot;:0,&quot;y&quot;:0},&quot;bending&quot;:0.1,&quot;firstElementIsHead&quot;:true,&quot;customized&quot;:false},&quot;pathPattern&quot;:{&quot;type&quot;:&quot;ROW&quot;,&quot;patternId&quot;:&quot;2a99ce09-074d-454b-a78f-d4f108415b77&quot;,&quot;patternTransform&quot;:{&quot;translate&quot;:{&quot;x&quot;:-0.08886199457583854,&quot;y&quot;:-0.5},&quot;rotate&quot;:0,&quot;skewX&quot;:0,&quot;scale&quot;:{&quot;x&quot;:0.03143665566768266,&quot;y&quot;:0.03143665566768266}},&quot;xUnits&quot;:&quot;STROKE_WIDTH&quot;,&quot;yUnits&quot;:&quot;STROKE_WIDTH&quot;,&quot;bending&quot;:true,&quot;repeat&quot;:{&quot;distance&quot;:0.909984296950143,&quot;align&quot;:&quot;LEFT&quot;},&quot;isPremium&quot;:false}},&quot;69bcf1b4-6b9f-46e5-8c17-884a75b26b38&quot;:{&quot;id&quot;:&quot;69bcf1b4-6b9f-46e5-8c17-884a75b26b38&quot;,&quot;name&quot;:&quot;Lipid A (simple)&quot;,&quot;displayName&quot;:&quot;&quot;,&quot;type&quot;:&quot;FIGURE_OBJECT&quot;,&quot;relativeTransform&quot;:{&quot;translate&quot;:{&quot;x&quot;:148.2156645118397,&quot;y&quot;:140.2497059280045},&quot;rotate&quot;:0,&quot;skewX&quot;:0,&quot;scale&quot;:{&quot;x&quot;:0.7917489088283088,&quot;y&quot;:0.7917489088283085}},&quot;image&quot;:{&quot;url&quot;:&quot;https://icons.biorender.com/biorender/635c2f7592218900200fe0fa/lipid-a-simple.png&quot;,&quot;fallbackUrl&quot;:&quot;https://res.cloudinary.com/dlcjuc3ej/image/upload/v1666985842/a7srrm6mltfb8pxm2h2a.svg#/keystone/api/icons/635c2f7592218900200fe0fa/lipid-a-simple.svg#/keystone/api/icons/635c2f7592218900200fe0fa/lipid-a-simple.svg#/keystone/api/icons/635c2f7592218900200fe0fa/lipid-a-simple.svg&quot;,&quot;isPremium&quot;:false,&quot;size&quot;:{&quot;x&quot;:45,&quot;y&quot;:63.145161290322584}},&quot;source&quot;:{&quot;id&quot;:&quot;635c2f1192218900200fe0db&quot;,&quot;type&quot;:&quot;ASSETS&quot;},&quot;isPremium&quot;:false,&quot;parent&quot;:{&quot;type&quot;:&quot;CHILD&quot;,&quot;parentId&quot;:&quot;22ce974e-4752-4be5-98d3-7c9559ede494&quot;,&quot;order&quot;:&quot;25&quot;}},&quot;a8693a39-9658-4899-a53f-0bdb93ea50da&quot;:{&quot;relativeTransform&quot;:{&quot;translate&quot;:{&quot;x&quot;:-451.73644722725834,&quot;y&quot;:-86.19178072026918},&quot;rotate&quot;:0,&quot;skewX&quot;:0,&quot;scale&quot;:{&quot;x&quot;:1,&quot;y&quot;:1}},&quot;type&quot;:&quot;FIGURE_OBJECT&quot;,&quot;id&quot;:&quot;a8693a39-9658-4899-a53f-0bdb93ea50da&quot;,&quot;name&quot;:&quot;25. Phospholipid monolayer brush (straight)&quot;,&quot;displayName&quot;:&quot;Phospholipid monolayer brush (straight)&quot;,&quot;opacity&quot;:0.7,&quot;source&quot;:{&quot;id&quot;:&quot;5e75574852bb9000abea623e&quot;,&quot;type&quot;:&quot;ASSETS&quot;},&quot;path&quot;:{&quot;type&quot;:&quot;POLY_LINE&quot;,&quot;points&quot;:[{&quot;x&quot;:28.575985921787943,&quot;y&quot;:0},{&quot;x&quot;:105.4900551951644,&quot;y&quot;:0}],&quot;closed&quot;:false},&quot;pathStyles&quot;:[{&quot;type&quot;:&quot;FILL&quot;,&quot;fillStyle&quot;:&quot;rgba(0,0,0,0)&quot;},{&quot;type&quot;:&quot;STROKE&quot;,&quot;strokeStyle&quot;:&quot;rgba(0,0,0,0)&quot;,&quot;lineWidth&quot;:47.59041446485092,&quot;lineJoin&quot;:&quot;round&quot;}],&quot;pathSmoothing&quot;:{&quot;type&quot;:&quot;CATMULL_SMOOTHING&quot;,&quot;smoothing&quot;:0.2},&quot;pathPattern&quot;:{&quot;type&quot;:&quot;ROW&quot;,&quot;patternId&quot;:&quot;6503a5a6-4b6f-47ba-b4a5-584f24d17c2b&quot;,&quot;patternTransform&quot;:{&quot;translate&quot;:{&quot;x&quot;:-0.0007260766359839109,&quot;y&quot;:-0.5},&quot;rotate&quot;:0,&quot;skewX&quot;:0,&quot;scale&quot;:{&quot;x&quot;:0.0033003300330033004,&quot;y&quot;:0.0033003300330033004}},&quot;xUnits&quot;:&quot;STROKE_WIDTH&quot;,&quot;yUnits&quot;:&quot;STROKE_WIDTH&quot;,&quot;bending&quot;:true,&quot;repeat&quot;:{&quot;distance&quot;:0.35313531353135313,&quot;align&quot;:&quot;CENTER&quot;},&quot;isPremium&quot;:false},&quot;isLocked&quot;:false,&quot;parent&quot;:{&quot;type&quot;:&quot;CHILD&quot;,&quot;parentId&quot;:&quot;ec5f9726-5be2-4d5f-9906-cc9e08ff1865&quot;,&quot;order&quot;:&quot;9705&quot;},&quot;isPremium&quot;:false},&quot;b59472ab-fbdc-4a6f-a07c-ee169b9abdeb&quot;:{&quot;relativeTransform&quot;:{&quot;translate&quot;:{&quot;x&quot;:-284.55596966239256,&quot;y&quot;:-85.23736626352232},&quot;rotate&quot;:0,&quot;skewX&quot;:0,&quot;scale&quot;:{&quot;x&quot;:1,&quot;y&quot;:1}},&quot;type&quot;:&quot;FIGURE_OBJECT&quot;,&quot;id&quot;:&quot;b59472ab-fbdc-4a6f-a07c-ee169b9abdeb&quot;,&quot;name&quot;:&quot;25. Phospholipid monolayer brush (straight)&quot;,&quot;displayName&quot;:&quot;Phospholipid monolayer brush (straight)&quot;,&quot;opacity&quot;:0.7,&quot;source&quot;:{&quot;id&quot;:&quot;5e75574852bb9000abea623e&quot;,&quot;type&quot;:&quot;ASSETS&quot;},&quot;path&quot;:{&quot;type&quot;:&quot;POLY_LINE&quot;,&quot;points&quot;:[{&quot;x&quot;:-41.69230904901041,&quot;y&quot;:0},{&quot;x&quot;:41.69230904901038,&quot;y&quot;:0}],&quot;closed&quot;:false},&quot;pathStyles&quot;:[{&quot;type&quot;:&quot;FILL&quot;,&quot;fillStyle&quot;:&quot;rgba(0,0,0,0)&quot;},{&quot;type&quot;:&quot;STROKE&quot;,&quot;strokeStyle&quot;:&quot;rgba(0,0,0,0)&quot;,&quot;lineWidth&quot;:47.59041446485092,&quot;lineJoin&quot;:&quot;round&quot;}],&quot;pathSmoothing&quot;:{&quot;type&quot;:&quot;CATMULL_SMOOTHING&quot;,&quot;smoothing&quot;:0.2},&quot;pathPattern&quot;:{&quot;type&quot;:&quot;ROW&quot;,&quot;patternId&quot;:&quot;e662bd71-1c78-4360-8d93-aa57ecebae5f&quot;,&quot;patternTransform&quot;:{&quot;translate&quot;:{&quot;x&quot;:-0.0007260766359839109,&quot;y&quot;:-0.5},&quot;rotate&quot;:0,&quot;skewX&quot;:0,&quot;scale&quot;:{&quot;x&quot;:0.0033003300330033004,&quot;y&quot;:0.0033003300330033004}},&quot;xUnits&quot;:&quot;STROKE_WIDTH&quot;,&quot;yUnits&quot;:&quot;STROKE_WIDTH&quot;,&quot;bending&quot;:true,&quot;repeat&quot;:{&quot;distance&quot;:0.35313531353135313,&quot;align&quot;:&quot;CENTER&quot;},&quot;isPremium&quot;:false},&quot;isLocked&quot;:false,&quot;parent&quot;:{&quot;type&quot;:&quot;CHILD&quot;,&quot;parentId&quot;:&quot;ec5f9726-5be2-4d5f-9906-cc9e08ff1865&quot;,&quot;order&quot;:&quot;971&quot;},&quot;isPremium&quot;:false},&quot;c48f9170-e1f1-4e3a-9029-7b6f4be23263&quot;:{&quot;relativeTransform&quot;:{&quot;translate&quot;:{&quot;x&quot;:-241.2185054144017,&quot;y&quot;:69.69064070674409},&quot;rotate&quot;:0,&quot;skewX&quot;:0,&quot;scale&quot;:{&quot;x&quot;:1,&quot;y&quot;:1}},&quot;type&quot;:&quot;FIGURE_OBJECT&quot;,&quot;id&quot;:&quot;c48f9170-e1f1-4e3a-9029-7b6f4be23263&quot;,&quot;parent&quot;:{&quot;type&quot;:&quot;CHILD&quot;,&quot;parentId&quot;:&quot;ec5f9726-5be2-4d5f-9906-cc9e08ff1865&quot;,&quot;order&quot;:&quot;9999999997&quot;},&quot;name&quot;:&quot;Lipopolysaccharide (straight)&quot;,&quot;displayName&quot;:&quot;Lipopolysaccharide (straight)&quot;,&quot;source&quot;:{&quot;id&quot;:&quot;635c355f62307b37405737e2&quot;,&quot;type&quot;:&quot;ASSETS&quot;},&quot;isPremium&quot;:true},&quot;9bdf0277-3982-4581-bdae-98fba4ddad53&quot;:{&quot;type&quot;:&quot;FIGURE_OBJECT&quot;,&quot;id&quot;:&quot;9bdf0277-3982-4581-bdae-98fba4ddad53&quot;,&quot;relativeTransform&quot;:{&quot;translate&quot;:{&quot;x&quot;:137.00676675614795,&quot;y&quot;:89.55214638103425},&quot;rotate&quot;:0},&quot;opacity&quot;:1,&quot;path&quot;:{&quot;type&quot;:&quot;POLY_LINE&quot;,&quot;points&quot;:[{&quot;x&quot;:0,&quot;y&quot;:27.964834943447787},{&quot;x&quot;:0,&quot;y&quot;:-27.964834943447787}],&quot;closed&quot;:false},&quot;pathStyles&quot;:[{&quot;type&quot;:&quot;FILL&quot;,&quot;fillStyle&quot;:&quot;rgba(0,0,0,0)&quot;},{&quot;type&quot;:&quot;STROKE&quot;,&quot;strokeStyle&quot;:&quot;#232323&quot;,&quot;lineWidth&quot;:11.903598226047722,&quot;lineJoin&quot;:&quot;round&quot;}],&quot;isLocked&quot;:false,&quot;parent&quot;:{&quot;type&quot;:&quot;CHILD&quot;,&quot;parentId&quot;:&quot;c48f9170-e1f1-4e3a-9029-7b6f4be23263&quot;,&quot;order&quot;:&quot;2&quot;},&quot;connectorInfo&quot;:{&quot;connectedObjects&quot;:[],&quot;type&quot;:&quot;LINE&quot;,&quot;offset&quot;:{&quot;x&quot;:0,&quot;y&quot;:0},&quot;bending&quot;:0.1,&quot;firstElementIsHead&quot;:true,&quot;customized&quot;:false},&quot;pathPattern&quot;:{&quot;type&quot;:&quot;ROW&quot;,&quot;patternId&quot;:&quot;ac16129d-9ba9-489b-bc26-18d7bf595077&quot;,&quot;patternTransform&quot;:{&quot;translate&quot;:{&quot;x&quot;:-0.08886199457583854,&quot;y&quot;:-0.5},&quot;rotate&quot;:1.2246467991473532e-16,&quot;skewX&quot;:0,&quot;scale&quot;:{&quot;x&quot;:0.03143665566768266,&quot;y&quot;:0.03143665566768266}},&quot;xUnits&quot;:&quot;STROKE_WIDTH&quot;,&quot;yUnits&quot;:&quot;STROKE_WIDTH&quot;,&quot;bending&quot;:true,&quot;repeat&quot;:{&quot;distance&quot;:0.909984296950143,&quot;align&quot;:&quot;LEFT&quot;},&quot;isPremium&quot;:false}},&quot;db2821d8-821d-4bb2-854c-200a7423b31c&quot;:{&quot;type&quot;:&quot;FIGURE_OBJECT&quot;,&quot;id&quot;:&quot;db2821d8-821d-4bb2-854c-200a7423b31c&quot;,&quot;relativeTransform&quot;:{&quot;translate&quot;:{&quot;x&quot;:153.7741850779542,&quot;y&quot;:81.67222217350542},&quot;rotate&quot;:1.0944463373381037,&quot;skewX&quot;:0,&quot;scale&quot;:{&quot;x&quot;:1,&quot;y&quot;:1}},&quot;opacity&quot;:1,&quot;path&quot;:{&quot;type&quot;:&quot;POLY_LINE&quot;,&quot;points&quot;:[{&quot;x&quot;:2.3367789004395808e-15,&quot;y&quot;:13.414527591562445},{&quot;x&quot;:-2.3367789004395808e-15,&quot;y&quot;:-13.414527591562445}],&quot;closed&quot;:false},&quot;pathStyles&quot;:[{&quot;type&quot;:&quot;FILL&quot;,&quot;fillStyle&quot;:&quot;rgba(0,0,0,0)&quot;},{&quot;type&quot;:&quot;STROKE&quot;,&quot;strokeStyle&quot;:&quot;#232323&quot;,&quot;lineWidth&quot;:11.903598226047722,&quot;lineJoin&quot;:&quot;round&quot;}],&quot;isLocked&quot;:false,&quot;parent&quot;:{&quot;type&quot;:&quot;CHILD&quot;,&quot;parentId&quot;:&quot;c48f9170-e1f1-4e3a-9029-7b6f4be23263&quot;,&quot;order&quot;:&quot;5&quot;},&quot;connectorInfo&quot;:{&quot;connectedObjects&quot;:[],&quot;type&quot;:&quot;LINE&quot;,&quot;offset&quot;:{&quot;x&quot;:0,&quot;y&quot;:0},&quot;bending&quot;:0.1,&quot;firstElementIsHead&quot;:true,&quot;customized&quot;:false},&quot;pathPattern&quot;:{&quot;type&quot;:&quot;ROW&quot;,&quot;patternId&quot;:&quot;1f0e36c8-f722-4632-8da2-7ef3b466317b&quot;,&quot;patternTransform&quot;:{&quot;translate&quot;:{&quot;x&quot;:-0.08886199457583854,&quot;y&quot;:-0.5},&quot;rotate&quot;:1.2246467991473532e-16,&quot;skewX&quot;:0,&quot;scale&quot;:{&quot;x&quot;:0.03143665566768266,&quot;y&quot;:0.03143665566768266}},&quot;xUnits&quot;:&quot;STROKE_WIDTH&quot;,&quot;yUnits&quot;:&quot;STROKE_WIDTH&quot;,&quot;bending&quot;:true,&quot;repeat&quot;:{&quot;distance&quot;:0.909984296950143,&quot;align&quot;:&quot;LEFT&quot;},&quot;isPremium&quot;:false}},&quot;5cfdc8b6-1107-4298-883f-1b649e711c86&quot;:{&quot;id&quot;:&quot;5cfdc8b6-1107-4298-883f-1b649e711c86&quot;,&quot;name&quot;:&quot;Lipid A (simple)&quot;,&quot;displayName&quot;:&quot;&quot;,&quot;type&quot;:&quot;FIGURE_OBJECT&quot;,&quot;relativeTransform&quot;:{&quot;translate&quot;:{&quot;x&quot;:148.2156645118397,&quot;y&quot;:140.2497059280045},&quot;rotate&quot;:2.4492935982947064e-16,&quot;skewX&quot;:0,&quot;scale&quot;:{&quot;x&quot;:0.7917489088283088,&quot;y&quot;:0.7917489088283085}},&quot;image&quot;:{&quot;url&quot;:&quot;https://icons.biorender.com/biorender/635c2f7592218900200fe0fa/lipid-a-simple.png&quot;,&quot;fallbackUrl&quot;:&quot;https://res.cloudinary.com/dlcjuc3ej/image/upload/v1666985842/a7srrm6mltfb8pxm2h2a.svg#/keystone/api/icons/635c2f7592218900200fe0fa/lipid-a-simple.svg#/keystone/api/icons/635c2f7592218900200fe0fa/lipid-a-simple.svg#/keystone/api/icons/635c2f7592218900200fe0fa/lipid-a-simple.svg&quot;,&quot;isPremium&quot;:false,&quot;size&quot;:{&quot;x&quot;:45,&quot;y&quot;:63.145161290322584}},&quot;source&quot;:{&quot;id&quot;:&quot;635c2f1192218900200fe0db&quot;,&quot;type&quot;:&quot;ASSETS&quot;},&quot;isPremium&quot;:false,&quot;parent&quot;:{&quot;type&quot;:&quot;CHILD&quot;,&quot;parentId&quot;:&quot;c48f9170-e1f1-4e3a-9029-7b6f4be23263&quot;,&quot;order&quot;:&quot;25&quot;}},&quot;10c152fd-45c5-472b-aed3-ade5dc092334&quot;:{&quot;relativeTransform&quot;:{&quot;translate&quot;:{&quot;x&quot;:-159.38449856004095,&quot;y&quot;:66.5592371056961},&quot;rotate&quot;:-0.13502744491875354,&quot;skewX&quot;:-3.330669073875486e-16,&quot;scale&quot;:{&quot;x&quot;:0.9999999999999976,&quot;y&quot;:1.0000000000000038}},&quot;type&quot;:&quot;FIGURE_OBJECT&quot;,&quot;id&quot;:&quot;10c152fd-45c5-472b-aed3-ade5dc092334&quot;,&quot;parent&quot;:{&quot;type&quot;:&quot;CHILD&quot;,&quot;parentId&quot;:&quot;ec5f9726-5be2-4d5f-9906-cc9e08ff1865&quot;,&quot;order&quot;:&quot;99999999995&quot;},&quot;name&quot;:&quot;Lipopolysaccharide (straight)&quot;,&quot;displayName&quot;:&quot;Lipopolysaccharide (straight)&quot;,&quot;source&quot;:{&quot;id&quot;:&quot;635c355f62307b37405737e2&quot;,&quot;type&quot;:&quot;ASSETS&quot;},&quot;isPremium&quot;:true},&quot;657190fd-ceaa-4c78-9853-bafcd0e7c383&quot;:{&quot;type&quot;:&quot;FIGURE_OBJECT&quot;,&quot;id&quot;:&quot;657190fd-ceaa-4c78-9853-bafcd0e7c383&quot;,&quot;relativeTransform&quot;:{&quot;translate&quot;:{&quot;x&quot;:137.00676675614795,&quot;y&quot;:89.55214638103425},&quot;rotate&quot;:0},&quot;opacity&quot;:1,&quot;path&quot;:{&quot;type&quot;:&quot;POLY_LINE&quot;,&quot;points&quot;:[{&quot;x&quot;:0,&quot;y&quot;:27.964834943447787},{&quot;x&quot;:0,&quot;y&quot;:-27.964834943447787}],&quot;closed&quot;:false},&quot;pathStyles&quot;:[{&quot;type&quot;:&quot;FILL&quot;,&quot;fillStyle&quot;:&quot;rgba(0,0,0,0)&quot;},{&quot;type&quot;:&quot;STROKE&quot;,&quot;strokeStyle&quot;:&quot;#232323&quot;,&quot;lineWidth&quot;:11.903598226047722,&quot;lineJoin&quot;:&quot;round&quot;}],&quot;isLocked&quot;:false,&quot;parent&quot;:{&quot;type&quot;:&quot;CHILD&quot;,&quot;parentId&quot;:&quot;10c152fd-45c5-472b-aed3-ade5dc092334&quot;,&quot;order&quot;:&quot;2&quot;},&quot;connectorInfo&quot;:{&quot;connectedObjects&quot;:[],&quot;type&quot;:&quot;LINE&quot;,&quot;offset&quot;:{&quot;x&quot;:0,&quot;y&quot;:0},&quot;bending&quot;:0.1,&quot;firstElementIsHead&quot;:true,&quot;customized&quot;:false},&quot;pathPattern&quot;:{&quot;type&quot;:&quot;ROW&quot;,&quot;patternId&quot;:&quot;26577c69-1009-4203-beb2-740bd9fc3d60&quot;,&quot;patternTransform&quot;:{&quot;translate&quot;:{&quot;x&quot;:-0.08886199457583854,&quot;y&quot;:-0.5},&quot;rotate&quot;:1.2246467991473532e-16,&quot;skewX&quot;:0,&quot;scale&quot;:{&quot;x&quot;:0.03143665566768266,&quot;y&quot;:0.03143665566768266}},&quot;xUnits&quot;:&quot;STROKE_WIDTH&quot;,&quot;yUnits&quot;:&quot;STROKE_WIDTH&quot;,&quot;bending&quot;:true,&quot;repeat&quot;:{&quot;distance&quot;:0.909984296950143,&quot;align&quot;:&quot;LEFT&quot;},&quot;isPremium&quot;:false}},&quot;ac721662-9545-4aee-bdbd-f5c92a178b04&quot;:{&quot;type&quot;:&quot;FIGURE_OBJECT&quot;,&quot;id&quot;:&quot;ac721662-9545-4aee-bdbd-f5c92a178b04&quot;,&quot;relativeTransform&quot;:{&quot;translate&quot;:{&quot;x&quot;:153.7741850779542,&quot;y&quot;:81.67222217350542},&quot;rotate&quot;:1.0944463373381037,&quot;skewX&quot;:0,&quot;scale&quot;:{&quot;x&quot;:1,&quot;y&quot;:1}},&quot;opacity&quot;:1,&quot;path&quot;:{&quot;type&quot;:&quot;POLY_LINE&quot;,&quot;points&quot;:[{&quot;x&quot;:2.3367789004395808e-15,&quot;y&quot;:13.414527591562445},{&quot;x&quot;:-2.3367789004395808e-15,&quot;y&quot;:-13.414527591562445}],&quot;closed&quot;:false},&quot;pathStyles&quot;:[{&quot;type&quot;:&quot;FILL&quot;,&quot;fillStyle&quot;:&quot;rgba(0,0,0,0)&quot;},{&quot;type&quot;:&quot;STROKE&quot;,&quot;strokeStyle&quot;:&quot;#232323&quot;,&quot;lineWidth&quot;:11.903598226047722,&quot;lineJoin&quot;:&quot;round&quot;}],&quot;isLocked&quot;:false,&quot;parent&quot;:{&quot;type&quot;:&quot;CHILD&quot;,&quot;parentId&quot;:&quot;10c152fd-45c5-472b-aed3-ade5dc092334&quot;,&quot;order&quot;:&quot;5&quot;},&quot;connectorInfo&quot;:{&quot;connectedObjects&quot;:[],&quot;type&quot;:&quot;LINE&quot;,&quot;offset&quot;:{&quot;x&quot;:0,&quot;y&quot;:0},&quot;bending&quot;:0.1,&quot;firstElementIsHead&quot;:true,&quot;customized&quot;:false},&quot;pathPattern&quot;:{&quot;type&quot;:&quot;ROW&quot;,&quot;patternId&quot;:&quot;297ca6e7-23a8-4f6a-8398-e92539cdf302&quot;,&quot;patternTransform&quot;:{&quot;translate&quot;:{&quot;x&quot;:-0.08886199457583854,&quot;y&quot;:-0.5},&quot;rotate&quot;:1.2246467991473532e-16,&quot;skewX&quot;:0,&quot;scale&quot;:{&quot;x&quot;:0.03143665566768266,&quot;y&quot;:0.03143665566768266}},&quot;xUnits&quot;:&quot;STROKE_WIDTH&quot;,&quot;yUnits&quot;:&quot;STROKE_WIDTH&quot;,&quot;bending&quot;:true,&quot;repeat&quot;:{&quot;distance&quot;:0.909984296950143,&quot;align&quot;:&quot;LEFT&quot;},&quot;isPremium&quot;:false}},&quot;12908832-b6af-46f8-9ce6-94e13207d914&quot;:{&quot;id&quot;:&quot;12908832-b6af-46f8-9ce6-94e13207d914&quot;,&quot;name&quot;:&quot;Lipid A (simple)&quot;,&quot;displayName&quot;:&quot;&quot;,&quot;type&quot;:&quot;FIGURE_OBJECT&quot;,&quot;relativeTransform&quot;:{&quot;translate&quot;:{&quot;x&quot;:148.2156645118397,&quot;y&quot;:140.2497059280045},&quot;rotate&quot;:2.4492935982947064e-16,&quot;skewX&quot;:0,&quot;scale&quot;:{&quot;x&quot;:0.7917489088283088,&quot;y&quot;:0.7917489088283085}},&quot;image&quot;:{&quot;url&quot;:&quot;https://icons.biorender.com/biorender/635c2f7592218900200fe0fa/lipid-a-simple.png&quot;,&quot;fallbackUrl&quot;:&quot;https://res.cloudinary.com/dlcjuc3ej/image/upload/v1666985842/a7srrm6mltfb8pxm2h2a.svg#/keystone/api/icons/635c2f7592218900200fe0fa/lipid-a-simple.svg#/keystone/api/icons/635c2f7592218900200fe0fa/lipid-a-simple.svg#/keystone/api/icons/635c2f7592218900200fe0fa/lipid-a-simple.svg&quot;,&quot;isPremium&quot;:false,&quot;size&quot;:{&quot;x&quot;:45,&quot;y&quot;:63.145161290322584}},&quot;source&quot;:{&quot;id&quot;:&quot;635c2f1192218900200fe0db&quot;,&quot;type&quot;:&quot;ASSETS&quot;},&quot;isPremium&quot;:false,&quot;parent&quot;:{&quot;type&quot;:&quot;CHILD&quot;,&quot;parentId&quot;:&quot;10c152fd-45c5-472b-aed3-ade5dc092334&quot;,&quot;order&quot;:&quot;25&quot;}},&quot;65fc3294-1388-45cc-87c9-1b91ced42bdc&quot;:{&quot;relativeTransform&quot;:{&quot;translate&quot;:{&quot;x&quot;:98.99709335215562,&quot;y&quot;:209.39951442478238},&quot;rotate&quot;:0},&quot;type&quot;:&quot;FIGURE_OBJECT&quot;,&quot;id&quot;:&quot;65fc3294-1388-45cc-87c9-1b91ced42bdc&quot;,&quot;name&quot;:&quot;25. Phospholipid monolayer brush (straight)&quot;,&quot;displayName&quot;:&quot;Phospholipid monolayer brush (straight)&quot;,&quot;opacity&quot;:0.7,&quot;source&quot;:{&quot;id&quot;:&quot;5e75574852bb9000abea623e&quot;,&quot;type&quot;:&quot;ASSETS&quot;},&quot;path&quot;:{&quot;type&quot;:&quot;POLY_LINE&quot;,&quot;points&quot;:[{&quot;x&quot;:-75.68283924899956,&quot;y&quot;:0},{&quot;x&quot;:75.68283924899951,&quot;y&quot;:0}],&quot;closed&quot;:false},&quot;pathStyles&quot;:[{&quot;type&quot;:&quot;FILL&quot;,&quot;fillStyle&quot;:&quot;rgba(0,0,0,0)&quot;},{&quot;type&quot;:&quot;STROKE&quot;,&quot;strokeStyle&quot;:&quot;rgba(0,0,0,0)&quot;,&quot;lineWidth&quot;:47.59041446485092,&quot;lineJoin&quot;:&quot;round&quot;}],&quot;pathSmoothing&quot;:{&quot;type&quot;:&quot;CATMULL_SMOOTHING&quot;,&quot;smoothing&quot;:0.2},&quot;pathPattern&quot;:{&quot;type&quot;:&quot;ROW&quot;,&quot;patternId&quot;:&quot;8cd726fe-6cb5-4ca8-93cb-914bff5ea68c&quot;,&quot;patternTransform&quot;:{&quot;translate&quot;:{&quot;x&quot;:-0.0007260766359839109,&quot;y&quot;:-0.5},&quot;rotate&quot;:0,&quot;skewX&quot;:0,&quot;scale&quot;:{&quot;x&quot;:0.0033003300330033004,&quot;y&quot;:0.0033003300330033004}},&quot;xUnits&quot;:&quot;STROKE_WIDTH&quot;,&quot;yUnits&quot;:&quot;STROKE_WIDTH&quot;,&quot;bending&quot;:true,&quot;repeat&quot;:{&quot;distance&quot;:0.35313531353135313,&quot;align&quot;:&quot;CENTER&quot;},&quot;isPremium&quot;:false},&quot;isLocked&quot;:false,&quot;parent&quot;:{&quot;type&quot;:&quot;CHILD&quot;,&quot;parentId&quot;:&quot;ec5f9726-5be2-4d5f-9906-cc9e08ff1865&quot;,&quot;order&quot;:&quot;9999999999&quot;},&quot;isPremium&quot;:false},&quot;b3f62f38-9a12-47d3-8eec-0ad55ea6d988&quot;:{&quot;type&quot;:&quot;FIGURE_OBJECT&quot;,&quot;id&quot;:&quot;b3f62f38-9a12-47d3-8eec-0ad55ea6d988&quot;,&quot;parent&quot;:{&quot;type&quot;:&quot;CHILD&quot;,&quot;parentId&quot;:&quot;ec5f9726-5be2-4d5f-9906-cc9e08ff1865&quot;,&quot;order&quot;:&quot;99999999999&quot;},&quot;relativeTransform&quot;:{&quot;translate&quot;:{&quot;x&quot;:-350.26205225499285,&quot;y&quot;:-197.12581777343314},&quot;rotate&quot;:0,&quot;skewX&quot;:0,&quot;scale&quot;:{&quot;x&quot;:1,&quot;y&quot;:1}}},&quot;41f29c66-aac2-424f-a60b-9b40590975d9&quot;:{&quot;id&quot;:&quot;41f29c66-aac2-424f-a60b-9b40590975d9&quot;,&quot;name&quot;:&quot;Sphere&quot;,&quot;displayName&quot;:&quot;&quot;,&quot;type&quot;:&quot;FIGURE_OBJECT&quot;,&quot;relativeTransform&quot;:{&quot;translate&quot;:{&quot;x&quot;:-98.85989277780374,&quot;y&quot;:-126.53396493860443},&quot;rotate&quot;:0,&quot;skewX&quot;:0,&quot;scale&quot;:{&quot;x&quot;:0.3984490257442165,&quot;y&quot;:0.3984490257442165}},&quot;image&quot;:{&quot;url&quot;:&quot;https://icons.biorender.com/biorender/5f4529c2929bce0028c9f877/sphere.png&quot;,&quot;fallbackUrl&quot;:&quot;https://res.cloudinary.com/dlcjuc3ej/image/upload/v1598368171/ew6k84mtkvzvpdegkgon.svg#/keystone/api/icons/5f4529c2929bce0028c9f877/sphere.svg#/keystone/api/icons/5f4529c2929bce0028c9f877/sphere.svg&quot;,&quot;isPremium&quot;:false,&quot;size&quot;:{&quot;x&quot;:50,&quot;y&quot;:50}},&quot;source&quot;:{&quot;id&quot;:&quot;5b8847989629ce1400901caa&quot;,&quot;type&quot;:&quot;ASSETS&quot;},&quot;isPremium&quot;:false,&quot;parent&quot;:{&quot;type&quot;:&quot;CHILD&quot;,&quot;parentId&quot;:&quot;b3f62f38-9a12-47d3-8eec-0ad55ea6d988&quot;,&quot;order&quot;:&quot;5&quot;}},&quot;d70a6c03-b0e1-4242-8c5a-bd81fc90dcbc&quot;:{&quot;type&quot;:&quot;FIGURE_OBJECT&quot;,&quot;id&quot;:&quot;d70a6c03-b0e1-4242-8c5a-bd81fc90dcbc&quot;,&quot;relativeTransform&quot;:{&quot;translate&quot;:{&quot;x&quot;:-98.8598513251132,&quot;y&quot;:-132.7093675387338},&quot;rotate&quot;:1.5707963267948966},&quot;opacity&quot;:1,&quot;path&quot;:{&quot;type&quot;:&quot;POLY_LINE&quot;,&quot;points&quot;:[{&quot;x&quot;:12.747998857824594,&quot;y&quot;:0},{&quot;x&quot;:38.007879046069675,&quot;y&quot;:0}],&quot;closed&quot;:false},&quot;pathStyles&quot;:[{&quot;type&quot;:&quot;FILL&quot;,&quot;fillStyle&quot;:&quot;rgba(0,0,0,0)&quot;},{&quot;type&quot;:&quot;STROKE&quot;,&quot;strokeStyle&quot;:&quot;rgba(148,34,31,1)&quot;,&quot;lineWidth&quot;:3.040630323685574,&quot;lineJoin&quot;:&quot;round&quot;}],&quot;isLocked&quot;:false,&quot;parent&quot;:{&quot;type&quot;:&quot;CHILD&quot;,&quot;parentId&quot;:&quot;b3f62f38-9a12-47d3-8eec-0ad55ea6d988&quot;,&quot;order&quot;:&quot;2&quot;},&quot;connectorInfo&quot;:{&quot;connectedObjects&quot;:[],&quot;type&quot;:&quot;LINE&quot;,&quot;offset&quot;:{&quot;x&quot;:0,&quot;y&quot;:0},&quot;bending&quot;:0.1,&quot;firstElementIsHead&quot;:true,&quot;customized&quot;:false},&quot;pathMarkers&quot;:{&quot;markerEnd&quot;:{&quot;type&quot;:&quot;PATH&quot;,&quot;units&quot;:{&quot;type&quot;:&quot;STROKE_WIDTH&quot;,&quot;scale&quot;:1},&quot;orient&quot;:{&quot;type&quot;:&quot;AUTO_START_REVERSE&quot;},&quot;name&quot;:&quot;rounded-end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-0.5,&quot;y&quot;:0,&quot;isEndPoint&quot;:true},{&quot;x&quot;:-0.49999999999999994,&quot;y&quot;:0.2761423749153967,&quot;isEndPoint&quot;:false},{&quot;x&quot;:-0.2761423749153966,&quot;y&quot;:0.5,&quot;isEndPoint&quot;:false},{&quot;x&quot;:3.061616997868383e-17,&quot;y&quot;:0.5,&quot;isEndPoint&quot;:true},{&quot;x&quot;:0.2761423749153967,&quot;y&quot;:0.5,&quot;isEndPoint&quot;:false},{&quot;x&quot;:0.5,&quot;y&quot;:0.27614237491539667,&quot;isEndPoint&quot;:false},{&quot;x&quot;:0.5,&quot;y&quot;:0,&quot;isEndPoint&quot;:true},{&quot;x&quot;:0.5,&quot;y&quot;:-0.27614237491539667,&quot;isEndPoint&quot;:false},{&quot;x&quot;:0.2761423749153967,&quot;y&quot;:-0.5,&quot;isEndPoint&quot;:false},{&quot;x&quot;:3.061616997868383e-17,&quot;y&quot;:-0.5,&quot;isEndPoint&quot;:true},{&quot;x&quot;:-0.2761423749153966,&quot;y&quot;:-0.5,&quot;isEndPoint&quot;:false},{&quot;x&quot;:-0.49999999999999994,&quot;y&quot;:-0.2761423749153967,&quot;isEndPoint&quot;:false},{&quot;x&quot;:-0.5,&quot;y&quot;:-6.123233995736766e-17,&quot;isEndPoint&quot;:true}],&quot;closed&quot;:false}},&quot;pathStyles&quot;:[{&quot;type&quot;:&quot;FILL&quot;,&quot;fillStyle&quot;:&quot;context-stroke-flat&quot;}]}}},&quot;2ee35e8a-dce9-4b2e-aeff-5f29cd6a9ff4&quot;:{&quot;type&quot;:&quot;FIGURE_OBJECT&quot;,&quot;id&quot;:&quot;2ee35e8a-dce9-4b2e-aeff-5f29cd6a9ff4&quot;,&quot;parent&quot;:{&quot;type&quot;:&quot;CHILD&quot;,&quot;parentId&quot;:&quot;ec5f9726-5be2-4d5f-9906-cc9e08ff1865&quot;,&quot;order&quot;:&quot;999999999997&quot;},&quot;relativeTransform&quot;:{&quot;translate&quot;:{&quot;x&quot;:-328.6061133605357,&quot;y&quot;:-249.32610774133718},&quot;rotate&quot;:-0.4907237324141413,&quot;skewX&quot;:0,&quot;scale&quot;:{&quot;x&quot;:1,&quot;y&quot;:1}}},&quot;2af3b98f-bcc3-4094-829b-7c4391e1de3f&quot;:{&quot;id&quot;:&quot;2af3b98f-bcc3-4094-829b-7c4391e1de3f&quot;,&quot;name&quot;:&quot;Sphere&quot;,&quot;displayName&quot;:&quot;&quot;,&quot;type&quot;:&quot;FIGURE_OBJECT&quot;,&quot;relativeTransform&quot;:{&quot;translate&quot;:{&quot;x&quot;:-98.85989277780374,&quot;y&quot;:-126.53396493860443},&quot;rotate&quot;:0,&quot;skewX&quot;:0,&quot;scale&quot;:{&quot;x&quot;:0.3984490257442165,&quot;y&quot;:0.3984490257442165}},&quot;image&quot;:{&quot;url&quot;:&quot;https://icons.biorender.com/biorender/5f4529c2929bce0028c9f877/sphere.png&quot;,&quot;fallbackUrl&quot;:&quot;https://res.cloudinary.com/dlcjuc3ej/image/upload/v1598368171/ew6k84mtkvzvpdegkgon.svg#/keystone/api/icons/5f4529c2929bce0028c9f877/sphere.svg#/keystone/api/icons/5f4529c2929bce0028c9f877/sphere.svg&quot;,&quot;isPremium&quot;:false,&quot;size&quot;:{&quot;x&quot;:50,&quot;y&quot;:50}},&quot;source&quot;:{&quot;id&quot;:&quot;5b8847989629ce1400901caa&quot;,&quot;type&quot;:&quot;ASSETS&quot;},&quot;isPremium&quot;:false,&quot;parent&quot;:{&quot;type&quot;:&quot;CHILD&quot;,&quot;parentId&quot;:&quot;2ee35e8a-dce9-4b2e-aeff-5f29cd6a9ff4&quot;,&quot;order&quot;:&quot;5&quot;}},&quot;73f38874-ebc2-4b4b-b011-a38e125c8fa0&quot;:{&quot;type&quot;:&quot;FIGURE_OBJECT&quot;,&quot;id&quot;:&quot;73f38874-ebc2-4b4b-b011-a38e125c8fa0&quot;,&quot;relativeTransform&quot;:{&quot;translate&quot;:{&quot;x&quot;:-98.8598513251132,&quot;y&quot;:-132.7093675387338},&quot;rotate&quot;:1.5707963267948966},&quot;opacity&quot;:1,&quot;path&quot;:{&quot;type&quot;:&quot;POLY_LINE&quot;,&quot;points&quot;:[{&quot;x&quot;:12.747998857824594,&quot;y&quot;:0},{&quot;x&quot;:38.007879046069675,&quot;y&quot;:0}],&quot;closed&quot;:false},&quot;pathStyles&quot;:[{&quot;type&quot;:&quot;FILL&quot;,&quot;fillStyle&quot;:&quot;rgba(0,0,0,0)&quot;},{&quot;type&quot;:&quot;STROKE&quot;,&quot;strokeStyle&quot;:&quot;rgba(148,34,31,1)&quot;,&quot;lineWidth&quot;:3.040630323685574,&quot;lineJoin&quot;:&quot;round&quot;}],&quot;isLocked&quot;:false,&quot;parent&quot;:{&quot;type&quot;:&quot;CHILD&quot;,&quot;parentId&quot;:&quot;2ee35e8a-dce9-4b2e-aeff-5f29cd6a9ff4&quot;,&quot;order&quot;:&quot;2&quot;},&quot;connectorInfo&quot;:{&quot;connectedObjects&quot;:[],&quot;type&quot;:&quot;LINE&quot;,&quot;offset&quot;:{&quot;x&quot;:0,&quot;y&quot;:0},&quot;bending&quot;:0.1,&quot;firstElementIsHead&quot;:true,&quot;customized&quot;:false},&quot;pathMarkers&quot;:{&quot;markerEnd&quot;:{&quot;type&quot;:&quot;PATH&quot;,&quot;units&quot;:{&quot;type&quot;:&quot;STROKE_WIDTH&quot;,&quot;scale&quot;:1},&quot;orient&quot;:{&quot;type&quot;:&quot;AUTO_START_REVERSE&quot;},&quot;name&quot;:&quot;rounded-end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-0.5,&quot;y&quot;:0,&quot;isEndPoint&quot;:true},{&quot;x&quot;:-0.49999999999999994,&quot;y&quot;:0.2761423749153967,&quot;isEndPoint&quot;:false},{&quot;x&quot;:-0.2761423749153966,&quot;y&quot;:0.5,&quot;isEndPoint&quot;:false},{&quot;x&quot;:3.061616997868383e-17,&quot;y&quot;:0.5,&quot;isEndPoint&quot;:true},{&quot;x&quot;:0.2761423749153967,&quot;y&quot;:0.5,&quot;isEndPoint&quot;:false},{&quot;x&quot;:0.5,&quot;y&quot;:0.27614237491539667,&quot;isEndPoint&quot;:false},{&quot;x&quot;:0.5,&quot;y&quot;:0,&quot;isEndPoint&quot;:true},{&quot;x&quot;:0.5,&quot;y&quot;:-0.27614237491539667,&quot;isEndPoint&quot;:false},{&quot;x&quot;:0.2761423749153967,&quot;y&quot;:-0.5,&quot;isEndPoint&quot;:false},{&quot;x&quot;:3.061616997868383e-17,&quot;y&quot;:-0.5,&quot;isEndPoint&quot;:true},{&quot;x&quot;:-0.2761423749153966,&quot;y&quot;:-0.5,&quot;isEndPoint&quot;:false},{&quot;x&quot;:-0.49999999999999994,&quot;y&quot;:-0.2761423749153967,&quot;isEndPoint&quot;:false},{&quot;x&quot;:-0.5,&quot;y&quot;:-6.123233995736766e-17,&quot;isEndPoint&quot;:true}],&quot;closed&quot;:false}},&quot;pathStyles&quot;:[{&quot;type&quot;:&quot;FILL&quot;,&quot;fillStyle&quot;:&quot;context-stroke-flat&quot;}]}}},&quot;f3992a48-35e5-4395-9b57-20093d370b52&quot;:{&quot;type&quot;:&quot;FIGURE_OBJECT&quot;,&quot;id&quot;:&quot;f3992a48-35e5-4395-9b57-20093d370b52&quot;,&quot;parent&quot;:{&quot;type&quot;:&quot;CHILD&quot;,&quot;parentId&quot;:&quot;ec5f9726-5be2-4d5f-9906-cc9e08ff1865&quot;,&quot;order&quot;:&quot;999999999998&quot;},&quot;relativeTransform&quot;:{&quot;translate&quot;:{&quot;x&quot;:-569.6377767050578,&quot;y&quot;:-249.32610774133718},&quot;rotate&quot;:0.4907237324141413,&quot;skewX&quot;:0,&quot;scale&quot;:{&quot;x&quot;:1,&quot;y&quot;:1}}},&quot;63a64f0c-4e6a-4d4b-a7a1-4d40bdadc852&quot;:{&quot;id&quot;:&quot;63a64f0c-4e6a-4d4b-a7a1-4d40bdadc852&quot;,&quot;name&quot;:&quot;Sphere&quot;,&quot;displayName&quot;:&quot;&quot;,&quot;type&quot;:&quot;FIGURE_OBJECT&quot;,&quot;relativeTransform&quot;:{&quot;translate&quot;:{&quot;x&quot;:98.85989277780374,&quot;y&quot;:-126.53396493860443},&quot;rotate&quot;:6.283185307179586,&quot;skewX&quot;:0,&quot;scale&quot;:{&quot;x&quot;:-0.3984490257442165,&quot;y&quot;:0.3984490257442165}},&quot;image&quot;:{&quot;url&quot;:&quot;https://icons.biorender.com/biorender/5f4529c2929bce0028c9f877/sphere.png&quot;,&quot;fallbackUrl&quot;:&quot;https://res.cloudinary.com/dlcjuc3ej/image/upload/v1598368171/ew6k84mtkvzvpdegkgon.svg#/keystone/api/icons/5f4529c2929bce0028c9f877/sphere.svg#/keystone/api/icons/5f4529c2929bce0028c9f877/sphere.svg&quot;,&quot;isPremium&quot;:false,&quot;size&quot;:{&quot;x&quot;:50,&quot;y&quot;:50}},&quot;source&quot;:{&quot;id&quot;:&quot;5b8847989629ce1400901caa&quot;,&quot;type&quot;:&quot;ASSETS&quot;},&quot;isPremium&quot;:false,&quot;parent&quot;:{&quot;type&quot;:&quot;CHILD&quot;,&quot;parentId&quot;:&quot;f3992a48-35e5-4395-9b57-20093d370b52&quot;,&quot;order&quot;:&quot;5&quot;}},&quot;51126068-8765-446a-b243-28671491510f&quot;:{&quot;type&quot;:&quot;FIGURE_OBJECT&quot;,&quot;id&quot;:&quot;51126068-8765-446a-b243-28671491510f&quot;,&quot;relativeTransform&quot;:{&quot;translate&quot;:{&quot;x&quot;:98.8598513251132,&quot;y&quot;:-132.7093675387338},&quot;rotate&quot;:4.71238898038469},&quot;opacity&quot;:1,&quot;path&quot;:{&quot;type&quot;:&quot;POLY_LINE&quot;,&quot;points&quot;:[{&quot;x&quot;:-12.747998857824594,&quot;y&quot;:0},{&quot;x&quot;:-38.007879046069675,&quot;y&quot;:0}],&quot;closed&quot;:false},&quot;pathStyles&quot;:[{&quot;type&quot;:&quot;FILL&quot;,&quot;fillStyle&quot;:&quot;rgba(0,0,0,0)&quot;},{&quot;type&quot;:&quot;STROKE&quot;,&quot;strokeStyle&quot;:&quot;rgba(148,34,31,1)&quot;,&quot;lineWidth&quot;:3.040630323685574,&quot;lineJoin&quot;:&quot;round&quot;}],&quot;isLocked&quot;:false,&quot;parent&quot;:{&quot;type&quot;:&quot;CHILD&quot;,&quot;parentId&quot;:&quot;f3992a48-35e5-4395-9b57-20093d370b52&quot;,&quot;order&quot;:&quot;2&quot;},&quot;connectorInfo&quot;:{&quot;connectedObjects&quot;:[],&quot;type&quot;:&quot;LINE&quot;,&quot;offset&quot;:{&quot;x&quot;:0,&quot;y&quot;:0},&quot;bending&quot;:0.1,&quot;firstElementIsHead&quot;:true,&quot;customized&quot;:false},&quot;pathMarkers&quot;:{&quot;markerEnd&quot;:{&quot;type&quot;:&quot;PATH&quot;,&quot;units&quot;:{&quot;type&quot;:&quot;STROKE_WIDTH&quot;,&quot;scale&quot;:1},&quot;orient&quot;:{&quot;type&quot;:&quot;AUTO_START_REVERSE&quot;},&quot;name&quot;:&quot;rounded-end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-0.5,&quot;y&quot;:0,&quot;isEndPoint&quot;:true},{&quot;x&quot;:-0.49999999999999994,&quot;y&quot;:0.2761423749153967,&quot;isEndPoint&quot;:false},{&quot;x&quot;:-0.2761423749153966,&quot;y&quot;:0.5,&quot;isEndPoint&quot;:false},{&quot;x&quot;:3.061616997868383e-17,&quot;y&quot;:0.5,&quot;isEndPoint&quot;:true},{&quot;x&quot;:0.2761423749153967,&quot;y&quot;:0.5,&quot;isEndPoint&quot;:false},{&quot;x&quot;:0.5,&quot;y&quot;:0.27614237491539667,&quot;isEndPoint&quot;:false},{&quot;x&quot;:0.5,&quot;y&quot;:0,&quot;isEndPoint&quot;:true},{&quot;x&quot;:0.5,&quot;y&quot;:-0.27614237491539667,&quot;isEndPoint&quot;:false},{&quot;x&quot;:0.2761423749153967,&quot;y&quot;:-0.5,&quot;isEndPoint&quot;:false},{&quot;x&quot;:3.061616997868383e-17,&quot;y&quot;:-0.5,&quot;isEndPoint&quot;:true},{&quot;x&quot;:-0.2761423749153966,&quot;y&quot;:-0.5,&quot;isEndPoint&quot;:false},{&quot;x&quot;:-0.49999999999999994,&quot;y&quot;:-0.2761423749153967,&quot;isEndPoint&quot;:false},{&quot;x&quot;:-0.5,&quot;y&quot;:-6.123233995736766e-17,&quot;isEndPoint&quot;:true}],&quot;closed&quot;:false}},&quot;pathStyles&quot;:[{&quot;type&quot;:&quot;FILL&quot;,&quot;fillStyle&quot;:&quot;context-stroke-flat&quot;}]}}},&quot;bd62d3f1-a554-4210-b94d-2fa214d85149&quot;:{&quot;type&quot;:&quot;FIGURE_OBJECT&quot;,&quot;id&quot;:&quot;bd62d3f1-a554-4210-b94d-2fa214d85149&quot;,&quot;parent&quot;:{&quot;type&quot;:&quot;CHILD&quot;,&quot;parentId&quot;:&quot;ec5f9726-5be2-4d5f-9906-cc9e08ff1865&quot;,&quot;order&quot;:&quot;999999999999&quot;},&quot;relativeTransform&quot;:{&quot;translate&quot;:{&quot;x&quot;:-314.6164997281326,&quot;y&quot;:-290.8501709030868},&quot;rotate&quot;:2.7001921477203754,&quot;skewX&quot;:0,&quot;scale&quot;:{&quot;x&quot;:0.9999999999999999,&quot;y&quot;:0.9999999999999999}}},&quot;646dee6a-6728-43c6-bc5c-1571446e4b3a&quot;:{&quot;id&quot;:&quot;646dee6a-6728-43c6-bc5c-1571446e4b3a&quot;,&quot;name&quot;:&quot;Sphere&quot;,&quot;displayName&quot;:&quot;&quot;,&quot;type&quot;:&quot;FIGURE_OBJECT&quot;,&quot;relativeTransform&quot;:{&quot;translate&quot;:{&quot;x&quot;:98.85989277780374,&quot;y&quot;:-126.53396493860443},&quot;rotate&quot;:6.283185307179586,&quot;skewX&quot;:0,&quot;scale&quot;:{&quot;x&quot;:-0.3984490257442165,&quot;y&quot;:0.3984490257442165}},&quot;image&quot;:{&quot;url&quot;:&quot;https://icons.biorender.com/biorender/5f4529c2929bce0028c9f877/sphere.png&quot;,&quot;fallbackUrl&quot;:&quot;https://res.cloudinary.com/dlcjuc3ej/image/upload/v1598368171/ew6k84mtkvzvpdegkgon.svg#/keystone/api/icons/5f4529c2929bce0028c9f877/sphere.svg#/keystone/api/icons/5f4529c2929bce0028c9f877/sphere.svg&quot;,&quot;isPremium&quot;:false,&quot;size&quot;:{&quot;x&quot;:50,&quot;y&quot;:50}},&quot;source&quot;:{&quot;id&quot;:&quot;5b8847989629ce1400901caa&quot;,&quot;type&quot;:&quot;ASSETS&quot;},&quot;isPremium&quot;:false,&quot;parent&quot;:{&quot;type&quot;:&quot;CHILD&quot;,&quot;parentId&quot;:&quot;bd62d3f1-a554-4210-b94d-2fa214d85149&quot;,&quot;order&quot;:&quot;5&quot;}},&quot;fdf88ff2-2848-4145-b9e3-1a664bba5d6b&quot;:{&quot;type&quot;:&quot;FIGURE_OBJECT&quot;,&quot;id&quot;:&quot;fdf88ff2-2848-4145-b9e3-1a664bba5d6b&quot;,&quot;relativeTransform&quot;:{&quot;translate&quot;:{&quot;x&quot;:98.8598513251132,&quot;y&quot;:-132.7093675387338},&quot;rotate&quot;:4.71238898038469},&quot;opacity&quot;:1,&quot;path&quot;:{&quot;type&quot;:&quot;POLY_LINE&quot;,&quot;points&quot;:[{&quot;x&quot;:-12.747998857824594,&quot;y&quot;:0},{&quot;x&quot;:-38.007879046069675,&quot;y&quot;:0}],&quot;closed&quot;:false},&quot;pathStyles&quot;:[{&quot;type&quot;:&quot;FILL&quot;,&quot;fillStyle&quot;:&quot;rgba(0,0,0,0)&quot;},{&quot;type&quot;:&quot;STROKE&quot;,&quot;strokeStyle&quot;:&quot;rgba(148,34,31,1)&quot;,&quot;lineWidth&quot;:3.040630323685574,&quot;lineJoin&quot;:&quot;round&quot;}],&quot;isLocked&quot;:false,&quot;parent&quot;:{&quot;type&quot;:&quot;CHILD&quot;,&quot;parentId&quot;:&quot;bd62d3f1-a554-4210-b94d-2fa214d85149&quot;,&quot;order&quot;:&quot;2&quot;},&quot;connectorInfo&quot;:{&quot;connectedObjects&quot;:[],&quot;type&quot;:&quot;LINE&quot;,&quot;offset&quot;:{&quot;x&quot;:0,&quot;y&quot;:0},&quot;bending&quot;:0.1,&quot;firstElementIsHead&quot;:true,&quot;customized&quot;:false},&quot;pathMarkers&quot;:{&quot;markerEnd&quot;:{&quot;type&quot;:&quot;PATH&quot;,&quot;units&quot;:{&quot;type&quot;:&quot;STROKE_WIDTH&quot;,&quot;scale&quot;:1},&quot;orient&quot;:{&quot;type&quot;:&quot;AUTO_START_REVERSE&quot;},&quot;name&quot;:&quot;rounded-end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-0.5,&quot;y&quot;:0,&quot;isEndPoint&quot;:true},{&quot;x&quot;:-0.49999999999999994,&quot;y&quot;:0.2761423749153967,&quot;isEndPoint&quot;:false},{&quot;x&quot;:-0.2761423749153966,&quot;y&quot;:0.5,&quot;isEndPoint&quot;:false},{&quot;x&quot;:3.061616997868383e-17,&quot;y&quot;:0.5,&quot;isEndPoint&quot;:true},{&quot;x&quot;:0.2761423749153967,&quot;y&quot;:0.5,&quot;isEndPoint&quot;:false},{&quot;x&quot;:0.5,&quot;y&quot;:0.27614237491539667,&quot;isEndPoint&quot;:false},{&quot;x&quot;:0.5,&quot;y&quot;:0,&quot;isEndPoint&quot;:true},{&quot;x&quot;:0.5,&quot;y&quot;:-0.27614237491539667,&quot;isEndPoint&quot;:false},{&quot;x&quot;:0.2761423749153967,&quot;y&quot;:-0.5,&quot;isEndPoint&quot;:false},{&quot;x&quot;:3.061616997868383e-17,&quot;y&quot;:-0.5,&quot;isEndPoint&quot;:true},{&quot;x&quot;:-0.2761423749153966,&quot;y&quot;:-0.5,&quot;isEndPoint&quot;:false},{&quot;x&quot;:-0.49999999999999994,&quot;y&quot;:-0.2761423749153967,&quot;isEndPoint&quot;:false},{&quot;x&quot;:-0.5,&quot;y&quot;:-6.123233995736766e-17,&quot;isEndPoint&quot;:true}],&quot;closed&quot;:false}},&quot;pathStyles&quot;:[{&quot;type&quot;:&quot;FILL&quot;,&quot;fillStyle&quot;:&quot;context-stroke-flat&quot;}]}}},&quot;118bfb6b-ac6e-4acc-82f6-ff13759ff4a8&quot;:{&quot;type&quot;:&quot;FIGURE_OBJECT&quot;,&quot;id&quot;:&quot;118bfb6b-ac6e-4acc-82f6-ff13759ff4a8&quot;,&quot;parent&quot;:{&quot;type&quot;:&quot;CHILD&quot;,&quot;parentId&quot;:&quot;ec5f9726-5be2-4d5f-9906-cc9e08ff1865&quot;,&quot;order&quot;:&quot;9999999999995&quot;},&quot;relativeTransform&quot;:{&quot;translate&quot;:{&quot;x&quot;:-298.9537104197854,&quot;y&quot;:-40.176198696585026},&quot;rotate&quot;:0.38196444601007307,&quot;skewX&quot;:-1.1102230246251602e-16,&quot;scale&quot;:{&quot;x&quot;:0.9999999999999983,&quot;y&quot;:0.9999999999999983}}},&quot;6e04587d-42f3-4f4b-8c23-098dcb146b81&quot;:{&quot;id&quot;:&quot;6e04587d-42f3-4f4b-8c23-098dcb146b81&quot;,&quot;name&quot;:&quot;Sphere&quot;,&quot;displayName&quot;:&quot;&quot;,&quot;type&quot;:&quot;FIGURE_OBJECT&quot;,&quot;relativeTransform&quot;:{&quot;translate&quot;:{&quot;x&quot;:98.85989277780374,&quot;y&quot;:-126.53396493860443},&quot;rotate&quot;:6.283185307179586,&quot;skewX&quot;:0,&quot;scale&quot;:{&quot;x&quot;:-0.3984490257442165,&quot;y&quot;:0.3984490257442165}},&quot;image&quot;:{&quot;url&quot;:&quot;https://icons.biorender.com/biorender/5f4529c2929bce0028c9f877/sphere.png&quot;,&quot;fallbackUrl&quot;:&quot;https://res.cloudinary.com/dlcjuc3ej/image/upload/v1598368171/ew6k84mtkvzvpdegkgon.svg#/keystone/api/icons/5f4529c2929bce0028c9f877/sphere.svg#/keystone/api/icons/5f4529c2929bce0028c9f877/sphere.svg&quot;,&quot;isPremium&quot;:false,&quot;size&quot;:{&quot;x&quot;:50,&quot;y&quot;:50}},&quot;source&quot;:{&quot;id&quot;:&quot;5b8847989629ce1400901caa&quot;,&quot;type&quot;:&quot;ASSETS&quot;},&quot;isPremium&quot;:false,&quot;parent&quot;:{&quot;type&quot;:&quot;CHILD&quot;,&quot;parentId&quot;:&quot;118bfb6b-ac6e-4acc-82f6-ff13759ff4a8&quot;,&quot;order&quot;:&quot;5&quot;}},&quot;bc57a10a-b85e-4ffd-8e93-1de89f5e8950&quot;:{&quot;type&quot;:&quot;FIGURE_OBJECT&quot;,&quot;id&quot;:&quot;bc57a10a-b85e-4ffd-8e93-1de89f5e8950&quot;,&quot;relativeTransform&quot;:{&quot;translate&quot;:{&quot;x&quot;:98.8598513251132,&quot;y&quot;:-132.7093675387338},&quot;rotate&quot;:4.71238898038469},&quot;opacity&quot;:1,&quot;path&quot;:{&quot;type&quot;:&quot;POLY_LINE&quot;,&quot;points&quot;:[{&quot;x&quot;:-12.747998857824594,&quot;y&quot;:0},{&quot;x&quot;:-38.007879046069675,&quot;y&quot;:0}],&quot;closed&quot;:false},&quot;pathStyles&quot;:[{&quot;type&quot;:&quot;FILL&quot;,&quot;fillStyle&quot;:&quot;rgba(0,0,0,0)&quot;},{&quot;type&quot;:&quot;STROKE&quot;,&quot;strokeStyle&quot;:&quot;rgba(148,34,31,1)&quot;,&quot;lineWidth&quot;:3.040630323685574,&quot;lineJoin&quot;:&quot;round&quot;}],&quot;isLocked&quot;:false,&quot;parent&quot;:{&quot;type&quot;:&quot;CHILD&quot;,&quot;parentId&quot;:&quot;118bfb6b-ac6e-4acc-82f6-ff13759ff4a8&quot;,&quot;order&quot;:&quot;2&quot;},&quot;connectorInfo&quot;:{&quot;connectedObjects&quot;:[],&quot;type&quot;:&quot;LINE&quot;,&quot;offset&quot;:{&quot;x&quot;:0,&quot;y&quot;:0},&quot;bending&quot;:0.1,&quot;firstElementIsHead&quot;:true,&quot;customized&quot;:false},&quot;pathMarkers&quot;:{&quot;markerEnd&quot;:{&quot;type&quot;:&quot;PATH&quot;,&quot;units&quot;:{&quot;type&quot;:&quot;STROKE_WIDTH&quot;,&quot;scale&quot;:1},&quot;orient&quot;:{&quot;type&quot;:&quot;AUTO_START_REVERSE&quot;},&quot;name&quot;:&quot;rounded-end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-0.5,&quot;y&quot;:0,&quot;isEndPoint&quot;:true},{&quot;x&quot;:-0.49999999999999994,&quot;y&quot;:0.2761423749153967,&quot;isEndPoint&quot;:false},{&quot;x&quot;:-0.2761423749153966,&quot;y&quot;:0.5,&quot;isEndPoint&quot;:false},{&quot;x&quot;:3.061616997868383e-17,&quot;y&quot;:0.5,&quot;isEndPoint&quot;:true},{&quot;x&quot;:0.2761423749153967,&quot;y&quot;:0.5,&quot;isEndPoint&quot;:false},{&quot;x&quot;:0.5,&quot;y&quot;:0.27614237491539667,&quot;isEndPoint&quot;:false},{&quot;x&quot;:0.5,&quot;y&quot;:0,&quot;isEndPoint&quot;:true},{&quot;x&quot;:0.5,&quot;y&quot;:-0.27614237491539667,&quot;isEndPoint&quot;:false},{&quot;x&quot;:0.2761423749153967,&quot;y&quot;:-0.5,&quot;isEndPoint&quot;:false},{&quot;x&quot;:3.061616997868383e-17,&quot;y&quot;:-0.5,&quot;isEndPoint&quot;:true},{&quot;x&quot;:-0.2761423749153966,&quot;y&quot;:-0.5,&quot;isEndPoint&quot;:false},{&quot;x&quot;:-0.49999999999999994,&quot;y&quot;:-0.2761423749153967,&quot;isEndPoint&quot;:false},{&quot;x&quot;:-0.5,&quot;y&quot;:-6.123233995736766e-17,&quot;isEndPoint&quot;:true}],&quot;closed&quot;:false}},&quot;pathStyles&quot;:[{&quot;type&quot;:&quot;FILL&quot;,&quot;fillStyle&quot;:&quot;context-stroke-flat&quot;}]}}},&quot;9578d53f-397e-4835-9a64-5688456a5e9e&quot;:{&quot;type&quot;:&quot;FIGURE_OBJECT&quot;,&quot;id&quot;:&quot;9578d53f-397e-4835-9a64-5688456a5e9e&quot;,&quot;parent&quot;:{&quot;type&quot;:&quot;CHILD&quot;,&quot;parentId&quot;:&quot;ec5f9726-5be2-4d5f-9906-cc9e08ff1865&quot;,&quot;order&quot;:&quot;9999999999999&quot;},&quot;relativeTransform&quot;:{&quot;translate&quot;:{&quot;x&quot;:56.55504540809438,&quot;y&quot;:99.12242684792774},&quot;rotate&quot;:-2.464106980207777,&quot;skewX&quot;:2.2204460492503155e-16,&quot;scale&quot;:{&quot;x&quot;:0.9999999999999994,&quot;y&quot;:1.0000000000000004}}},&quot;82fab6a3-0cd9-485a-b06c-67b1369aa673&quot;:{&quot;id&quot;:&quot;82fab6a3-0cd9-485a-b06c-67b1369aa673&quot;,&quot;name&quot;:&quot;Sphere&quot;,&quot;displayName&quot;:&quot;&quot;,&quot;type&quot;:&quot;FIGURE_OBJECT&quot;,&quot;relativeTransform&quot;:{&quot;translate&quot;:{&quot;x&quot;:98.85989277780374,&quot;y&quot;:-126.53396493860443},&quot;rotate&quot;:6.283185307179586,&quot;skewX&quot;:0,&quot;scale&quot;:{&quot;x&quot;:-0.3984490257442165,&quot;y&quot;:0.3984490257442165}},&quot;image&quot;:{&quot;url&quot;:&quot;https://icons.biorender.com/biorender/5f4529c2929bce0028c9f877/sphere.png&quot;,&quot;fallbackUrl&quot;:&quot;https://res.cloudinary.com/dlcjuc3ej/image/upload/v1598368171/ew6k84mtkvzvpdegkgon.svg#/keystone/api/icons/5f4529c2929bce0028c9f877/sphere.svg#/keystone/api/icons/5f4529c2929bce0028c9f877/sphere.svg&quot;,&quot;isPremium&quot;:false,&quot;size&quot;:{&quot;x&quot;:50,&quot;y&quot;:50}},&quot;source&quot;:{&quot;id&quot;:&quot;5b8847989629ce1400901caa&quot;,&quot;type&quot;:&quot;ASSETS&quot;},&quot;isPremium&quot;:false,&quot;parent&quot;:{&quot;type&quot;:&quot;CHILD&quot;,&quot;parentId&quot;:&quot;9578d53f-397e-4835-9a64-5688456a5e9e&quot;,&quot;order&quot;:&quot;5&quot;}},&quot;0a6d846e-b104-4c24-9c8a-7b13a0dacce5&quot;:{&quot;type&quot;:&quot;FIGURE_OBJECT&quot;,&quot;id&quot;:&quot;0a6d846e-b104-4c24-9c8a-7b13a0dacce5&quot;,&quot;relativeTransform&quot;:{&quot;translate&quot;:{&quot;x&quot;:98.8598513251132,&quot;y&quot;:-132.7093675387338},&quot;rotate&quot;:4.71238898038469},&quot;opacity&quot;:1,&quot;path&quot;:{&quot;type&quot;:&quot;POLY_LINE&quot;,&quot;points&quot;:[{&quot;x&quot;:-12.747998857824594,&quot;y&quot;:0},{&quot;x&quot;:-38.007879046069675,&quot;y&quot;:0}],&quot;closed&quot;:false},&quot;pathStyles&quot;:[{&quot;type&quot;:&quot;FILL&quot;,&quot;fillStyle&quot;:&quot;rgba(0,0,0,0)&quot;},{&quot;type&quot;:&quot;STROKE&quot;,&quot;strokeStyle&quot;:&quot;rgba(148,34,31,1)&quot;,&quot;lineWidth&quot;:3.040630323685574,&quot;lineJoin&quot;:&quot;round&quot;}],&quot;isLocked&quot;:false,&quot;parent&quot;:{&quot;type&quot;:&quot;CHILD&quot;,&quot;parentId&quot;:&quot;9578d53f-397e-4835-9a64-5688456a5e9e&quot;,&quot;order&quot;:&quot;2&quot;},&quot;connectorInfo&quot;:{&quot;connectedObjects&quot;:[],&quot;type&quot;:&quot;LINE&quot;,&quot;offset&quot;:{&quot;x&quot;:0,&quot;y&quot;:0},&quot;bending&quot;:0.1,&quot;firstElementIsHead&quot;:true,&quot;customized&quot;:false},&quot;pathMarkers&quot;:{&quot;markerEnd&quot;:{&quot;type&quot;:&quot;PATH&quot;,&quot;units&quot;:{&quot;type&quot;:&quot;STROKE_WIDTH&quot;,&quot;scale&quot;:1},&quot;orient&quot;:{&quot;type&quot;:&quot;AUTO_START_REVERSE&quot;},&quot;name&quot;:&quot;rounded-end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-0.5,&quot;y&quot;:0,&quot;isEndPoint&quot;:true},{&quot;x&quot;:-0.49999999999999994,&quot;y&quot;:0.2761423749153967,&quot;isEndPoint&quot;:false},{&quot;x&quot;:-0.2761423749153966,&quot;y&quot;:0.5,&quot;isEndPoint&quot;:false},{&quot;x&quot;:3.061616997868383e-17,&quot;y&quot;:0.5,&quot;isEndPoint&quot;:true},{&quot;x&quot;:0.2761423749153967,&quot;y&quot;:0.5,&quot;isEndPoint&quot;:false},{&quot;x&quot;:0.5,&quot;y&quot;:0.27614237491539667,&quot;isEndPoint&quot;:false},{&quot;x&quot;:0.5,&quot;y&quot;:0,&quot;isEndPoint&quot;:true},{&quot;x&quot;:0.5,&quot;y&quot;:-0.27614237491539667,&quot;isEndPoint&quot;:false},{&quot;x&quot;:0.2761423749153967,&quot;y&quot;:-0.5,&quot;isEndPoint&quot;:false},{&quot;x&quot;:3.061616997868383e-17,&quot;y&quot;:-0.5,&quot;isEndPoint&quot;:true},{&quot;x&quot;:-0.2761423749153966,&quot;y&quot;:-0.5,&quot;isEndPoint&quot;:false},{&quot;x&quot;:-0.49999999999999994,&quot;y&quot;:-0.2761423749153967,&quot;isEndPoint&quot;:false},{&quot;x&quot;:-0.5,&quot;y&quot;:-6.123233995736766e-17,&quot;isEndPoint&quot;:true}],&quot;closed&quot;:false}},&quot;pathStyles&quot;:[{&quot;type&quot;:&quot;FILL&quot;,&quot;fillStyle&quot;:&quot;context-stroke-flat&quot;}]}}},&quot;26aad7cc-7667-48a3-a0f0-b4bf43de268a&quot;:{&quot;type&quot;:&quot;FIGURE_OBJECT&quot;,&quot;id&quot;:&quot;26aad7cc-7667-48a3-a0f0-b4bf43de268a&quot;,&quot;relativeTransform&quot;:{&quot;translate&quot;:{&quot;x&quot;:244.57372092554664,&quot;y&quot;:-199.82731969631703},&quot;rotate&quot;:0,&quot;skewX&quot;:0,&quot;scale&quot;:{&quot;x&quot;:1,&quot;y&quot;:1}},&quot;opacity&quot;:1,&quot;path&quot;:{&quot;type&quot;:&quot;RECT&quot;,&quot;size&quot;:{&quot;x&quot;:100,&quot;y&quot;:40.86212541915195},&quot;cornerRounding&quot;:{&quot;type&quot;:&quot;ARC_LENGTH&quot;,&quot;global&quot;:15.707963267948966}},&quot;pathStyles&quot;:[{&quot;type&quot;:&quot;FILL&quot;,&quot;fillStyle&quot;:&quot;rgba(192,56,48,1)&quot;},{&quot;type&quot;:&quot;STROKE&quot;,&quot;strokeStyle&quot;:&quot;rgba(138, 42, 68, 1)&quot;,&quot;lineWidth&quot;:2,&quot;lineJoin&quot;:&quot;round&quot;}],&quot;isLocked&quot;:false,&quot;parent&quot;:{&quot;type&quot;:&quot;CHILD&quot;,&quot;parentId&quot;:&quot;ec5f9726-5be2-4d5f-9906-cc9e08ff1865&quot;,&quot;order&quot;:&quot;999999999999997&quot;},&quot;layout&quot;:{&quot;sizeRatio&quot;:{&quot;x&quot;:0.88,&quot;y&quot;:0.88},&quot;keepAspectRatio&quot;:false}},&quot;4ce15094-c613-482b-a668-05a5cf5f3d1a&quot;:{&quot;id&quot;:&quot;4ce15094-c613-482b-a668-05a5cf5f3d1a&quot;,&quot;type&quot;:&quot;FIGURE_OBJECT&quot;,&quot;relativeTransform&quot;:{&quot;translate&quot;:{&quot;x&quot;:0,&quot;y&quot;:0},&quot;rotate&quot;:0},&quot;text&quot;:{&quot;textData&quot;:{&quot;lineSpacing&quot;:&quot;normal&quot;,&quot;alignment&quot;:&quot;center&quot;,&quot;verticalAlign&quot;:&quot;TOP&quot;,&quot;lines&quot;:[{&quot;runs&quot;:[{&quot;style&quot;:{&quot;fontFamily&quot;:&quot;Roboto&quot;,&quot;fontSize&quot;:16,&quot;color&quot;:&quot;rgba(255,255,255,1)&quot;,&quot;fontWeight&quot;:&quot;bold&quot;,&quot;fontStyle&quot;:&quot;normal&quot;,&quot;decoration&quot;:&quot;none&quot;},&quot;range&quot;:[0,10]}],&quot;text&quot;:&quot;Cell  lysis&quot;}],&quot;_lastCaretLocation&quot;:{&quot;lineIndex&quot;:0,&quot;runIndex&quot;:0,&quot;charIndex&quot;:5}},&quot;format&quot;:&quot;BETTER_TEXT&quot;,&quot;size&quot;:{&quot;x&quot;:88,&quot;y&quot;:19},&quot;targetSize&quot;:{&quot;x&quot;:88,&quot;y&quot;:2}},&quot;parent&quot;:{&quot;type&quot;:&quot;CHILD&quot;,&quot;parentId&quot;:&quot;26aad7cc-7667-48a3-a0f0-b4bf43de268a&quot;,&quot;order&quot;:&quot;5&quot;}},&quot;584d1a08-bba4-4601-bb87-66d1c23cffb0&quot;:{&quot;id&quot;:&quot;584d1a08-bba4-4601-bb87-66d1c23cffb0&quot;,&quot;type&quot;:&quot;FIGURE_OBJECT&quot;,&quot;relativeTransform&quot;:{&quot;translate&quot;:{&quot;x&quot;:-449.1225535114012,&quot;y&quot;:-346.5893982907007},&quot;rotate&quot;:0,&quot;skewX&quot;:0,&quot;scale&quot;:{&quot;x&quot;:1,&quot;y&quot;:1}},&quot;text&quot;:{&quot;textData&quot;:{&quot;lineSpacing&quot;:&quot;normal&quot;,&quot;alignment&quot;:&quot;center&quot;,&quot;verticalAlign&quot;:&quot;TOP&quot;,&quot;lines&quot;:[{&quot;runs&quot;:[{&quot;style&quot;:{&quot;fontFamily&quot;:&quot;Roboto&quot;,&quot;fontSize&quot;:16,&quot;color&quot;:&quot;rgba(192,56,48,1)&quot;,&quot;fontWeight&quot;:&quot;bold&quot;,&quot;fontStyle&quot;:&quot;normal&quot;,&quot;decoration&quot;:&quot;none&quot;},&quot;range&quot;:[0,7]}],&quot;text&quot;:&quot;Colistin&quot;,&quot;baseStyle&quot;:{&quot;fontFamily&quot;:&quot;Roboto&quot;,&quot;fontSize&quot;:16,&quot;color&quot;:&quot;black&quot;,&quot;fontWeight&quot;:&quot;bold&quot;,&quot;fontStyle&quot;:&quot;normal&quot;,&quot;decoration&quot;:&quot;none&quot;,&quot;script&quot;:&quot;none&quot;}}],&quot;_lastCaretLocation&quot;:{&quot;lineIndex&quot;:0,&quot;runIndex&quot;:0,&quot;charIndex&quot;:0}},&quot;format&quot;:&quot;BETTER_TEXT&quot;,&quot;size&quot;:{&quot;x&quot;:54.8359375,&quot;y&quot;:19},&quot;targetSize&quot;:{&quot;x&quot;:54.8359375,&quot;y&quot;:19}},&quot;parent&quot;:{&quot;type&quot;:&quot;CHILD&quot;,&quot;parentId&quot;:&quot;ec5f9726-5be2-4d5f-9906-cc9e08ff1865&quot;,&quot;order&quot;:&quot;999999999999998&quot;}},&quot;7d18aece-f118-4812-b8b8-b6f953cb3413&quot;:{&quot;id&quot;:&quot;7d18aece-f118-4812-b8b8-b6f953cb3413&quot;,&quot;type&quot;:&quot;FIGURE_OBJECT&quot;,&quot;relativeTransform&quot;:{&quot;translate&quot;:{&quot;x&quot;:-474.4841423855868,&quot;y&quot;:-134.52619773478034},&quot;rotate&quot;:0,&quot;skewX&quot;:0,&quot;scale&quot;:{&quot;x&quot;:1,&quot;y&quot;:1}},&quot;text&quot;:{&quot;textData&quot;:{&quot;lineSpacing&quot;:&quot;normal&quot;,&quot;alignment&quot;:&quot;right&quot;,&quot;verticalAlign&quot;:&quot;TOP&quot;,&quot;lines&quot;:[{&quot;runs&quot;:[{&quot;style&quot;:{&quot;fontFamily&quot;:&quot;Roboto&quot;,&quot;fontSize&quot;:16,&quot;color&quot;:&quot;rgba(114,190,183,1)&quot;,&quot;fontWeight&quot;:&quot;normal&quot;,&quot;fontStyle&quot;:&quot;normal&quot;,&quot;decoration&quot;:&quot;none&quot;,&quot;script&quot;:&quot;none&quot;},&quot;range&quot;:[0,2]}],&quot;text&quot;:&quot;LPS&quot;}],&quot;_lastCaretLocation&quot;:{&quot;lineIndex&quot;:0,&quot;runIndex&quot;:-1,&quot;charIndex&quot;:-1,&quot;endOfLine&quot;:true}},&quot;format&quot;:&quot;BETTER_TEXT&quot;,&quot;size&quot;:{&quot;x&quot;:31.4609375,&quot;y&quot;:19},&quot;targetSize&quot;:{&quot;x&quot;:24.96875,&quot;y&quot;:19}},&quot;parent&quot;:{&quot;type&quot;:&quot;CHILD&quot;,&quot;parentId&quot;:&quot;ec5f9726-5be2-4d5f-9906-cc9e08ff1865&quot;,&quot;order&quot;:&quot;9999999999999995&quot;}},&quot;76902d75-642b-4455-8879-74bba0e96b51&quot;:{&quot;id&quot;:&quot;76902d75-642b-4455-8879-74bba0e96b51&quot;,&quot;type&quot;:&quot;FIGURE_OBJECT&quot;,&quot;relativeTransform&quot;:{&quot;translate&quot;:{&quot;x&quot;:244.57372092554667,&quot;y&quot;:345.54114536871424},&quot;rotate&quot;:0,&quot;skewX&quot;:0,&quot;scale&quot;:{&quot;x&quot;:1,&quot;y&quot;:1}},&quot;text&quot;:{&quot;textData&quot;:{&quot;lineSpacing&quot;:&quot;normal&quot;,&quot;alignment&quot;:&quot;center&quot;,&quot;verticalAlign&quot;:&quot;CENTER&quot;,&quot;lines&quot;:[{&quot;runs&quot;:[{&quot;style&quot;:{&quot;fontFamily&quot;:&quot;Roboto&quot;,&quot;fontSize&quot;:16,&quot;color&quot;:&quot;rgba(23,23,23,1)&quot;,&quot;fontWeight&quot;:&quot;bold&quot;,&quot;fontStyle&quot;:&quot;normal&quot;,&quot;decoration&quot;:&quot;none&quot;},&quot;range&quot;:[0,26]}],&quot;text&quot;:&quot;Cytoplasmic content release&quot;}],&quot;_lastCaretLocation&quot;:{&quot;lineIndex&quot;:0,&quot;runIndex&quot;:-1,&quot;charIndex&quot;:-1,&quot;endOfLine&quot;:true}},&quot;format&quot;:&quot;BETTER_TEXT&quot;,&quot;size&quot;:{&quot;x&quot;:129.10437452316285,&quot;y&quot;:37.08000029802315},&quot;targetSize&quot;:{&quot;x&quot;:129.10437452316285,&quot;y&quot;:37.08000029802315}},&quot;parent&quot;:{&quot;type&quot;:&quot;CHILD&quot;,&quot;parentId&quot;:&quot;ec5f9726-5be2-4d5f-9906-cc9e08ff1865&quot;,&quot;order&quot;:&quot;9999999999999999&quot;}},&quot;d467bd92-ec19-4bcb-be65-0bd9000807aa&quot;:{&quot;type&quot;:&quot;FIGURE_OBJECT&quot;,&quot;id&quot;:&quot;d467bd92-ec19-4bcb-be65-0bd9000807aa&quot;,&quot;relativeTransform&quot;:{&quot;translate&quot;:{&quot;x&quot;:-393.3804030252809,&quot;y&quot;:-238.25465684632113},&quot;rotate&quot;:0,&quot;skewX&quot;:0,&quot;scale&quot;:{&quot;x&quot;:1,&quot;y&quot;:1}},&quot;layout&quot;:{&quot;sizeRatio&quot;:{&quot;x&quot;:0.88,&quot;y&quot;:0.88},&quot;keepAspectRatio&quot;:true},&quot;opacity&quot;:1,&quot;path&quot;:{&quot;type&quot;:&quot;ELLIPSE&quot;,&quot;size&quot;:{&quot;x&quot;:23.54323806936601,&quot;y&quot;:24.24011791621923}},&quot;pathStyles&quot;:[{&quot;type&quot;:&quot;FILL&quot;,&quot;fillStyle&quot;:&quot;rgba(255,255,255,1)&quot;},{&quot;type&quot;:&quot;STROKE&quot;,&quot;strokeStyle&quot;:&quot;rgba(23,23,23,1)&quot;,&quot;lineWidth&quot;:1.5,&quot;lineJoin&quot;:&quot;round&quot;}],&quot;isLocked&quot;:false,&quot;parent&quot;:{&quot;type&quot;:&quot;CHILD&quot;,&quot;parentId&quot;:&quot;ec5f9726-5be2-4d5f-9906-cc9e08ff1865&quot;,&quot;order&quot;:&quot;99999999999999999998&quot;}},&quot;edf02165-bf90-4f05-9762-4f2458519196&quot;:{&quot;type&quot;:&quot;FIGURE_OBJECT&quot;,&quot;id&quot;:&quot;edf02165-bf90-4f05-9762-4f2458519196&quot;,&quot;relativeTransform&quot;:{&quot;translate&quot;:{&quot;x&quot;:0,&quot;y&quot;:0},&quot;rotate&quot;:0},&quot;text&quot;:{&quot;textData&quot;:{&quot;lineSpacing&quot;:&quot;normal&quot;,&quot;alignment&quot;:&quot;center&quot;,&quot;lines&quot;:[{&quot;runs&quot;:[{&quot;style&quot;:{&quot;fontFamily&quot;:&quot;Roboto&quot;,&quot;fontSize&quot;:16,&quot;color&quot;:&quot;rgba(23,23,23,1)&quot;,&quot;fontWeight&quot;:&quot;bold&quot;,&quot;fontStyle&quot;:&quot;normal&quot;,&quot;decoration&quot;:&quot;none&quot;,&quot;script&quot;:&quot;none&quot;},&quot;range&quot;:[0,0]}],&quot;text&quot;:&quot;1&quot;,&quot;baseStyle&quot;:{&quot;fontFamily&quot;:&quot;Roboto&quot;,&quot;fontSize&quot;:16,&quot;color&quot;:&quot;black&quot;,&quot;fontWeight&quot;:&quot;normal&quot;,&quot;fontStyle&quot;:&quot;normal&quot;,&quot;decoration&quot;:&quot;none&quot;,&quot;script&quot;:&quot;none&quot;}}],&quot;verticalAlign&quot;:&quot;TOP&quot;},&quot;size&quot;:{&quot;x&quot;:20.718049501042092,&quot;y&quot;:19},&quot;targetSize&quot;:{&quot;x&quot;:20.718049501042092,&quot;y&quot;:2},&quot;format&quot;:&quot;BETTER_TEXT&quot;},&quot;parent&quot;:{&quot;type&quot;:&quot;CHILD&quot;,&quot;parentId&quot;:&quot;d467bd92-ec19-4bcb-be65-0bd9000807aa&quot;,&quot;order&quot;:&quot;5&quot;}},&quot;79cafb35-87f7-4060-8ca8-be5fef4f4e80&quot;:{&quot;type&quot;:&quot;FIGURE_OBJECT&quot;,&quot;id&quot;:&quot;79cafb35-87f7-4060-8ca8-be5fef4f4e80&quot;,&quot;relativeTransform&quot;:{&quot;translate&quot;:{&quot;x&quot;:32.51721911302378,&quot;y&quot;:141.9594345196742},&quot;rotate&quot;:0,&quot;skewX&quot;:0,&quot;scale&quot;:{&quot;x&quot;:1,&quot;y&quot;:1}},&quot;layout&quot;:{&quot;sizeRatio&quot;:{&quot;x&quot;:0.88,&quot;y&quot;:0.88},&quot;keepAspectRatio&quot;:true},&quot;opacity&quot;:1,&quot;path&quot;:{&quot;type&quot;:&quot;ELLIPSE&quot;,&quot;size&quot;:{&quot;x&quot;:23.54323806936601,&quot;y&quot;:24.24011791621923}},&quot;pathStyles&quot;:[{&quot;type&quot;:&quot;FILL&quot;,&quot;fillStyle&quot;:&quot;rgba(255,255,255,1)&quot;},{&quot;type&quot;:&quot;STROKE&quot;,&quot;strokeStyle&quot;:&quot;rgba(23,23,23,1)&quot;,&quot;lineWidth&quot;:1.5,&quot;lineJoin&quot;:&quot;round&quot;}],&quot;isLocked&quot;:false,&quot;parent&quot;:{&quot;type&quot;:&quot;CHILD&quot;,&quot;parentId&quot;:&quot;ec5f9726-5be2-4d5f-9906-cc9e08ff1865&quot;,&quot;order&quot;:&quot;999999999999999999998&quot;}},&quot;a57269cb-56f9-46ed-b47d-9ce513703823&quot;:{&quot;type&quot;:&quot;FIGURE_OBJECT&quot;,&quot;id&quot;:&quot;a57269cb-56f9-46ed-b47d-9ce513703823&quot;,&quot;relativeTransform&quot;:{&quot;translate&quot;:{&quot;x&quot;:0,&quot;y&quot;:0},&quot;rotate&quot;:0},&quot;text&quot;:{&quot;textData&quot;:{&quot;lineSpacing&quot;:&quot;normal&quot;,&quot;alignment&quot;:&quot;center&quot;,&quot;lines&quot;:[{&quot;runs&quot;:[{&quot;style&quot;:{&quot;fontFamily&quot;:&quot;Roboto&quot;,&quot;fontSize&quot;:16,&quot;color&quot;:&quot;rgba(23,23,23,1)&quot;,&quot;fontWeight&quot;:&quot;bold&quot;,&quot;fontStyle&quot;:&quot;normal&quot;,&quot;decoration&quot;:&quot;none&quot;,&quot;script&quot;:&quot;none&quot;},&quot;range&quot;:[0,0]}],&quot;text&quot;:&quot;5&quot;}],&quot;verticalAlign&quot;:&quot;TOP&quot;,&quot;_lastCaretLocation&quot;:{&quot;lineIndex&quot;:0,&quot;runIndex&quot;:-1,&quot;charIndex&quot;:-1,&quot;endOfLine&quot;:true}},&quot;size&quot;:{&quot;x&quot;:20.718049501042092,&quot;y&quot;:19},&quot;targetSize&quot;:{&quot;x&quot;:20.718049501042092,&quot;y&quot;:2},&quot;format&quot;:&quot;BETTER_TEXT&quot;},&quot;parent&quot;:{&quot;type&quot;:&quot;CHILD&quot;,&quot;parentId&quot;:&quot;79cafb35-87f7-4060-8ca8-be5fef4f4e80&quot;,&quot;order&quot;:&quot;5&quot;}},&quot;cb3ff6ae-9d70-4831-bda7-3297a6c42e8f&quot;:{&quot;type&quot;:&quot;FIGURE_OBJECT&quot;,&quot;id&quot;:&quot;cb3ff6ae-9d70-4831-bda7-3297a6c42e8f&quot;,&quot;relativeTransform&quot;:{&quot;translate&quot;:{&quot;x&quot;:244.5737209255466,&quot;y&quot;:310.13632402663694},&quot;rotate&quot;:0,&quot;skewX&quot;:0,&quot;scale&quot;:{&quot;x&quot;:1,&quot;y&quot;:1}},&quot;layout&quot;:{&quot;sizeRatio&quot;:{&quot;x&quot;:0.88,&quot;y&quot;:0.88},&quot;keepAspectRatio&quot;:true},&quot;opacity&quot;:1,&quot;path&quot;:{&quot;type&quot;:&quot;ELLIPSE&quot;,&quot;size&quot;:{&quot;x&quot;:23.54323806936601,&quot;y&quot;:24.24011791621923}},&quot;pathStyles&quot;:[{&quot;type&quot;:&quot;FILL&quot;,&quot;fillStyle&quot;:&quot;rgba(255,255,255,1)&quot;},{&quot;type&quot;:&quot;STROKE&quot;,&quot;strokeStyle&quot;:&quot;rgba(23,23,23,1)&quot;,&quot;lineWidth&quot;:1.5,&quot;lineJoin&quot;:&quot;round&quot;}],&quot;isLocked&quot;:false,&quot;parent&quot;:{&quot;type&quot;:&quot;CHILD&quot;,&quot;parentId&quot;:&quot;ec5f9726-5be2-4d5f-9906-cc9e08ff1865&quot;,&quot;order&quot;:&quot;999999999999999999999&quot;}},&quot;b6e9ebbb-7859-45c3-8d2e-455be28080d3&quot;:{&quot;type&quot;:&quot;FIGURE_OBJECT&quot;,&quot;id&quot;:&quot;b6e9ebbb-7859-45c3-8d2e-455be28080d3&quot;,&quot;relativeTransform&quot;:{&quot;translate&quot;:{&quot;x&quot;:0,&quot;y&quot;:0},&quot;rotate&quot;:0},&quot;text&quot;:{&quot;textData&quot;:{&quot;lineSpacing&quot;:&quot;normal&quot;,&quot;alignment&quot;:&quot;center&quot;,&quot;lines&quot;:[{&quot;runs&quot;:[{&quot;style&quot;:{&quot;fontFamily&quot;:&quot;Roboto&quot;,&quot;fontSize&quot;:16,&quot;color&quot;:&quot;rgba(23,23,23,1)&quot;,&quot;fontWeight&quot;:&quot;bold&quot;,&quot;fontStyle&quot;:&quot;normal&quot;,&quot;decoration&quot;:&quot;none&quot;,&quot;script&quot;:&quot;none&quot;},&quot;range&quot;:[0,0]}],&quot;text&quot;:&quot;6&quot;}],&quot;verticalAlign&quot;:&quot;TOP&quot;,&quot;_lastCaretLocation&quot;:{&quot;lineIndex&quot;:0,&quot;runIndex&quot;:-1,&quot;charIndex&quot;:-1,&quot;endOfLine&quot;:true}},&quot;size&quot;:{&quot;x&quot;:20.718049501042092,&quot;y&quot;:19},&quot;targetSize&quot;:{&quot;x&quot;:20.718049501042092,&quot;y&quot;:2},&quot;format&quot;:&quot;BETTER_TEXT&quot;},&quot;parent&quot;:{&quot;type&quot;:&quot;CHILD&quot;,&quot;parentId&quot;:&quot;cb3ff6ae-9d70-4831-bda7-3297a6c42e8f&quot;,&quot;order&quot;:&quot;5&quot;}},&quot;aef671b5-7eaf-4d00-99c1-e926b6042211&quot;:{&quot;type&quot;:&quot;FIGURE_OBJECT&quot;,&quot;id&quot;:&quot;aef671b5-7eaf-4d00-99c1-e926b6042211&quot;,&quot;relativeTransform&quot;:{&quot;translate&quot;:{&quot;x&quot;:244.57372092554664,&quot;y&quot;:-238.25465684632113},&quot;rotate&quot;:0,&quot;skewX&quot;:0,&quot;scale&quot;:{&quot;x&quot;:1,&quot;y&quot;:1}},&quot;layout&quot;:{&quot;sizeRatio&quot;:{&quot;x&quot;:0.88,&quot;y&quot;:0.88},&quot;keepAspectRatio&quot;:true},&quot;opacity&quot;:1,&quot;path&quot;:{&quot;type&quot;:&quot;ELLIPSE&quot;,&quot;size&quot;:{&quot;x&quot;:23.54323806936601,&quot;y&quot;:24.24011791621923}},&quot;pathStyles&quot;:[{&quot;type&quot;:&quot;FILL&quot;,&quot;fillStyle&quot;:&quot;rgba(255,255,255,1)&quot;},{&quot;type&quot;:&quot;STROKE&quot;,&quot;strokeStyle&quot;:&quot;rgba(23,23,23,1)&quot;,&quot;lineWidth&quot;:1.5,&quot;lineJoin&quot;:&quot;round&quot;}],&quot;isLocked&quot;:false,&quot;parent&quot;:{&quot;type&quot;:&quot;CHILD&quot;,&quot;parentId&quot;:&quot;ec5f9726-5be2-4d5f-9906-cc9e08ff1865&quot;,&quot;order&quot;:&quot;9999999999999999999995&quot;}},&quot;69f2e92f-a18f-4ff2-9d05-0f83730d9dd9&quot;:{&quot;type&quot;:&quot;FIGURE_OBJECT&quot;,&quot;id&quot;:&quot;69f2e92f-a18f-4ff2-9d05-0f83730d9dd9&quot;,&quot;relativeTransform&quot;:{&quot;translate&quot;:{&quot;x&quot;:0,&quot;y&quot;:0},&quot;rotate&quot;:0},&quot;text&quot;:{&quot;textData&quot;:{&quot;lineSpacing&quot;:&quot;normal&quot;,&quot;alignment&quot;:&quot;center&quot;,&quot;lines&quot;:[{&quot;runs&quot;:[{&quot;style&quot;:{&quot;fontFamily&quot;:&quot;Roboto&quot;,&quot;fontSize&quot;:16,&quot;color&quot;:&quot;rgba(23,23,23,1)&quot;,&quot;fontWeight&quot;:&quot;bold&quot;,&quot;fontStyle&quot;:&quot;normal&quot;,&quot;decoration&quot;:&quot;none&quot;,&quot;script&quot;:&quot;none&quot;},&quot;range&quot;:[0,0]}],&quot;text&quot;:&quot;7&quot;}],&quot;verticalAlign&quot;:&quot;TOP&quot;,&quot;_lastCaretLocation&quot;:{&quot;lineIndex&quot;:0,&quot;runIndex&quot;:-1,&quot;charIndex&quot;:-1,&quot;endOfLine&quot;:true}},&quot;size&quot;:{&quot;x&quot;:20.718049501042092,&quot;y&quot;:19},&quot;targetSize&quot;:{&quot;x&quot;:20.718049501042092,&quot;y&quot;:2},&quot;format&quot;:&quot;BETTER_TEXT&quot;},&quot;parent&quot;:{&quot;type&quot;:&quot;CHILD&quot;,&quot;parentId&quot;:&quot;aef671b5-7eaf-4d00-99c1-e926b6042211&quot;,&quot;order&quot;:&quot;5&quot;}},&quot;65c07ae7-17c4-4dbf-bf7a-993f408b2cc9&quot;:{&quot;id&quot;:&quot;65c07ae7-17c4-4dbf-bf7a-993f408b2cc9&quot;,&quot;type&quot;:&quot;FIGURE_OBJECT&quot;,&quot;relativeTransform&quot;:{&quot;translate&quot;:{&quot;x&quot;:-393.3804030252809,&quot;y&quot;:-201.718382405893},&quot;rotate&quot;:0,&quot;skewX&quot;:0,&quot;scale&quot;:{&quot;x&quot;:1,&quot;y&quot;:1}},&quot;text&quot;:{&quot;textData&quot;:{&quot;lineSpacing&quot;:&quot;normal&quot;,&quot;alignment&quot;:&quot;center&quot;,&quot;verticalAlign&quot;:&quot;TOP&quot;,&quot;lines&quot;:[{&quot;runs&quot;:[{&quot;style&quot;:{&quot;fontFamily&quot;:&quot;Roboto&quot;,&quot;fontSize&quot;:16,&quot;color&quot;:&quot;black&quot;,&quot;fontWeight&quot;:&quot;bold&quot;,&quot;fontStyle&quot;:&quot;normal&quot;,&quot;decoration&quot;:&quot;none&quot;},&quot;range&quot;:[0,6]}],&quot;text&quot;:&quot;Binding&quot;},{&quot;runs&quot;:[{&quot;style&quot;:{&quot;fontFamily&quot;:&quot;Roboto&quot;,&quot;fontSize&quot;:16,&quot;color&quot;:&quot;black&quot;,&quot;fontWeight&quot;:&quot;bold&quot;,&quot;fontStyle&quot;:&quot;normal&quot;,&quot;decoration&quot;:&quot;none&quot;,&quot;script&quot;:&quot;none&quot;},&quot;range&quot;:[0,5]}],&quot;text&quot;:&quot;to LPS&quot;}],&quot;_lastCaretLocation&quot;:{&quot;lineIndex&quot;:1,&quot;runIndex&quot;:-1,&quot;charIndex&quot;:-1,&quot;endOfLine&quot;:true}},&quot;format&quot;:&quot;BETTER_TEXT&quot;,&quot;size&quot;:{&quot;x&quot;:58.03125,&quot;y&quot;:37.08},&quot;targetSize&quot;:{&quot;x&quot;:56.6484375,&quot;y&quot;:19}},&quot;parent&quot;:{&quot;type&quot;:&quot;CHILD&quot;,&quot;parentId&quot;:&quot;ec5f9726-5be2-4d5f-9906-cc9e08ff1865&quot;,&quot;order&quot;:&quot;9999999999999999999998&quot;}},&quot;8e56f7ed-ba23-427b-b9f9-81025af14657&quot;:{&quot;type&quot;:&quot;FIGURE_OBJECT&quot;,&quot;id&quot;:&quot;8e56f7ed-ba23-427b-b9f9-81025af14657&quot;,&quot;relativeTransform&quot;:{&quot;translate&quot;:{&quot;x&quot;:-278.568878994201,&quot;y&quot;:-238.25465684632113},&quot;rotate&quot;:0,&quot;skewX&quot;:0,&quot;scale&quot;:{&quot;x&quot;:1,&quot;y&quot;:1}},&quot;layout&quot;:{&quot;sizeRatio&quot;:{&quot;x&quot;:0.88,&quot;y&quot;:0.88},&quot;keepAspectRatio&quot;:true},&quot;opacity&quot;:1,&quot;path&quot;:{&quot;type&quot;:&quot;ELLIPSE&quot;,&quot;size&quot;:{&quot;x&quot;:23.54323806936601,&quot;y&quot;:24.24011791621923}},&quot;pathStyles&quot;:[{&quot;type&quot;:&quot;FILL&quot;,&quot;fillStyle&quot;:&quot;rgba(255,255,255,1)&quot;},{&quot;type&quot;:&quot;STROKE&quot;,&quot;strokeStyle&quot;:&quot;rgba(23,23,23,1)&quot;,&quot;lineWidth&quot;:1.5,&quot;lineJoin&quot;:&quot;round&quot;}],&quot;isLocked&quot;:false,&quot;parent&quot;:{&quot;type&quot;:&quot;CHILD&quot;,&quot;parentId&quot;:&quot;ec5f9726-5be2-4d5f-9906-cc9e08ff1865&quot;,&quot;order&quot;:&quot;99999999999999999999985&quot;}},&quot;080b97f2-d199-4df4-9b5b-da1c44a39d72&quot;:{&quot;type&quot;:&quot;FIGURE_OBJECT&quot;,&quot;id&quot;:&quot;080b97f2-d199-4df4-9b5b-da1c44a39d72&quot;,&quot;relativeTransform&quot;:{&quot;translate&quot;:{&quot;x&quot;:0,&quot;y&quot;:0},&quot;rotate&quot;:0},&quot;text&quot;:{&quot;textData&quot;:{&quot;lineSpacing&quot;:&quot;normal&quot;,&quot;alignment&quot;:&quot;center&quot;,&quot;lines&quot;:[{&quot;runs&quot;:[{&quot;style&quot;:{&quot;fontFamily&quot;:&quot;Roboto&quot;,&quot;fontSize&quot;:16,&quot;color&quot;:&quot;rgba(23,23,23,1)&quot;,&quot;fontWeight&quot;:&quot;bold&quot;,&quot;fontStyle&quot;:&quot;normal&quot;,&quot;decoration&quot;:&quot;none&quot;,&quot;script&quot;:&quot;none&quot;},&quot;range&quot;:[0,0]}],&quot;text&quot;:&quot;2&quot;}],&quot;verticalAlign&quot;:&quot;TOP&quot;,&quot;_lastCaretLocation&quot;:{&quot;lineIndex&quot;:0,&quot;runIndex&quot;:-1,&quot;charIndex&quot;:-1,&quot;endOfLine&quot;:true}},&quot;size&quot;:{&quot;x&quot;:20.718049501042092,&quot;y&quot;:19},&quot;targetSize&quot;:{&quot;x&quot;:20.718049501042092,&quot;y&quot;:2},&quot;format&quot;:&quot;BETTER_TEXT&quot;},&quot;parent&quot;:{&quot;type&quot;:&quot;CHILD&quot;,&quot;parentId&quot;:&quot;8e56f7ed-ba23-427b-b9f9-81025af14657&quot;,&quot;order&quot;:&quot;5&quot;}},&quot;8f81a295-ba3a-4772-ab9b-fbbcbdfbf865&quot;:{&quot;id&quot;:&quot;8f81a295-ba3a-4772-ab9b-fbbcbdfbf865&quot;,&quot;type&quot;:&quot;FIGURE_OBJECT&quot;,&quot;relativeTransform&quot;:{&quot;translate&quot;:{&quot;x&quot;:-278.568878994201,&quot;y&quot;:-201.71838240589304},&quot;rotate&quot;:0,&quot;skewX&quot;:0,&quot;scale&quot;:{&quot;x&quot;:1,&quot;y&quot;:1}},&quot;text&quot;:{&quot;textData&quot;:{&quot;lineSpacing&quot;:&quot;normal&quot;,&quot;alignment&quot;:&quot;center&quot;,&quot;verticalAlign&quot;:&quot;TOP&quot;,&quot;lines&quot;:[{&quot;runs&quot;:[{&quot;style&quot;:{&quot;fontFamily&quot;:&quot;Roboto&quot;,&quot;fontSize&quot;:16,&quot;color&quot;:&quot;black&quot;,&quot;fontWeight&quot;:&quot;bold&quot;,&quot;fontStyle&quot;:&quot;normal&quot;,&quot;decoration&quot;:&quot;none&quot;,&quot;script&quot;:&quot;none&quot;},&quot;range&quot;:[0,13]}],&quot;text&quot;:&quot;Release of LPS&quot;}],&quot;_lastCaretLocation&quot;:{&quot;lineIndex&quot;:0,&quot;runIndex&quot;:-1,&quot;charIndex&quot;:-1,&quot;endOfLine&quot;:true}},&quot;format&quot;:&quot;BETTER_TEXT&quot;,&quot;size&quot;:{&quot;x&quot;:61.1875,&quot;y&quot;:37.08},&quot;targetSize&quot;:{&quot;x&quot;:56.6484375,&quot;y&quot;:19}},&quot;parent&quot;:{&quot;type&quot;:&quot;CHILD&quot;,&quot;parentId&quot;:&quot;ec5f9726-5be2-4d5f-9906-cc9e08ff1865&quot;,&quot;order&quot;:&quot;9999999999999999999999&quot;}},&quot;0b853535-7d9e-45db-9d56-8f176908bd02&quot;:{&quot;type&quot;:&quot;FIGURE_OBJECT&quot;,&quot;id&quot;:&quot;0b853535-7d9e-45db-9d56-8f176908bd02&quot;,&quot;relativeTransform&quot;:{&quot;translate&quot;:{&quot;x&quot;:-82.23046618326299,&quot;y&quot;:-238.25465684632113},&quot;rotate&quot;:0,&quot;skewX&quot;:0,&quot;scale&quot;:{&quot;x&quot;:1,&quot;y&quot;:1}},&quot;layout&quot;:{&quot;sizeRatio&quot;:{&quot;x&quot;:0.88,&quot;y&quot;:0.88},&quot;keepAspectRatio&quot;:true},&quot;opacity&quot;:1,&quot;path&quot;:{&quot;type&quot;:&quot;ELLIPSE&quot;,&quot;size&quot;:{&quot;x&quot;:23.54323806936601,&quot;y&quot;:24.24011791621923}},&quot;pathStyles&quot;:[{&quot;type&quot;:&quot;FILL&quot;,&quot;fillStyle&quot;:&quot;rgba(255,255,255,1)&quot;},{&quot;type&quot;:&quot;STROKE&quot;,&quot;strokeStyle&quot;:&quot;rgba(23,23,23,1)&quot;,&quot;lineWidth&quot;:1.5,&quot;lineJoin&quot;:&quot;round&quot;}],&quot;isLocked&quot;:false,&quot;parent&quot;:{&quot;type&quot;:&quot;CHILD&quot;,&quot;parentId&quot;:&quot;ec5f9726-5be2-4d5f-9906-cc9e08ff1865&quot;,&quot;order&quot;:&quot;99999999999999999999992&quot;}},&quot;b121746c-229d-4dfe-aa2e-191eafec0028&quot;:{&quot;type&quot;:&quot;FIGURE_OBJECT&quot;,&quot;id&quot;:&quot;b121746c-229d-4dfe-aa2e-191eafec0028&quot;,&quot;relativeTransform&quot;:{&quot;translate&quot;:{&quot;x&quot;:0,&quot;y&quot;:0},&quot;rotate&quot;:0},&quot;text&quot;:{&quot;textData&quot;:{&quot;lineSpacing&quot;:&quot;normal&quot;,&quot;alignment&quot;:&quot;center&quot;,&quot;lines&quot;:[{&quot;runs&quot;:[{&quot;style&quot;:{&quot;fontFamily&quot;:&quot;Roboto&quot;,&quot;fontSize&quot;:16,&quot;color&quot;:&quot;rgba(23,23,23,1)&quot;,&quot;fontWeight&quot;:&quot;bold&quot;,&quot;fontStyle&quot;:&quot;normal&quot;,&quot;decoration&quot;:&quot;none&quot;,&quot;script&quot;:&quot;none&quot;},&quot;range&quot;:[0,0]}],&quot;text&quot;:&quot;3&quot;}],&quot;verticalAlign&quot;:&quot;TOP&quot;,&quot;_lastCaretLocation&quot;:{&quot;lineIndex&quot;:0,&quot;runIndex&quot;:-1,&quot;charIndex&quot;:-1,&quot;endOfLine&quot;:true}},&quot;size&quot;:{&quot;x&quot;:20.718049501042092,&quot;y&quot;:19},&quot;targetSize&quot;:{&quot;x&quot;:20.718049501042092,&quot;y&quot;:2},&quot;format&quot;:&quot;BETTER_TEXT&quot;},&quot;parent&quot;:{&quot;type&quot;:&quot;CHILD&quot;,&quot;parentId&quot;:&quot;0b853535-7d9e-45db-9d56-8f176908bd02&quot;,&quot;order&quot;:&quot;5&quot;}},&quot;0f754e57-7d60-43ca-a7e3-12ddc6054049&quot;:{&quot;id&quot;:&quot;0f754e57-7d60-43ca-a7e3-12ddc6054049&quot;,&quot;type&quot;:&quot;FIGURE_OBJECT&quot;,&quot;relativeTransform&quot;:{&quot;translate&quot;:{&quot;x&quot;:-82.230466183263,&quot;y&quot;:-183.63838240589303},&quot;rotate&quot;:0,&quot;skewX&quot;:0,&quot;scale&quot;:{&quot;x&quot;:1,&quot;y&quot;:1}},&quot;text&quot;:{&quot;textData&quot;:{&quot;lineSpacing&quot;:&quot;normal&quot;,&quot;alignment&quot;:&quot;center&quot;,&quot;verticalAlign&quot;:&quot;TOP&quot;,&quot;lines&quot;:[{&quot;runs&quot;:[{&quot;style&quot;:{&quot;fontFamily&quot;:&quot;Roboto&quot;,&quot;fontSize&quot;:16,&quot;color&quot;:&quot;black&quot;,&quot;fontWeight&quot;:&quot;bold&quot;,&quot;fontStyle&quot;:&quot;normal&quot;,&quot;decoration&quot;:&quot;none&quot;,&quot;script&quot;:&quot;none&quot;},&quot;range&quot;:[0,23]}],&quot;text&quot;:&quot;Damage to outer membrane&quot;,&quot;baseStyle&quot;:{&quot;fontFamily&quot;:&quot;Roboto&quot;,&quot;fontSize&quot;:16,&quot;color&quot;:&quot;black&quot;,&quot;fontWeight&quot;:&quot;bold&quot;,&quot;fontStyle&quot;:&quot;normal&quot;,&quot;decoration&quot;:&quot;none&quot;,&quot;script&quot;:&quot;none&quot;}},{&quot;runs&quot;:[{&quot;style&quot;:{&quot;fontFamily&quot;:&quot;Roboto&quot;,&quot;fontSize&quot;:16,&quot;color&quot;:&quot;black&quot;,&quot;fontWeight&quot;:&quot;bold&quot;,&quot;fontStyle&quot;:&quot;normal&quot;,&quot;decoration&quot;:&quot;none&quot;,&quot;script&quot;:&quot;none&quot;},&quot;range&quot;:[0,22]}],&quot;text&quot;:&quot;and access to periplasm&quot;,&quot;baseStyle&quot;:{&quot;fontFamily&quot;:&quot;Roboto&quot;,&quot;fontSize&quot;:16,&quot;color&quot;:&quot;black&quot;,&quot;fontWeight&quot;:&quot;bold&quot;,&quot;fontStyle&quot;:&quot;normal&quot;,&quot;decoration&quot;:&quot;none&quot;,&quot;script&quot;:&quot;none&quot;}}],&quot;_lastCaretLocation&quot;:{&quot;lineIndex&quot;:0,&quot;runIndex&quot;:0,&quot;charIndex&quot;:20}},&quot;format&quot;:&quot;BETTER_TEXT&quot;,&quot;size&quot;:{&quot;x&quot;:129.7101238385735,&quot;y&quot;:73.24},&quot;targetSize&quot;:{&quot;x&quot;:129.7101238385735,&quot;y&quot;:73.24}},&quot;parent&quot;:{&quot;type&quot;:&quot;CHILD&quot;,&quot;parentId&quot;:&quot;ec5f9726-5be2-4d5f-9906-cc9e08ff1865&quot;,&quot;order&quot;:&quot;99999999999999999999995&quot;}},&quot;4161c798-f1d8-44b1-bef1-71554bce4177&quot;:{&quot;type&quot;:&quot;FIGURE_OBJECT&quot;,&quot;id&quot;:&quot;4161c798-f1d8-44b1-bef1-71554bce4177&quot;,&quot;relativeTransform&quot;:{&quot;translate&quot;:{&quot;x&quot;:-53.26367654652726,&quot;y&quot;:18.740558487208315},&quot;rotate&quot;:0,&quot;skewX&quot;:0,&quot;scale&quot;:{&quot;x&quot;:1,&quot;y&quot;:1}},&quot;layout&quot;:{&quot;sizeRatio&quot;:{&quot;x&quot;:0.88,&quot;y&quot;:0.88},&quot;keepAspectRatio&quot;:true},&quot;opacity&quot;:1,&quot;path&quot;:{&quot;type&quot;:&quot;ELLIPSE&quot;,&quot;size&quot;:{&quot;x&quot;:23.54323806936601,&quot;y&quot;:24.24011791621923}},&quot;pathStyles&quot;:[{&quot;type&quot;:&quot;FILL&quot;,&quot;fillStyle&quot;:&quot;rgba(255,255,255,1)&quot;},{&quot;type&quot;:&quot;STROKE&quot;,&quot;strokeStyle&quot;:&quot;rgba(23,23,23,1)&quot;,&quot;lineWidth&quot;:1.5,&quot;lineJoin&quot;:&quot;round&quot;}],&quot;isLocked&quot;:false,&quot;parent&quot;:{&quot;type&quot;:&quot;CHILD&quot;,&quot;parentId&quot;:&quot;ec5f9726-5be2-4d5f-9906-cc9e08ff1865&quot;,&quot;order&quot;:&quot;99999999999999999999996&quot;}},&quot;d371e570-f68f-4a84-a42c-53d0f7f61311&quot;:{&quot;type&quot;:&quot;FIGURE_OBJECT&quot;,&quot;id&quot;:&quot;d371e570-f68f-4a84-a42c-53d0f7f61311&quot;,&quot;relativeTransform&quot;:{&quot;translate&quot;:{&quot;x&quot;:0,&quot;y&quot;:0},&quot;rotate&quot;:0},&quot;text&quot;:{&quot;textData&quot;:{&quot;lineSpacing&quot;:&quot;normal&quot;,&quot;alignment&quot;:&quot;center&quot;,&quot;lines&quot;:[{&quot;runs&quot;:[{&quot;style&quot;:{&quot;fontFamily&quot;:&quot;Roboto&quot;,&quot;fontSize&quot;:16,&quot;color&quot;:&quot;rgba(23,23,23,1)&quot;,&quot;fontWeight&quot;:&quot;bold&quot;,&quot;fontStyle&quot;:&quot;normal&quot;,&quot;decoration&quot;:&quot;none&quot;,&quot;script&quot;:&quot;none&quot;},&quot;range&quot;:[0,0]}],&quot;text&quot;:&quot;4&quot;}],&quot;verticalAlign&quot;:&quot;TOP&quot;,&quot;_lastCaretLocation&quot;:{&quot;lineIndex&quot;:0,&quot;runIndex&quot;:-1,&quot;charIndex&quot;:-1,&quot;endOfLine&quot;:true}},&quot;size&quot;:{&quot;x&quot;:20.718049501042092,&quot;y&quot;:19},&quot;targetSize&quot;:{&quot;x&quot;:20.718049501042092,&quot;y&quot;:2},&quot;format&quot;:&quot;BETTER_TEXT&quot;},&quot;parent&quot;:{&quot;type&quot;:&quot;CHILD&quot;,&quot;parentId&quot;:&quot;4161c798-f1d8-44b1-bef1-71554bce4177&quot;,&quot;order&quot;:&quot;5&quot;}},&quot;c885bea3-14a4-4c72-8ac3-e163d7ab95d8&quot;:{&quot;id&quot;:&quot;c885bea3-14a4-4c72-8ac3-e163d7ab95d8&quot;,&quot;type&quot;:&quot;FIGURE_OBJECT&quot;,&quot;relativeTransform&quot;:{&quot;translate&quot;:{&quot;x&quot;:19.09102451837133,&quot;y&quot;:18.740558487208315},&quot;rotate&quot;:0,&quot;skewX&quot;:0,&quot;scale&quot;:{&quot;x&quot;:1,&quot;y&quot;:1}},&quot;text&quot;:{&quot;textData&quot;:{&quot;lineSpacing&quot;:&quot;normal&quot;,&quot;alignment&quot;:&quot;left&quot;,&quot;verticalAlign&quot;:&quot;TOP&quot;,&quot;lines&quot;:[{&quot;runs&quot;:[{&quot;style&quot;:{&quot;fontFamily&quot;:&quot;Roboto&quot;,&quot;fontSize&quot;:16,&quot;color&quot;:&quot;black&quot;,&quot;fontWeight&quot;:&quot;bold&quot;,&quot;fontStyle&quot;:&quot;normal&quot;,&quot;decoration&quot;:&quot;none&quot;},&quot;range&quot;:[0,13]}],&quot;text&quot;:&quot;Binding to LPS&quot;}],&quot;_lastCaretLocation&quot;:{&quot;lineIndex&quot;:0,&quot;runIndex&quot;:0,&quot;charIndex&quot;:8}},&quot;format&quot;:&quot;BETTER_TEXT&quot;,&quot;size&quot;:{&quot;x&quot;:111.5920518673629,&quot;y&quot;:19},&quot;targetSize&quot;:{&quot;x&quot;:111.5920518673629,&quot;y&quot;:19}},&quot;parent&quot;:{&quot;type&quot;:&quot;CHILD&quot;,&quot;parentId&quot;:&quot;ec5f9726-5be2-4d5f-9906-cc9e08ff1865&quot;,&quot;order&quot;:&quot;99999999999999999999997&quot;}},&quot;950b98a2-4824-45e5-82e5-b6601727587c&quot;:{&quot;id&quot;:&quot;950b98a2-4824-45e5-82e5-b6601727587c&quot;,&quot;type&quot;:&quot;FIGURE_OBJECT&quot;,&quot;relativeTransform&quot;:{&quot;translate&quot;:{&quot;x&quot;:138.1885873083616,&quot;y&quot;:141.9594345196742},&quot;rotate&quot;:0,&quot;skewX&quot;:0,&quot;scale&quot;:{&quot;x&quot;:1,&quot;y&quot;:1}},&quot;text&quot;:{&quot;textData&quot;:{&quot;lineSpacing&quot;:&quot;normal&quot;,&quot;alignment&quot;:&quot;left&quot;,&quot;verticalAlign&quot;:&quot;TOP&quot;,&quot;lines&quot;:[{&quot;runs&quot;:[{&quot;style&quot;:{&quot;fontFamily&quot;:&quot;Roboto&quot;,&quot;fontSize&quot;:16,&quot;color&quot;:&quot;black&quot;,&quot;fontWeight&quot;:&quot;bold&quot;,&quot;fontStyle&quot;:&quot;normal&quot;,&quot;decoration&quot;:&quot;none&quot;,&quot;script&quot;:&quot;none&quot;},&quot;range&quot;:[0,48]}],&quot;text&quot;:&quot;Release of LPS and damage to cytoplasmic membrane&quot;}],&quot;_lastCaretLocation&quot;:{&quot;lineIndex&quot;:0,&quot;runIndex&quot;:0,&quot;charIndex&quot;:29}},&quot;format&quot;:&quot;BETTER_TEXT&quot;,&quot;size&quot;:{&quot;x&quot;:173.47755728161098,&quot;y&quot;:55.16},&quot;targetSize&quot;:{&quot;x&quot;:173.47755728161098,&quot;y&quot;:55.16}},&quot;parent&quot;:{&quot;type&quot;:&quot;CHILD&quot;,&quot;parentId&quot;:&quot;ec5f9726-5be2-4d5f-9906-cc9e08ff1865&quot;,&quot;order&quot;:&quot;99999999999999999999998&quot;}},&quot;b657e10a-e304-42bb-8529-1758a55e7b9b&quot;:{&quot;type&quot;:&quot;FIGURE_OBJECT&quot;,&quot;id&quot;:&quot;b657e10a-e304-42bb-8529-1758a55e7b9b&quot;,&quot;relativeTransform&quot;:{&quot;translate&quot;:{&quot;x&quot;:-14.473601649429193,&quot;y&quot;:150.9157243671735},&quot;rotate&quot;:0,&quot;skewX&quot;:0,&quot;scale&quot;:{&quot;x&quot;:1,&quot;y&quot;:1}},&quot;opacity&quot;:1,&quot;path&quot;:{&quot;type&quot;:&quot;POLY_LINE&quot;,&quot;points&quot;:[{&quot;x&quot;:-58.148774326908125,&quot;y&quot;:0},{&quot;x&quot;:-9.206551381690323,&quot;y&quot;:0}],&quot;closed&quot;:false},&quot;pathStyles&quot;:[{&quot;type&quot;:&quot;FILL&quot;,&quot;fillStyle&quot;:&quot;rgba(0,0,0,0)&quot;},{&quot;type&quot;:&quot;STROKE&quot;,&quot;strokeStyle&quot;:&quot;#C03830&quot;,&quot;lineWidth&quot;:2,&quot;lineJoin&quot;:&quot;round&quot;}],&quot;pathMarkers&quot;:{&quot;markerEnd&quot;:{&quot;type&quot;:&quot;PATH&quot;,&quot;units&quot;:{&quot;type&quot;:&quot;STROKE_WIDTH&quot;,&quot;scale&quot;:1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isLocked&quot;:false,&quot;parent&quot;:{&quot;type&quot;:&quot;CHILD&quot;,&quot;parentId&quot;:&quot;ec5f9726-5be2-4d5f-9906-cc9e08ff1865&quot;,&quot;order&quot;:&quot;99999999999999999999999&quot;},&quot;connectorInfo&quot;:{&quot;connectedObjects&quot;:[],&quot;type&quot;:&quot;LINE&quot;,&quot;offset&quot;:{&quot;x&quot;:0,&quot;y&quot;:0},&quot;bending&quot;:0.1,&quot;firstElementIsHead&quot;:true,&quot;customized&quot;:false}},&quot;e5c29665-8646-47cb-b07e-d02a765d0b72&quot;:{&quot;type&quot;:&quot;FIGURE_OBJECT&quot;,&quot;id&quot;:&quot;e5c29665-8646-47cb-b07e-d02a765d0b72&quot;,&quot;relativeTransform&quot;:{&quot;translate&quot;:{&quot;x&quot;:-166.24497637655125,&quot;y&quot;:-158.3347780870537},&quot;rotate&quot;:1.2325951644078312e-32},&quot;opacity&quot;:1,&quot;path&quot;:{&quot;type&quot;:&quot;POLY_LINE&quot;,&quot;points&quot;:[{&quot;x&quot;:-154.84515793200782,&quot;y&quot;:0},{&quot;x&quot;:-80.25633004651844,&quot;y&quot;:0},{&quot;x&quot;:-72.3498651879916,&quot;y&quot;:0}],&quot;closed&quot;:false},&quot;pathStyles&quot;:[{&quot;type&quot;:&quot;FILL&quot;,&quot;fillStyle&quot;:&quot;rgba(0,0,0,0)&quot;},{&quot;type&quot;:&quot;STROKE&quot;,&quot;strokeStyle&quot;:&quot;#C03830&quot;,&quot;lineWidth&quot;:2,&quot;lineJoin&quot;:&quot;round&quot;}],&quot;pathMarkers&quot;:{&quot;markerEnd&quot;:{&quot;type&quot;:&quot;PATH&quot;,&quot;units&quot;:{&quot;type&quot;:&quot;STROKE_WIDTH&quot;,&quot;scale&quot;:1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isLocked&quot;:false,&quot;parent&quot;:{&quot;type&quot;:&quot;CHILD&quot;,&quot;parentId&quot;:&quot;ec5f9726-5be2-4d5f-9906-cc9e08ff1865&quot;,&quot;order&quot;:&quot;999999999999999999999995&quot;},&quot;connectorInfo&quot;:{&quot;connectedObjects&quot;:[],&quot;type&quot;:&quot;LINE&quot;,&quot;offset&quot;:{&quot;x&quot;:0,&quot;y&quot;:0},&quot;bending&quot;:0.1,&quot;firstElementIsHead&quot;:true,&quot;customized&quot;:false}},&quot;648eb804-c7eb-4d97-82dc-0d6d105adbdf&quot;:{&quot;type&quot;:&quot;FIGURE_OBJECT&quot;,&quot;id&quot;:&quot;648eb804-c7eb-4d97-82dc-0d6d105adbdf&quot;,&quot;relativeTransform&quot;:{&quot;translate&quot;:{&quot;x&quot;:-289.0376362273829,&quot;y&quot;:-216.2348353053782},&quot;rotate&quot;:1.5707963267948966},&quot;opacity&quot;:1,&quot;path&quot;:{&quot;type&quot;:&quot;POLY_LINE&quot;,&quot;points&quot;:[{&quot;x&quot;:-76.27620271413402,&quot;y&quot;:131.66720013017937},{&quot;x&quot;:-76.27620271413402,&quot;y&quot;:-131.66720013017937},{&quot;x&quot;:76.27620271413402,&quot;y&quot;:-131.66720013017937}],&quot;closed&quot;:false,&quot;cornerRounding&quot;:{&quot;type&quot;:&quot;ARC_LENGTH&quot;,&quot;global&quot;:204.046982721319},&quot;selectedObjectIds&quot;:[&quot;fbdfa3cd-f7c2-4333-99ed-70fad1a94e55&quot;]},&quot;pathStyles&quot;:[{&quot;type&quot;:&quot;FILL&quot;,&quot;fillStyle&quot;:&quot;rgba(0,0,0,0)&quot;},{&quot;type&quot;:&quot;STROKE&quot;,&quot;strokeStyle&quot;:&quot;#C03830&quot;,&quot;lineWidth&quot;:2,&quot;lineJoin&quot;:&quot;round&quot;}],&quot;pathMarkers&quot;:{&quot;markerEnd&quot;:{&quot;type&quot;:&quot;PATH&quot;,&quot;units&quot;:{&quot;type&quot;:&quot;STROKE_WIDTH&quot;,&quot;scale&quot;:1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isLocked&quot;:false,&quot;parent&quot;:{&quot;type&quot;:&quot;CHILD&quot;,&quot;parentId&quot;:&quot;ec5f9726-5be2-4d5f-9906-cc9e08ff1865&quot;,&quot;order&quot;:&quot;999999999999999999999997&quot;},&quot;connectorInfo&quot;:{&quot;connectedObjects&quot;:[],&quot;type&quot;:&quot;ELBOW&quot;,&quot;offset&quot;:{&quot;x&quot;:0,&quot;y&quot;:0},&quot;bending&quot;:-0.1,&quot;firstElementIsHead&quot;:true,&quot;customized&quot;:false}},&quot;7ead8c09-6d76-4abe-8ee6-a40456c442ec&quot;:{&quot;type&quot;:&quot;FIGURE_OBJECT&quot;,&quot;id&quot;:&quot;7ead8c09-6d76-4abe-8ee6-a40456c442ec&quot;,&quot;relativeTransform&quot;:{&quot;translate&quot;:{&quot;x&quot;:-106.46617440656229,&quot;y&quot;:8.359570968847246},&quot;rotate&quot;:1.5707963267948966,&quot;skewX&quot;:0,&quot;scale&quot;:{&quot;x&quot;:1,&quot;y&quot;:1}},&quot;opacity&quot;:1,&quot;path&quot;:{&quot;type&quot;:&quot;POLY_LINE&quot;,&quot;points&quot;:[{&quot;x&quot;:-93.74300775664423,&quot;y&quot;:-24.235708223299298},{&quot;x&quot;:93.74300775664423,&quot;y&quot;:-24.235708223299298}],&quot;closed&quot;:false,&quot;cornerRounding&quot;:{&quot;type&quot;:&quot;ARC_LENGTH&quot;,&quot;global&quot;:28.72243418967387},&quot;selectedObjectIds&quot;:[&quot;62b36fe8-d151-4e3f-8052-ec4c0346b14a&quot;]},&quot;pathStyles&quot;:[{&quot;type&quot;:&quot;FILL&quot;,&quot;fillStyle&quot;:&quot;rgba(0,0,0,0)&quot;},{&quot;type&quot;:&quot;STROKE&quot;,&quot;strokeStyle&quot;:&quot;#C03830&quot;,&quot;lineWidth&quot;:2,&quot;lineJoin&quot;:&quot;round&quot;}],&quot;pathMarkers&quot;:{&quot;markerEnd&quot;:{&quot;type&quot;:&quot;PATH&quot;,&quot;units&quot;:{&quot;type&quot;:&quot;STROKE_WIDTH&quot;,&quot;scale&quot;:1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isLocked&quot;:false,&quot;parent&quot;:{&quot;type&quot;:&quot;CHILD&quot;,&quot;parentId&quot;:&quot;ec5f9726-5be2-4d5f-9906-cc9e08ff1865&quot;,&quot;order&quot;:&quot;999999999999999999999999992&quot;},&quot;connectorInfo&quot;:{&quot;connectedObjects&quot;:[],&quot;type&quot;:&quot;ELBOW&quot;,&quot;offset&quot;:{&quot;x&quot;:0,&quot;y&quot;:0},&quot;bending&quot;:-0.1,&quot;firstElementIsHead&quot;:true,&quot;customized&quot;:false}},&quot;8310479b-ffb5-4810-bd92-12d003863d63&quot;:{&quot;type&quot;:&quot;FIGURE_OBJECT&quot;,&quot;id&quot;:&quot;8310479b-ffb5-4810-bd92-12d003863d63&quot;,&quot;parent&quot;:{&quot;type&quot;:&quot;CHILD&quot;,&quot;parentId&quot;:&quot;ec5f9726-5be2-4d5f-9906-cc9e08ff1865&quot;,&quot;order&quot;:&quot;999999999999999999999999995&quot;},&quot;relativeTransform&quot;:{&quot;translate&quot;:{&quot;x&quot;:-101.62079705119976,&quot;y&quot;:40.270658591271726},&quot;rotate&quot;:-0.5796793220048497,&quot;skewX&quot;:-1.6653345369377405e-16,&quot;scale&quot;:{&quot;x&quot;:0.9999999999999983,&quot;y&quot;:0.9999999999999983}}},&quot;0676774c-64f3-4db9-b7fc-e38fef03594f&quot;:{&quot;id&quot;:&quot;0676774c-64f3-4db9-b7fc-e38fef03594f&quot;,&quot;name&quot;:&quot;Sphere&quot;,&quot;displayName&quot;:&quot;&quot;,&quot;type&quot;:&quot;FIGURE_OBJECT&quot;,&quot;relativeTransform&quot;:{&quot;translate&quot;:{&quot;x&quot;:98.85989277780374,&quot;y&quot;:-126.53396493860443},&quot;rotate&quot;:6.283185307179586,&quot;skewX&quot;:0,&quot;scale&quot;:{&quot;x&quot;:-0.3984490257442165,&quot;y&quot;:0.3984490257442165}},&quot;image&quot;:{&quot;url&quot;:&quot;https://icons.biorender.com/biorender/5f4529c2929bce0028c9f877/sphere.png&quot;,&quot;fallbackUrl&quot;:&quot;https://res.cloudinary.com/dlcjuc3ej/image/upload/v1598368171/ew6k84mtkvzvpdegkgon.svg#/keystone/api/icons/5f4529c2929bce0028c9f877/sphere.svg#/keystone/api/icons/5f4529c2929bce0028c9f877/sphere.svg&quot;,&quot;isPremium&quot;:false,&quot;size&quot;:{&quot;x&quot;:50,&quot;y&quot;:50}},&quot;source&quot;:{&quot;id&quot;:&quot;5b8847989629ce1400901caa&quot;,&quot;type&quot;:&quot;ASSETS&quot;},&quot;isPremium&quot;:false,&quot;parent&quot;:{&quot;type&quot;:&quot;CHILD&quot;,&quot;parentId&quot;:&quot;8310479b-ffb5-4810-bd92-12d003863d63&quot;,&quot;order&quot;:&quot;5&quot;}},&quot;391aa9b1-6064-44c2-8e12-28598c5bed1d&quot;:{&quot;type&quot;:&quot;FIGURE_OBJECT&quot;,&quot;id&quot;:&quot;391aa9b1-6064-44c2-8e12-28598c5bed1d&quot;,&quot;relativeTransform&quot;:{&quot;translate&quot;:{&quot;x&quot;:98.8598513251132,&quot;y&quot;:-132.7093675387338},&quot;rotate&quot;:4.71238898038469},&quot;opacity&quot;:1,&quot;path&quot;:{&quot;type&quot;:&quot;POLY_LINE&quot;,&quot;points&quot;:[{&quot;x&quot;:-12.747998857824594,&quot;y&quot;:0},{&quot;x&quot;:-38.007879046069675,&quot;y&quot;:0}],&quot;closed&quot;:false},&quot;pathStyles&quot;:[{&quot;type&quot;:&quot;FILL&quot;,&quot;fillStyle&quot;:&quot;rgba(0,0,0,0)&quot;},{&quot;type&quot;:&quot;STROKE&quot;,&quot;strokeStyle&quot;:&quot;rgba(148,34,31,1)&quot;,&quot;lineWidth&quot;:3.040630323685574,&quot;lineJoin&quot;:&quot;round&quot;}],&quot;isLocked&quot;:false,&quot;parent&quot;:{&quot;type&quot;:&quot;CHILD&quot;,&quot;parentId&quot;:&quot;8310479b-ffb5-4810-bd92-12d003863d63&quot;,&quot;order&quot;:&quot;2&quot;},&quot;connectorInfo&quot;:{&quot;connectedObjects&quot;:[],&quot;type&quot;:&quot;LINE&quot;,&quot;offset&quot;:{&quot;x&quot;:0,&quot;y&quot;:0},&quot;bending&quot;:0.1,&quot;firstElementIsHead&quot;:true,&quot;customized&quot;:false},&quot;pathMarkers&quot;:{&quot;markerEnd&quot;:{&quot;type&quot;:&quot;PATH&quot;,&quot;units&quot;:{&quot;type&quot;:&quot;STROKE_WIDTH&quot;,&quot;scale&quot;:1},&quot;orient&quot;:{&quot;type&quot;:&quot;AUTO_START_REVERSE&quot;},&quot;name&quot;:&quot;rounded-end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-0.5,&quot;y&quot;:0,&quot;isEndPoint&quot;:true},{&quot;x&quot;:-0.49999999999999994,&quot;y&quot;:0.2761423749153967,&quot;isEndPoint&quot;:false},{&quot;x&quot;:-0.2761423749153966,&quot;y&quot;:0.5,&quot;isEndPoint&quot;:false},{&quot;x&quot;:3.061616997868383e-17,&quot;y&quot;:0.5,&quot;isEndPoint&quot;:true},{&quot;x&quot;:0.2761423749153967,&quot;y&quot;:0.5,&quot;isEndPoint&quot;:false},{&quot;x&quot;:0.5,&quot;y&quot;:0.27614237491539667,&quot;isEndPoint&quot;:false},{&quot;x&quot;:0.5,&quot;y&quot;:0,&quot;isEndPoint&quot;:true},{&quot;x&quot;:0.5,&quot;y&quot;:-0.27614237491539667,&quot;isEndPoint&quot;:false},{&quot;x&quot;:0.2761423749153967,&quot;y&quot;:-0.5,&quot;isEndPoint&quot;:false},{&quot;x&quot;:3.061616997868383e-17,&quot;y&quot;:-0.5,&quot;isEndPoint&quot;:true},{&quot;x&quot;:-0.2761423749153966,&quot;y&quot;:-0.5,&quot;isEndPoint&quot;:false},{&quot;x&quot;:-0.49999999999999994,&quot;y&quot;:-0.2761423749153967,&quot;isEndPoint&quot;:false},{&quot;x&quot;:-0.5,&quot;y&quot;:-6.123233995736766e-17,&quot;isEndPoint&quot;:true}],&quot;closed&quot;:false}},&quot;pathStyles&quot;:[{&quot;type&quot;:&quot;FILL&quot;,&quot;fillStyle&quot;:&quot;context-stroke-flat&quot;}]}}},&quot;33dd8436-024f-40b3-a5de-6a24b6bcb750&quot;:{&quot;type&quot;:&quot;FIGURE_OBJECT&quot;,&quot;id&quot;:&quot;33dd8436-024f-40b3-a5de-6a24b6bcb750&quot;,&quot;relativeTransform&quot;:{&quot;translate&quot;:{&quot;x&quot;:-75.64944384003445,&quot;y&quot;:-120.60134414469842},&quot;rotate&quot;:1.2325951644078308e-32,&quot;skewX&quot;:0,&quot;scale&quot;:{&quot;x&quot;:1,&quot;y&quot;:1}},&quot;opacity&quot;:1,&quot;path&quot;:{&quot;type&quot;:&quot;POLY_LINE&quot;,&quot;points&quot;:[{&quot;x&quot;:-69.46680843944281,&quot;y&quot;:0},{&quot;x&quot;:-40.64366863937087,&quot;y&quot;:0},{&quot;x&quot;:-36.63965129105038,&quot;y&quot;:0}],&quot;closed&quot;:false},&quot;pathStyles&quot;:[{&quot;type&quot;:&quot;FILL&quot;,&quot;fillStyle&quot;:&quot;rgba(0,0,0,0)&quot;},{&quot;type&quot;:&quot;STROKE&quot;,&quot;strokeStyle&quot;:&quot;#C03830&quot;,&quot;lineWidth&quot;:2,&quot;lineJoin&quot;:&quot;round&quot;}],&quot;pathMarkers&quot;:{&quot;markerEnd&quot;:{&quot;type&quot;:&quot;PATH&quot;,&quot;units&quot;:{&quot;type&quot;:&quot;STROKE_WIDTH&quot;,&quot;scale&quot;:1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isLocked&quot;:false,&quot;parent&quot;:{&quot;type&quot;:&quot;CHILD&quot;,&quot;parentId&quot;:&quot;ec5f9726-5be2-4d5f-9906-cc9e08ff1865&quot;,&quot;order&quot;:&quot;999999999999999999999999997&quot;},&quot;connectorInfo&quot;:{&quot;connectedObjects&quot;:[],&quot;type&quot;:&quot;LINE&quot;,&quot;offset&quot;:{&quot;x&quot;:0,&quot;y&quot;:0},&quot;bending&quot;:0.1,&quot;firstElementIsHead&quot;:true,&quot;customized&quot;:false}},&quot;2b429e63-8fb5-4ee7-acd7-93467db6a1a8&quot;:{&quot;relativeTransform&quot;:{&quot;translate&quot;:{&quot;x&quot;:-546.5560107674979,&quot;y&quot;:-85.3642201300514},&quot;rotate&quot;:0,&quot;skewX&quot;:0,&quot;scale&quot;:{&quot;x&quot;:1,&quot;y&quot;:1}},&quot;type&quot;:&quot;FIGURE_OBJECT&quot;,&quot;id&quot;:&quot;2b429e63-8fb5-4ee7-acd7-93467db6a1a8&quot;,&quot;name&quot;:&quot;25. Phospholipid monolayer brush (straight)&quot;,&quot;displayName&quot;:&quot;Phospholipid monolayer brush (straight)&quot;,&quot;opacity&quot;:0.7,&quot;source&quot;:{&quot;id&quot;:&quot;5e75574852bb9000abea623e&quot;,&quot;type&quot;:&quot;ASSETS&quot;},&quot;path&quot;:{&quot;type&quot;:&quot;POLY_LINE&quot;,&quot;points&quot;:[{&quot;x&quot;:25.673002349428238,&quot;y&quot;:0},{&quot;x&quot;:94.77350815748585,&quot;y&quot;:0}],&quot;closed&quot;:false},&quot;pathStyles&quot;:[{&quot;type&quot;:&quot;FILL&quot;,&quot;fillStyle&quot;:&quot;rgba(0,0,0,0)&quot;},{&quot;type&quot;:&quot;STROKE&quot;,&quot;strokeStyle&quot;:&quot;rgba(0,0,0,0)&quot;,&quot;lineWidth&quot;:47.59041446485092,&quot;lineJoin&quot;:&quot;round&quot;}],&quot;pathSmoothing&quot;:{&quot;type&quot;:&quot;CATMULL_SMOOTHING&quot;,&quot;smoothing&quot;:0.2},&quot;pathPattern&quot;:{&quot;type&quot;:&quot;ROW&quot;,&quot;patternId&quot;:&quot;21b5ec39-eaf7-4105-aa07-65d8200f5218&quot;,&quot;patternTransform&quot;:{&quot;translate&quot;:{&quot;x&quot;:-0.0007260766359839109,&quot;y&quot;:-0.5},&quot;rotate&quot;:0,&quot;skewX&quot;:0,&quot;scale&quot;:{&quot;x&quot;:0.0033003300330033004,&quot;y&quot;:0.0033003300330033004}},&quot;xUnits&quot;:&quot;STROKE_WIDTH&quot;,&quot;yUnits&quot;:&quot;STROKE_WIDTH&quot;,&quot;bending&quot;:true,&quot;repeat&quot;:{&quot;distance&quot;:0.35313531353135313,&quot;align&quot;:&quot;CENTER&quot;},&quot;isPremium&quot;:false},&quot;isLocked&quot;:false,&quot;parent&quot;:{&quot;type&quot;:&quot;CHILD&quot;,&quot;parentId&quot;:&quot;ec5f9726-5be2-4d5f-9906-cc9e08ff1865&quot;,&quot;order&quot;:&quot;9999999999999999999999997&quot;},&quot;isPremium&quot;:false},&quot;63220eab-7352-4547-9cf9-5b04a6e07526&quot;:{&quot;type&quot;:&quot;FIGURE_OBJECT&quot;,&quot;id&quot;:&quot;63220eab-7352-4547-9cf9-5b04a6e07526&quot;,&quot;relativeTransform&quot;:{&quot;translate&quot;:{&quot;x&quot;:472.4200811019619,&quot;y&quot;:83.21294336145272},&quot;rotate&quot;:0,&quot;skewX&quot;:0,&quot;scale&quot;:{&quot;x&quot;:1,&quot;y&quot;:1}},&quot;opacity&quot;:1,&quot;path&quot;:{&quot;type&quot;:&quot;RECT&quot;,&quot;size&quot;:{&quot;x&quot;:71.69442198882432,&quot;y&quot;:21.59090909090909},&quot;cornerRounding&quot;:{&quot;type&quot;:&quot;ARC_LENGTH&quot;,&quot;global&quot;:7.853981633974483}},&quot;pathStyles&quot;:[{&quot;type&quot;:&quot;FILL&quot;,&quot;fillStyle&quot;:&quot;rgba(255, 255, 255, 0.7)&quot;},{&quot;type&quot;:&quot;STROKE&quot;,&quot;strokeStyle&quot;:&quot;rgba(0,0,0,0)&quot;,&quot;lineWidth&quot;:2,&quot;lineJoin&quot;:&quot;round&quot;}],&quot;isLocked&quot;:false,&quot;parent&quot;:{&quot;type&quot;:&quot;CHILD&quot;,&quot;parentId&quot;:&quot;ec5f9726-5be2-4d5f-9906-cc9e08ff1865&quot;,&quot;order&quot;:&quot;9999999999999999999999998&quot;},&quot;layout&quot;:{&quot;sizeRatio&quot;:{&quot;x&quot;:0.88,&quot;y&quot;:0.88},&quot;keepAspectRatio&quot;:false}},&quot;c46c1bc7-adbf-44b5-9dd7-008173212b09&quot;:{&quot;id&quot;:&quot;c46c1bc7-adbf-44b5-9dd7-008173212b09&quot;,&quot;type&quot;:&quot;FIGURE_OBJECT&quot;,&quot;relativeTransform&quot;:{&quot;translate&quot;:{&quot;x&quot;:0,&quot;y&quot;:0},&quot;rotate&quot;:0},&quot;text&quot;:{&quot;textData&quot;:{&quot;lineSpacing&quot;:&quot;normal&quot;,&quot;alignment&quot;:&quot;center&quot;,&quot;verticalAlign&quot;:&quot;TOP&quot;,&quot;lines&quot;:[{&quot;runs&quot;:[{&quot;style&quot;:{&quot;fontFamily&quot;:&quot;Roboto&quot;,&quot;fontSize&quot;:16,&quot;color&quot;:&quot;rgba(193,149,196,1)&quot;,&quot;fontWeight&quot;:&quot;normal&quot;,&quot;fontStyle&quot;:&quot;normal&quot;,&quot;decoration&quot;:&quot;none&quot;,&quot;script&quot;:&quot;none&quot;},&quot;range&quot;:[0,8]}],&quot;text&quot;:&quot;Cell wall&quot;}],&quot;_lastCaretLocation&quot;:{&quot;lineIndex&quot;:0,&quot;runIndex&quot;:-1,&quot;charIndex&quot;:-1,&quot;endOfLine&quot;:true}},&quot;format&quot;:&quot;BETTER_TEXT&quot;,&quot;size&quot;:{&quot;x&quot;:63.0910913501654,&quot;y&quot;:19},&quot;targetSize&quot;:{&quot;x&quot;:63.0910913501654,&quot;y&quot;:2}},&quot;parent&quot;:{&quot;type&quot;:&quot;CHILD&quot;,&quot;parentId&quot;:&quot;63220eab-7352-4547-9cf9-5b04a6e07526&quot;,&quot;order&quot;:&quot;5&quot;}},&quot;b582cacf-760e-4cb8-be43-f41f602df0d2&quot;:{&quot;type&quot;:&quot;FIGURE_OBJECT&quot;,&quot;id&quot;:&quot;b582cacf-760e-4cb8-be43-f41f602df0d2&quot;,&quot;relativeTransform&quot;:{&quot;translate&quot;:{&quot;x&quot;:472.4200811019619,&quot;y&quot;:-60.41133546079314},&quot;rotate&quot;:0,&quot;skewX&quot;:0,&quot;scale&quot;:{&quot;x&quot;:1,&quot;y&quot;:1}},&quot;opacity&quot;:1,&quot;path&quot;:{&quot;type&quot;:&quot;RECT&quot;,&quot;size&quot;:{&quot;x&quot;:87.05610795454545,&quot;y&quot;:42.13636363636363},&quot;cornerRounding&quot;:{&quot;type&quot;:&quot;ARC_LENGTH&quot;,&quot;global&quot;:7.853981633974483}},&quot;pathStyles&quot;:[{&quot;type&quot;:&quot;FILL&quot;,&quot;fillStyle&quot;:&quot;rgba(255, 255, 255, 0.6)&quot;},{&quot;type&quot;:&quot;STROKE&quot;,&quot;strokeStyle&quot;:&quot;rgba(0,0,0,0)&quot;,&quot;lineWidth&quot;:2,&quot;lineJoin&quot;:&quot;round&quot;}],&quot;isLocked&quot;:false,&quot;parent&quot;:{&quot;type&quot;:&quot;CHILD&quot;,&quot;parentId&quot;:&quot;ec5f9726-5be2-4d5f-9906-cc9e08ff1865&quot;,&quot;order&quot;:&quot;9999999999999999999999999&quot;},&quot;layout&quot;:{&quot;sizeRatio&quot;:{&quot;x&quot;:0.88,&quot;y&quot;:0.88},&quot;keepAspectRatio&quot;:false}},&quot;cd7270ea-24c0-499d-937e-973dee8c38c9&quot;:{&quot;id&quot;:&quot;cd7270ea-24c0-499d-937e-973dee8c38c9&quot;,&quot;type&quot;:&quot;FIGURE_OBJECT&quot;,&quot;relativeTransform&quot;:{&quot;translate&quot;:{&quot;x&quot;:0,&quot;y&quot;:0},&quot;rotate&quot;:0},&quot;text&quot;:{&quot;textData&quot;:{&quot;lineSpacing&quot;:&quot;normal&quot;,&quot;alignment&quot;:&quot;center&quot;,&quot;verticalAlign&quot;:&quot;TOP&quot;,&quot;lines&quot;:[{&quot;runs&quot;:[{&quot;style&quot;:{&quot;fontFamily&quot;:&quot;Roboto&quot;,&quot;fontSize&quot;:16,&quot;color&quot;:&quot;rgb(131, 134, 174)&quot;,&quot;fontWeight&quot;:&quot;normal&quot;,&quot;fontStyle&quot;:&quot;normal&quot;,&quot;decoration&quot;:&quot;none&quot;},&quot;range&quot;:[0,4]}],&quot;text&quot;:&quot;Outer&quot;},{&quot;runs&quot;:[{&quot;style&quot;:{&quot;fontFamily&quot;:&quot;Roboto&quot;,&quot;fontSize&quot;:16,&quot;color&quot;:&quot;rgb(131, 134, 174)&quot;,&quot;fontWeight&quot;:&quot;normal&quot;,&quot;fontStyle&quot;:&quot;normal&quot;,&quot;decoration&quot;:&quot;none&quot;,&quot;script&quot;:&quot;none&quot;},&quot;range&quot;:[0,7]}],&quot;text&quot;:&quot;membrane&quot;}],&quot;_lastCaretLocation&quot;:{&quot;lineIndex&quot;:1,&quot;runIndex&quot;:-1,&quot;charIndex&quot;:-1,&quot;endOfLine&quot;:true}},&quot;format&quot;:&quot;BETTER_TEXT&quot;,&quot;size&quot;:{&quot;x&quot;:76.609375,&quot;y&quot;:37.08},&quot;targetSize&quot;:{&quot;x&quot;:63.0910913501654,&quot;y&quot;:2}},&quot;parent&quot;:{&quot;type&quot;:&quot;CHILD&quot;,&quot;parentId&quot;:&quot;b582cacf-760e-4cb8-be43-f41f602df0d2&quot;,&quot;order&quot;:&quot;5&quot;}},&quot;aa6b895f-099d-4f9c-a3ee-057a46c90881&quot;:{&quot;type&quot;:&quot;FIGURE_OBJECT&quot;,&quot;id&quot;:&quot;aa6b895f-099d-4f9c-a3ee-057a46c90881&quot;,&quot;relativeTransform&quot;:{&quot;translate&quot;:{&quot;x&quot;:472.4200811019619,&quot;y&quot;:233.8727334835769},&quot;rotate&quot;:0,&quot;skewX&quot;:0,&quot;scale&quot;:{&quot;x&quot;:1,&quot;y&quot;:1}},&quot;opacity&quot;:1,&quot;path&quot;:{&quot;type&quot;:&quot;RECT&quot;,&quot;size&quot;:{&quot;x&quot;:100.31072443181819,&quot;y&quot;:42.13636363636363},&quot;cornerRounding&quot;:{&quot;type&quot;:&quot;ARC_LENGTH&quot;,&quot;global&quot;:7.853981633974483}},&quot;pathStyles&quot;:[{&quot;type&quot;:&quot;FILL&quot;,&quot;fillStyle&quot;:&quot;rgba(255, 255, 255, 0.6)&quot;},{&quot;type&quot;:&quot;STROKE&quot;,&quot;strokeStyle&quot;:&quot;rgba(0,0,0,0)&quot;,&quot;lineWidth&quot;:2,&quot;lineJoin&quot;:&quot;round&quot;}],&quot;isLocked&quot;:false,&quot;parent&quot;:{&quot;type&quot;:&quot;CHILD&quot;,&quot;parentId&quot;:&quot;ec5f9726-5be2-4d5f-9906-cc9e08ff1865&quot;,&quot;order&quot;:&quot;99999999999999999999999995&quot;},&quot;layout&quot;:{&quot;sizeRatio&quot;:{&quot;x&quot;:0.88,&quot;y&quot;:0.88},&quot;keepAspectRatio&quot;:false}},&quot;1b99e37e-3a62-4588-9189-4005b7cb6c8a&quot;:{&quot;id&quot;:&quot;1b99e37e-3a62-4588-9189-4005b7cb6c8a&quot;,&quot;type&quot;:&quot;FIGURE_OBJECT&quot;,&quot;relativeTransform&quot;:{&quot;translate&quot;:{&quot;x&quot;:0,&quot;y&quot;:0},&quot;rotate&quot;:0},&quot;text&quot;:{&quot;textData&quot;:{&quot;lineSpacing&quot;:&quot;normal&quot;,&quot;alignment&quot;:&quot;center&quot;,&quot;verticalAlign&quot;:&quot;TOP&quot;,&quot;lines&quot;:[{&quot;runs&quot;:[{&quot;style&quot;:{&quot;fontFamily&quot;:&quot;Roboto&quot;,&quot;fontSize&quot;:16,&quot;color&quot;:&quot;rgb(131, 134, 174)&quot;,&quot;fontWeight&quot;:&quot;normal&quot;,&quot;fontStyle&quot;:&quot;normal&quot;,&quot;decoration&quot;:&quot;none&quot;},&quot;range&quot;:[0,10]}],&quot;text&quot;:&quot;Cytoplasmic&quot;},{&quot;runs&quot;:[{&quot;style&quot;:{&quot;fontFamily&quot;:&quot;Roboto&quot;,&quot;fontSize&quot;:16,&quot;color&quot;:&quot;rgb(131, 134, 174)&quot;,&quot;fontWeight&quot;:&quot;normal&quot;,&quot;fontStyle&quot;:&quot;normal&quot;,&quot;decoration&quot;:&quot;none&quot;,&quot;script&quot;:&quot;none&quot;},&quot;range&quot;:[0,7]}],&quot;text&quot;:&quot;membrane&quot;}],&quot;_lastCaretLocation&quot;:{&quot;lineIndex&quot;:1,&quot;runIndex&quot;:-1,&quot;charIndex&quot;:-1,&quot;endOfLine&quot;:true}},&quot;format&quot;:&quot;BETTER_TEXT&quot;,&quot;size&quot;:{&quot;x&quot;:88.2734375,&quot;y&quot;:37.08},&quot;targetSize&quot;:{&quot;x&quot;:63.0910913501654,&quot;y&quot;:2}},&quot;parent&quot;:{&quot;type&quot;:&quot;CHILD&quot;,&quot;parentId&quot;:&quot;aa6b895f-099d-4f9c-a3ee-057a46c90881&quot;,&quot;order&quot;:&quot;5&quot;}},&quot;1bd1f437-a24a-4ade-9c2a-8eb7a43d23d4&quot;:{&quot;type&quot;:&quot;FIGURE_OBJECT&quot;,&quot;id&quot;:&quot;1bd1f437-a24a-4ade-9c2a-8eb7a43d23d4&quot;,&quot;relativeTransform&quot;:{&quot;translate&quot;:{&quot;x&quot;:-370.0385937899165,&quot;y&quot;:-232.6371295972912},&quot;rotate&quot;:1.5707963267948966,&quot;skewX&quot;:0,&quot;scale&quot;:{&quot;x&quot;:1,&quot;y&quot;:1}},&quot;opacity&quot;:1,&quot;path&quot;:{&quot;type&quot;:&quot;POLY_LINE&quot;,&quot;points&quot;:[{&quot;x&quot;:-59.874286811752626,&quot;y&quot;:22.200907153664488},{&quot;x&quot;:-59.874286811752626,&quot;y&quot;:-22.200907153664488},{&quot;x&quot;:59.874286811752626,&quot;y&quot;:-22.200907153664488}],&quot;closed&quot;:false,&quot;cornerRounding&quot;:{&quot;type&quot;:&quot;ARC_LENGTH&quot;,&quot;global&quot;:169.2979731024344},&quot;selectedObjectIds&quot;:[&quot;7d3aa40d-1b70-4b0b-b7d4-b2dc4cc50693&quot;]},&quot;pathStyles&quot;:[{&quot;type&quot;:&quot;FILL&quot;,&quot;fillStyle&quot;:&quot;rgba(0,0,0,0)&quot;},{&quot;type&quot;:&quot;STROKE&quot;,&quot;strokeStyle&quot;:&quot;#C03830&quot;,&quot;lineWidth&quot;:2,&quot;lineJoin&quot;:&quot;round&quot;}],&quot;pathMarkers&quot;:{&quot;markerEnd&quot;:{&quot;type&quot;:&quot;PATH&quot;,&quot;units&quot;:{&quot;type&quot;:&quot;STROKE_WIDTH&quot;,&quot;scale&quot;:1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isLocked&quot;:false,&quot;parent&quot;:{&quot;type&quot;:&quot;CHILD&quot;,&quot;parentId&quot;:&quot;ec5f9726-5be2-4d5f-9906-cc9e08ff1865&quot;,&quot;order&quot;:&quot;99999999999999999995&quot;},&quot;connectorInfo&quot;:{&quot;connectedObjects&quot;:[],&quot;type&quot;:&quot;ELBOW&quot;,&quot;offset&quot;:{&quot;x&quot;:0,&quot;y&quot;:0},&quot;bending&quot;:-0.1,&quot;firstElementIsHead&quot;:true,&quot;customized&quot;:false}},&quot;2c796930-34b5-4768-9458-9888c5c63b37&quot;:{&quot;type&quot;:&quot;FIGURE_OBJECT&quot;,&quot;id&quot;:&quot;2c796930-34b5-4768-9458-9888c5c63b37&quot;,&quot;relativeTransform&quot;:{&quot;translate&quot;:{&quot;x&quot;:8.888945639799601,&quot;y&quot;:156.53515311137352},&quot;rotate&quot;:0},&quot;opacity&quot;:1,&quot;path&quot;:{&quot;type&quot;:&quot;RECT&quot;,&quot;size&quot;:{&quot;x&quot;:1054.475619382443,&quot;y&quot;:500.9303902151375},&quot;cornerRounding&quot;:{&quot;type&quot;:&quot;ARC_LENGTH&quot;,&quot;global&quot;:0}},&quot;pathStyles&quot;:[{&quot;type&quot;:&quot;FILL&quot;,&quot;fillStyle&quot;:{&quot;type&quot;:&quot;linear&quot;,&quot;angle&quot;:0,&quot;colorStops&quot;:{&quot;0&quot;:&quot;rgb(218, 230, 238)&quot;,&quot;0.923&quot;:&quot;rgba(251, 245, 255, 0)&quot;,&quot;0.713&quot;:&quot;rgb(252, 246, 255)&quot;}}},{&quot;type&quot;:&quot;STROKE&quot;,&quot;strokeStyle&quot;:&quot;rgba(0,0,0,0)&quot;,&quot;lineWidth&quot;:2,&quot;lineJoin&quot;:&quot;round&quot;}],&quot;isLocked&quot;:false,&quot;parent&quot;:{&quot;type&quot;:&quot;CHILD&quot;,&quot;parentId&quot;:&quot;ec5f9726-5be2-4d5f-9906-cc9e08ff1865&quot;,&quot;order&quot;:&quot;3&quot;}},&quot;e23fa0cf-5f56-4959-aeca-ab408e79d493&quot;:{&quot;id&quot;:&quot;e23fa0cf-5f56-4959-aeca-ab408e79d493&quot;,&quot;type&quot;:&quot;FIGURE_OBJECT&quot;,&quot;relativeTransform&quot;:{&quot;translate&quot;:{&quot;x&quot;:472.4200811019619,&quot;y&quot;:345.54114536871424},&quot;rotate&quot;:-2.4492935982947064e-16,&quot;skewX&quot;:0,&quot;scale&quot;:{&quot;x&quot;:1,&quot;y&quot;:1}},&quot;text&quot;:{&quot;textData&quot;:{&quot;lineSpacing&quot;:&quot;normal&quot;,&quot;alignment&quot;:&quot;center&quot;,&quot;verticalAlign&quot;:&quot;CENTER&quot;,&quot;lines&quot;:[{&quot;runs&quot;:[{&quot;style&quot;:{&quot;fontFamily&quot;:&quot;Roboto&quot;,&quot;fontSize&quot;:16,&quot;color&quot;:&quot;rgb(133, 161, 205)&quot;,&quot;fontWeight&quot;:&quot;normal&quot;,&quot;fontStyle&quot;:&quot;normal&quot;,&quot;decoration&quot;:&quot;none&quot;,&quot;script&quot;:&quot;none&quot;},&quot;range&quot;:[0,8]}],&quot;text&quot;:&quot;Cytoplasm&quot;}],&quot;_lastCaretLocation&quot;:{&quot;lineIndex&quot;:0,&quot;runIndex&quot;:-1,&quot;charIndex&quot;:-1,&quot;endOfLine&quot;:true}},&quot;format&quot;:&quot;BETTER_TEXT&quot;,&quot;size&quot;:{&quot;x&quot;:76.625,&quot;y&quot;:19},&quot;targetSize&quot;:{&quot;x&quot;:76.625,&quot;y&quot;:19}},&quot;parent&quot;:{&quot;type&quot;:&quot;CHILD&quot;,&quot;parentId&quot;:&quot;ec5f9726-5be2-4d5f-9906-cc9e08ff1865&quot;,&quot;order&quot;:&quot;99999999999999999999999997&quot;}},&quot;23bd6133-eca2-4ed8-a0d2-34b0e96f42ed&quot;:{&quot;id&quot;:&quot;23bd6133-eca2-4ed8-a0d2-34b0e96f42ed&quot;,&quot;type&quot;:&quot;FIGURE_OBJECT&quot;,&quot;relativeTransform&quot;:{&quot;translate&quot;:{&quot;x&quot;:472.4200811019619,&quot;y&quot;:29.63516970914801},&quot;rotate&quot;:-2.4492935982947064e-16,&quot;skewX&quot;:0,&quot;scale&quot;:{&quot;x&quot;:1,&quot;y&quot;:1}},&quot;text&quot;:{&quot;textData&quot;:{&quot;lineSpacing&quot;:&quot;normal&quot;,&quot;alignment&quot;:&quot;center&quot;,&quot;verticalAlign&quot;:&quot;TOP&quot;,&quot;lines&quot;:[{&quot;runs&quot;:[{&quot;style&quot;:{&quot;fontFamily&quot;:&quot;Roboto&quot;,&quot;fontSize&quot;:16,&quot;color&quot;:&quot;rgb(169, 168, 216)&quot;,&quot;fontWeight&quot;:&quot;normal&quot;,&quot;fontStyle&quot;:&quot;normal&quot;,&quot;decoration&quot;:&quot;none&quot;,&quot;script&quot;:&quot;none&quot;},&quot;range&quot;:[0,8]}],&quot;text&quot;:&quot;Periplasm&quot;}],&quot;_lastCaretLocation&quot;:{&quot;lineIndex&quot;:0,&quot;runIndex&quot;:-1,&quot;charIndex&quot;:-1,&quot;endOfLine&quot;:true}},&quot;format&quot;:&quot;BETTER_TEXT&quot;,&quot;size&quot;:{&quot;x&quot;:76.625,&quot;y&quot;:19},&quot;targetSize&quot;:{&quot;x&quot;:76.625,&quot;y&quot;:19}},&quot;parent&quot;:{&quot;type&quot;:&quot;CHILD&quot;,&quot;parentId&quot;:&quot;ec5f9726-5be2-4d5f-9906-cc9e08ff1865&quot;,&quot;order&quot;:&quot;99999999999999999999999998&quot;}},&quot;3d00e998-4bf3-48dd-8e2e-3f91228fb28d&quot;:{&quot;type&quot;:&quot;FIGURE_OBJECT&quot;,&quot;id&quot;:&quot;3d00e998-4bf3-48dd-8e2e-3f91228fb28d&quot;,&quot;relativeTransform&quot;:{&quot;translate&quot;:{&quot;x&quot;:-84.2264508613755,&quot;y&quot;:-61.14089444059525},&quot;rotate&quot;:0,&quot;skewX&quot;:0,&quot;scale&quot;:{&quot;x&quot;:1,&quot;y&quot;:1}},&quot;opacity&quot;:1,&quot;path&quot;:{&quot;type&quot;:&quot;ELLIPSE&quot;,&quot;size&quot;:{&quot;x&quot;:125.66670980925889,&quot;y&quot;:125.66670980925889}},&quot;isLocked&quot;:false,&quot;pathStyles&quot;:[{&quot;type&quot;:&quot;FILL&quot;,&quot;fillStyle&quot;:{&quot;type&quot;:&quot;radial&quot;,&quot;colorStops&quot;:{&quot;0&quot;:&quot;rgb(255, 149, 149)&quot;,&quot;0.617&quot;:&quot;rgba(224, 132, 132, 0)&quot;}}},{&quot;type&quot;:&quot;STROKE&quot;,&quot;strokeStyle&quot;:&quot;rgba(0,0,0,0)&quot;,&quot;lineWidth&quot;:2,&quot;lineJoin&quot;:&quot;round&quot;}],&quot;parent&quot;:{&quot;type&quot;:&quot;CHILD&quot;,&quot;parentId&quot;:&quot;ec5f9726-5be2-4d5f-9906-cc9e08ff1865&quot;,&quot;order&quot;:&quot;99999999999999999999999999&quot;},&quot;layout&quot;:{&quot;sizeRatio&quot;:{&quot;x&quot;:0.7071067811865476,&quot;y&quot;:0.7071067811865476},&quot;keepAspectRatio&quot;:true}},&quot;3fc5058c-9e0a-421e-b3a8-9467506e8d4c&quot;:{&quot;id&quot;:&quot;3fc5058c-9e0a-421e-b3a8-9467506e8d4c&quot;,&quot;type&quot;:&quot;FIGURE_OBJECT&quot;,&quot;relativeTransform&quot;:{&quot;translate&quot;:{&quot;x&quot;:0,&quot;y&quot;:0},&quot;rotate&quot;:0,&quot;skewX&quot;:0,&quot;scale&quot;:{&quot;x&quot;:1,&quot;y&quot;:1}},&quot;text&quot;:{&quot;textData&quot;:{&quot;lineSpacing&quot;:&quot;normal&quot;,&quot;alignment&quot;:&quot;center&quot;,&quot;verticalAlign&quot;:&quot;TOP&quot;,&quot;lines&quot;:[{&quot;runs&quot;:[],&quot;text&quot;:&quot;&quot;,&quot;baseStyle&quot;:{&quot;fontFamily&quot;:&quot;Roboto&quot;,&quot;fontSize&quot;:18.666666666666664,&quot;color&quot;:&quot;black&quot;,&quot;fontWeight&quot;:&quot;normal&quot;,&quot;fontStyle&quot;:&quot;normal&quot;,&quot;decoration&quot;:&quot;none&quot;}}]},&quot;format&quot;:&quot;BETTER_TEXT&quot;,&quot;size&quot;:{&quot;x&quot;:125.66670980925889,&quot;y&quot;:22},&quot;targetSize&quot;:{&quot;x&quot;:125.66670980925889,&quot;y&quot;:2.32}},&quot;parent&quot;:{&quot;type&quot;:&quot;CHILD&quot;,&quot;parentId&quot;:&quot;3d00e998-4bf3-48dd-8e2e-3f91228fb28d&quot;,&quot;order&quot;:&quot;5&quot;}},&quot;ca69f025-9227-4455-9bd7-ddf21fb93f0f&quot;:{&quot;relativeTransform&quot;:{&quot;translate&quot;:{&quot;x&quot;:-312.85146664955096,&quot;y&quot;:209.94234554983493},&quot;rotate&quot;:0},&quot;type&quot;:&quot;FIGURE_OBJECT&quot;,&quot;id&quot;:&quot;ca69f025-9227-4455-9bd7-ddf21fb93f0f&quot;,&quot;name&quot;:&quot;25. Phospholipid monolayer brush (straight)&quot;,&quot;displayName&quot;:&quot;Phospholipid monolayer brush (straight)&quot;,&quot;opacity&quot;:0.7,&quot;source&quot;:{&quot;id&quot;:&quot;5e75574852bb9000abea623e&quot;,&quot;type&quot;:&quot;ASSETS&quot;},&quot;path&quot;:{&quot;type&quot;:&quot;POLY_LINE&quot;,&quot;points&quot;:[{&quot;x&quot;:-205.82627755492564,&quot;y&quot;:0},{&quot;x&quot;:205.82627755492555,&quot;y&quot;:0}],&quot;closed&quot;:false},&quot;pathStyles&quot;:[{&quot;type&quot;:&quot;FILL&quot;,&quot;fillStyle&quot;:&quot;rgba(0,0,0,0)&quot;},{&quot;type&quot;:&quot;STROKE&quot;,&quot;strokeStyle&quot;:&quot;rgba(0,0,0,0)&quot;,&quot;lineWidth&quot;:47.59041446485092,&quot;lineJoin&quot;:&quot;round&quot;}],&quot;pathSmoothing&quot;:{&quot;type&quot;:&quot;CATMULL_SMOOTHING&quot;,&quot;smoothing&quot;:0.2},&quot;pathPattern&quot;:{&quot;type&quot;:&quot;ROW&quot;,&quot;patternId&quot;:&quot;827400d5-d4d8-4aa6-82bb-d99db0e25aa8&quot;,&quot;patternTransform&quot;:{&quot;translate&quot;:{&quot;x&quot;:-0.0007260766359839109,&quot;y&quot;:-0.5},&quot;rotate&quot;:0,&quot;skewX&quot;:0,&quot;scale&quot;:{&quot;x&quot;:0.0033003300330033004,&quot;y&quot;:0.0033003300330033004}},&quot;xUnits&quot;:&quot;STROKE_WIDTH&quot;,&quot;yUnits&quot;:&quot;STROKE_WIDTH&quot;,&quot;bending&quot;:true,&quot;repeat&quot;:{&quot;distance&quot;:0.35313531353135313,&quot;align&quot;:&quot;CENTER&quot;},&quot;isPremium&quot;:false},&quot;isLocked&quot;:false,&quot;parent&quot;:{&quot;type&quot;:&quot;CHILD&quot;,&quot;parentId&quot;:&quot;ec5f9726-5be2-4d5f-9906-cc9e08ff1865&quot;,&quot;order&quot;:&quot;999999999999999999999999998&quot;},&quot;isPremium&quot;:false},&quot;11e4fd5f-06d0-4cfa-b26c-fc8657db464e&quot;:{&quot;type&quot;:&quot;FIGURE_OBJECT&quot;,&quot;id&quot;:&quot;11e4fd5f-06d0-4cfa-b26c-fc8657db464e&quot;,&quot;relativeTransform&quot;:{&quot;translate&quot;:{&quot;x&quot;:244.50525928195842,&quot;y&quot;:233.43352596498988},&quot;rotate&quot;:0,&quot;skewX&quot;:0,&quot;scale&quot;:{&quot;x&quot;:1,&quot;y&quot;:1}},&quot;opacity&quot;:1,&quot;path&quot;:{&quot;type&quot;:&quot;ELLIPSE&quot;,&quot;size&quot;:{&quot;x&quot;:125.66670980925889,&quot;y&quot;:125.66670980925889}},&quot;isLocked&quot;:false,&quot;pathStyles&quot;:[{&quot;type&quot;:&quot;FILL&quot;,&quot;fillStyle&quot;:{&quot;type&quot;:&quot;radial&quot;,&quot;colorStops&quot;:{&quot;0&quot;:&quot;rgb(252, 147, 147)&quot;,&quot;0.692&quot;:&quot;rgba(252, 147, 147, 0)&quot;}}},{&quot;type&quot;:&quot;STROKE&quot;,&quot;strokeStyle&quot;:&quot;rgba(0,0,0,0)&quot;,&quot;lineWidth&quot;:2,&quot;lineJoin&quot;:&quot;round&quot;}],&quot;parent&quot;:{&quot;type&quot;:&quot;CHILD&quot;,&quot;parentId&quot;:&quot;ec5f9726-5be2-4d5f-9906-cc9e08ff1865&quot;,&quot;order&quot;:&quot;999999999999999999999999999985&quot;},&quot;layout&quot;:{&quot;sizeRatio&quot;:{&quot;x&quot;:0.7071067811865476,&quot;y&quot;:0.7071067811865476},&quot;keepAspectRatio&quot;:true}},&quot;ddb79bb1-b48c-4c67-8b4d-78280874bd21&quot;:{&quot;id&quot;:&quot;ddb79bb1-b48c-4c67-8b4d-78280874bd21&quot;,&quot;type&quot;:&quot;FIGURE_OBJECT&quot;,&quot;relativeTransform&quot;:{&quot;translate&quot;:{&quot;x&quot;:0,&quot;y&quot;:0},&quot;rotate&quot;:0,&quot;skewX&quot;:0,&quot;scale&quot;:{&quot;x&quot;:1,&quot;y&quot;:1}},&quot;text&quot;:{&quot;textData&quot;:{&quot;lineSpacing&quot;:&quot;normal&quot;,&quot;alignment&quot;:&quot;center&quot;,&quot;verticalAlign&quot;:&quot;TOP&quot;,&quot;lines&quot;:[{&quot;runs&quot;:[],&quot;text&quot;:&quot;&quot;,&quot;baseStyle&quot;:{&quot;fontFamily&quot;:&quot;Roboto&quot;,&quot;fontSize&quot;:18.666666666666664,&quot;color&quot;:&quot;black&quot;,&quot;fontWeight&quot;:&quot;normal&quot;,&quot;fontStyle&quot;:&quot;normal&quot;,&quot;decoration&quot;:&quot;none&quot;}}]},&quot;format&quot;:&quot;BETTER_TEXT&quot;,&quot;size&quot;:{&quot;x&quot;:125.66670980925889,&quot;y&quot;:22},&quot;targetSize&quot;:{&quot;x&quot;:125.66670980925889,&quot;y&quot;:2.32}},&quot;parent&quot;:{&quot;type&quot;:&quot;CHILD&quot;,&quot;parentId&quot;:&quot;11e4fd5f-06d0-4cfa-b26c-fc8657db464e&quot;,&quot;order&quot;:&quot;5&quot;}},&quot;d33d070b-0d24-4137-9782-f84752714e8b&quot;:{&quot;type&quot;:&quot;FIGURE_OBJECT&quot;,&quot;id&quot;:&quot;d33d070b-0d24-4137-9782-f84752714e8b&quot;,&quot;parent&quot;:{&quot;type&quot;:&quot;CHILD&quot;,&quot;parentId&quot;:&quot;ec5f9726-5be2-4d5f-9906-cc9e08ff1865&quot;,&quot;order&quot;:&quot;9999999999999999999999999992&quot;},&quot;relativeTransform&quot;:{&quot;translate&quot;:{&quot;x&quot;:548.0527261802448,&quot;y&quot;:195.665949130863},&quot;rotate&quot;:-2.4492935982947064e-16,&quot;skewX&quot;:0,&quot;scale&quot;:{&quot;x&quot;:1,&quot;y&quot;:1}},&quot;opacity&quot;:0.7},&quot;43393d39-6865-4688-a6f1-ca9c11d62602&quot;:{&quot;id&quot;:&quot;43393d39-6865-4688-a6f1-ca9c11d62602&quot;,&quot;name&quot;:&quot;Phospholipid&quot;,&quot;displayName&quot;:&quot;&quot;,&quot;type&quot;:&quot;FIGURE_OBJECT&quot;,&quot;relativeTransform&quot;:{&quot;translate&quot;:{&quot;x&quot;:-246.07561904779845,&quot;y&quot;:8.119848458266587},&quot;rotate&quot;:-0.5235987755982987,&quot;skewX&quot;:-3.828652487581629e-16,&quot;scale&quot;:{&quot;x&quot;:0.3561813446790644,&quot;y&quot;:0.35618134467906504}},&quot;image&quot;:{&quot;url&quot;:&quot;https://icons.biorender.com/biorender/617826643d98ef002970526b/phospholipid-1.png&quot;,&quot;fallbackUrl&quot;:&quot;https://res.cloudinary.com/dlcjuc3ej/image/upload/v1635264092/wmosfjddzfwpeepjvhyl.svg#/keystone/api/icons/617826643d98ef002970526b/phospholipid-1.svg#/keystone/api/icons/617826643d98ef002970526b/phospholipid-1.svg#/keystone/api/icons/617826643d98ef002970526b/phospholipid-1.svg&quot;,&quot;isPremium&quot;:false,&quot;size&quot;:{&quot;x&quot;:50,&quot;y&quot;:136.42857142857144}},&quot;source&quot;:{&quot;id&quot;:&quot;5b5f651905c0e0001425b49e&quot;,&quot;type&quot;:&quot;ASSETS&quot;},&quot;isPremium&quot;:false,&quot;parent&quot;:{&quot;type&quot;:&quot;CHILD&quot;,&quot;parentId&quot;:&quot;d33d070b-0d24-4137-9782-f84752714e8b&quot;,&quot;order&quot;:&quot;1&quot;},&quot;styles&quot;:{&quot;editable&quot;:[{&quot;styleName&quot;:&quot;SATURATE&quot;,&quot;index&quot;:0,&quot;value&quot;:100}]}},&quot;29990381-dded-4d4a-ad47-c66de1a98180&quot;:{&quot;id&quot;:&quot;29990381-dded-4d4a-ad47-c66de1a98180&quot;,&quot;name&quot;:&quot;Phospholipid&quot;,&quot;displayName&quot;:&quot;&quot;,&quot;type&quot;:&quot;FIGURE_OBJECT&quot;,&quot;relativeTransform&quot;:{&quot;translate&quot;:{&quot;x&quot;:-256.36786564273757,&quot;y&quot;:17.821309151935615},&quot;rotate&quot;:-0.8138283475203955,&quot;skewX&quot;:-4.375602842950429e-16,&quot;scale&quot;:{&quot;x&quot;:0.3561813446790646,&quot;y&quot;:0.3561813446790649}},&quot;image&quot;:{&quot;url&quot;:&quot;https://icons.biorender.com/biorender/617826643d98ef002970526b/phospholipid-1.png&quot;,&quot;fallbackUrl&quot;:&quot;https://res.cloudinary.com/dlcjuc3ej/image/upload/v1635264092/wmosfjddzfwpeepjvhyl.svg#/keystone/api/icons/617826643d98ef002970526b/phospholipid-1.svg#/keystone/api/icons/617826643d98ef002970526b/phospholipid-1.svg#/keystone/api/icons/617826643d98ef002970526b/phospholipid-1.svg&quot;,&quot;isPremium&quot;:false,&quot;size&quot;:{&quot;x&quot;:50,&quot;y&quot;:136.42857142857144}},&quot;source&quot;:{&quot;id&quot;:&quot;5b5f651905c0e0001425b49e&quot;,&quot;type&quot;:&quot;ASSETS&quot;},&quot;isPremium&quot;:false,&quot;parent&quot;:{&quot;type&quot;:&quot;CHILD&quot;,&quot;parentId&quot;:&quot;d33d070b-0d24-4137-9782-f84752714e8b&quot;,&quot;order&quot;:&quot;2&quot;},&quot;styles&quot;:{&quot;editable&quot;:[{&quot;styleName&quot;:&quot;SATURATE&quot;,&quot;index&quot;:0,&quot;value&quot;:100}]}},&quot;9a1699b5-a81a-46a1-b771-5e69b0482162&quot;:{&quot;id&quot;:&quot;9a1699b5-a81a-46a1-b771-5e69b0482162&quot;,&quot;name&quot;:&quot;Phospholipid&quot;,&quot;displayName&quot;:&quot;&quot;,&quot;type&quot;:&quot;FIGURE_OBJECT&quot;,&quot;relativeTransform&quot;:{&quot;translate&quot;:{&quot;x&quot;:-254.39201909286004,&quot;y&quot;:32.92344387409008},&quot;rotate&quot;:-1.8241152105141218,&quot;skewX&quot;:-1.2032907818113676e-15,&quot;scale&quot;:{&quot;x&quot;:0.35618134467906465,&quot;y&quot;:0.35618134467906504}},&quot;image&quot;:{&quot;url&quot;:&quot;https://icons.biorender.com/biorender/617826643d98ef002970526b/phospholipid-1.png&quot;,&quot;fallbackUrl&quot;:&quot;https://res.cloudinary.com/dlcjuc3ej/image/upload/v1635264092/wmosfjddzfwpeepjvhyl.svg#/keystone/api/icons/617826643d98ef002970526b/phospholipid-1.svg#/keystone/api/icons/617826643d98ef002970526b/phospholipid-1.svg#/keystone/api/icons/617826643d98ef002970526b/phospholipid-1.svg&quot;,&quot;isPremium&quot;:false,&quot;size&quot;:{&quot;x&quot;:50,&quot;y&quot;:136.42857142857144}},&quot;source&quot;:{&quot;id&quot;:&quot;5b5f651905c0e0001425b49e&quot;,&quot;type&quot;:&quot;ASSETS&quot;},&quot;isPremium&quot;:false,&quot;parent&quot;:{&quot;type&quot;:&quot;CHILD&quot;,&quot;parentId&quot;:&quot;d33d070b-0d24-4137-9782-f84752714e8b&quot;,&quot;order&quot;:&quot;5&quot;},&quot;styles&quot;:{&quot;editable&quot;:[{&quot;styleName&quot;:&quot;SATURATE&quot;,&quot;index&quot;:0,&quot;value&quot;:100}]}},&quot;1747dee8-8dab-4d9a-863a-e821df4f3e85&quot;:{&quot;id&quot;:&quot;1747dee8-8dab-4d9a-863a-e821df4f3e85&quot;,&quot;name&quot;:&quot;Phospholipid&quot;,&quot;displayName&quot;:&quot;&quot;,&quot;type&quot;:&quot;FIGURE_OBJECT&quot;,&quot;relativeTransform&quot;:{&quot;translate&quot;:{&quot;x&quot;:-264.6089196480107,&quot;y&quot;:51.25035054010824},&quot;rotate&quot;:-1.8479780835651505,&quot;skewX&quot;:-9.29815604126967e-16,&quot;scale&quot;:{&quot;x&quot;:0.3561813446790644,&quot;y&quot;:0.3561813446790651}},&quot;image&quot;:{&quot;url&quot;:&quot;https://icons.biorender.com/biorender/617826643d98ef002970526b/phospholipid-1.png&quot;,&quot;fallbackUrl&quot;:&quot;https://res.cloudinary.com/dlcjuc3ej/image/upload/v1635264092/wmosfjddzfwpeepjvhyl.svg#/keystone/api/icons/617826643d98ef002970526b/phospholipid-1.svg#/keystone/api/icons/617826643d98ef002970526b/phospholipid-1.svg#/keystone/api/icons/617826643d98ef002970526b/phospholipid-1.svg&quot;,&quot;isPremium&quot;:false,&quot;size&quot;:{&quot;x&quot;:50,&quot;y&quot;:136.42857142857144}},&quot;source&quot;:{&quot;id&quot;:&quot;5b5f651905c0e0001425b49e&quot;,&quot;type&quot;:&quot;ASSETS&quot;},&quot;isPremium&quot;:false,&quot;parent&quot;:{&quot;type&quot;:&quot;CHILD&quot;,&quot;parentId&quot;:&quot;d33d070b-0d24-4137-9782-f84752714e8b&quot;,&quot;order&quot;:&quot;6&quot;},&quot;styles&quot;:{&quot;editable&quot;:[{&quot;styleName&quot;:&quot;SATURATE&quot;,&quot;index&quot;:0,&quot;value&quot;:100}]}},&quot;5006ae1b-b596-4eb6-8a74-7e771a2e2abb&quot;:{&quot;id&quot;:&quot;5006ae1b-b596-4eb6-8a74-7e771a2e2abb&quot;,&quot;name&quot;:&quot;Phospholipid&quot;,&quot;displayName&quot;:&quot;&quot;,&quot;type&quot;:&quot;FIGURE_OBJECT&quot;,&quot;relativeTransform&quot;:{&quot;translate&quot;:{&quot;x&quot;:-252.45086054755146,&quot;y&quot;:59.10771103531121},&quot;rotate&quot;:-2.6179938779914944,&quot;skewX&quot;:-1.5861560305695312e-15,&quot;scale&quot;:{&quot;x&quot;:0.3561813446790645,&quot;y&quot;:0.3561813446790662}},&quot;image&quot;:{&quot;url&quot;:&quot;https://icons.biorender.com/biorender/617826643d98ef002970526b/phospholipid-1.png&quot;,&quot;fallbackUrl&quot;:&quot;https://res.cloudinary.com/dlcjuc3ej/image/upload/v1635264092/wmosfjddzfwpeepjvhyl.svg#/keystone/api/icons/617826643d98ef002970526b/phospholipid-1.svg#/keystone/api/icons/617826643d98ef002970526b/phospholipid-1.svg#/keystone/api/icons/617826643d98ef002970526b/phospholipid-1.svg&quot;,&quot;isPremium&quot;:false,&quot;size&quot;:{&quot;x&quot;:50,&quot;y&quot;:136.42857142857144}},&quot;source&quot;:{&quot;id&quot;:&quot;5b5f651905c0e0001425b49e&quot;,&quot;type&quot;:&quot;ASSETS&quot;},&quot;isPremium&quot;:false,&quot;parent&quot;:{&quot;type&quot;:&quot;CHILD&quot;,&quot;parentId&quot;:&quot;d33d070b-0d24-4137-9782-f84752714e8b&quot;,&quot;order&quot;:&quot;7&quot;},&quot;styles&quot;:{&quot;editable&quot;:[{&quot;styleName&quot;:&quot;SATURATE&quot;,&quot;index&quot;:0,&quot;value&quot;:100}]}},&quot;32fd7399-c6ed-425d-ab31-d5c60db071e7&quot;:{&quot;type&quot;:&quot;FIGURE_OBJECT&quot;,&quot;id&quot;:&quot;32fd7399-c6ed-425d-ab31-d5c60db071e7&quot;,&quot;parent&quot;:{&quot;type&quot;:&quot;CHILD&quot;,&quot;parentId&quot;:&quot;ec5f9726-5be2-4d5f-9906-cc9e08ff1865&quot;,&quot;order&quot;:&quot;9999999999999999999999999995&quot;},&quot;relativeTransform&quot;:{&quot;translate&quot;:{&quot;x&quot;:-71.91665174496421,&quot;y&quot;:195.7232652494107},&quot;rotate&quot;:0,&quot;skewX&quot;:0,&quot;scale&quot;:{&quot;x&quot;:1,&quot;y&quot;:1}},&quot;opacity&quot;:0.7},&quot;3f5f9737-f2e7-4e2a-858c-5ce1d916aa1e&quot;:{&quot;id&quot;:&quot;3f5f9737-f2e7-4e2a-858c-5ce1d916aa1e&quot;,&quot;name&quot;:&quot;Phospholipid&quot;,&quot;displayName&quot;:&quot;&quot;,&quot;type&quot;:&quot;FIGURE_OBJECT&quot;,&quot;relativeTransform&quot;:{&quot;translate&quot;:{&quot;x&quot;:246.9970419541662,&quot;y&quot;:14.136251536921435},&quot;rotate&quot;:0.7571010947793217,&quot;skewX&quot;:-3.281702132212826e-16,&quot;scale&quot;:{&quot;x&quot;:-0.3561813446790643,&quot;y&quot;:0.35618134467906504}},&quot;image&quot;:{&quot;url&quot;:&quot;https://icons.biorender.com/biorender/617826643d98ef002970526b/phospholipid-1.png&quot;,&quot;fallbackUrl&quot;:&quot;https://res.cloudinary.com/dlcjuc3ej/image/upload/v1635264092/wmosfjddzfwpeepjvhyl.svg#/keystone/api/icons/617826643d98ef002970526b/phospholipid-1.svg#/keystone/api/icons/617826643d98ef002970526b/phospholipid-1.svg#/keystone/api/icons/617826643d98ef002970526b/phospholipid-1.svg&quot;,&quot;isPremium&quot;:false,&quot;size&quot;:{&quot;x&quot;:50,&quot;y&quot;:136.42857142857144}},&quot;source&quot;:{&quot;id&quot;:&quot;5b5f651905c0e0001425b49e&quot;,&quot;type&quot;:&quot;ASSETS&quot;},&quot;isPremium&quot;:false,&quot;parent&quot;:{&quot;type&quot;:&quot;CHILD&quot;,&quot;parentId&quot;:&quot;32fd7399-c6ed-425d-ab31-d5c60db071e7&quot;,&quot;order&quot;:&quot;1&quot;}},&quot;194a7ce1-8a43-48f0-974b-f8ffde113436&quot;:{&quot;id&quot;:&quot;194a7ce1-8a43-48f0-974b-f8ffde113436&quot;,&quot;name&quot;:&quot;Phospholipid&quot;,&quot;displayName&quot;:&quot;&quot;,&quot;type&quot;:&quot;FIGURE_OBJECT&quot;,&quot;relativeTransform&quot;:{&quot;translate&quot;:{&quot;x&quot;:246.996348032244,&quot;y&quot;:28.878384028348464},&quot;rotate&quot;:1.0471975511965974,&quot;skewX&quot;:-6.563404264425644e-16,&quot;scale&quot;:{&quot;x&quot;:-0.3561813446790646,&quot;y&quot;:0.3561813446790649}},&quot;image&quot;:{&quot;url&quot;:&quot;https://icons.biorender.com/biorender/617826643d98ef002970526b/phospholipid-1.png&quot;,&quot;fallbackUrl&quot;:&quot;https://res.cloudinary.com/dlcjuc3ej/image/upload/v1635264092/wmosfjddzfwpeepjvhyl.svg#/keystone/api/icons/617826643d98ef002970526b/phospholipid-1.svg#/keystone/api/icons/617826643d98ef002970526b/phospholipid-1.svg#/keystone/api/icons/617826643d98ef002970526b/phospholipid-1.svg&quot;,&quot;isPremium&quot;:false,&quot;size&quot;:{&quot;x&quot;:50,&quot;y&quot;:136.42857142857144}},&quot;source&quot;:{&quot;id&quot;:&quot;5b5f651905c0e0001425b49e&quot;,&quot;type&quot;:&quot;ASSETS&quot;},&quot;isPremium&quot;:false,&quot;parent&quot;:{&quot;type&quot;:&quot;CHILD&quot;,&quot;parentId&quot;:&quot;32fd7399-c6ed-425d-ab31-d5c60db071e7&quot;,&quot;order&quot;:&quot;2&quot;}},&quot;4d82c863-f907-4108-9f17-145b3fe52d7b&quot;:{&quot;id&quot;:&quot;4d82c863-f907-4108-9f17-145b3fe52d7b&quot;,&quot;name&quot;:&quot;Phospholipid&quot;,&quot;displayName&quot;:&quot;&quot;,&quot;type&quot;:&quot;FIGURE_OBJECT&quot;,&quot;relativeTransform&quot;:{&quot;translate&quot;:{&quot;x&quot;:261.6599794374341,&quot;y&quot;:38.451981312296596},&quot;rotate&quot;:1.1459663399952549,&quot;skewX&quot;:-6.563404264425644e-16,&quot;scale&quot;:{&quot;x&quot;:-0.3561813446790646,&quot;y&quot;:0.3561813446790649}},&quot;image&quot;:{&quot;url&quot;:&quot;https://icons.biorender.com/biorender/617826643d98ef002970526b/phospholipid-1.png&quot;,&quot;fallbackUrl&quot;:&quot;https://res.cloudinary.com/dlcjuc3ej/image/upload/v1635264092/wmosfjddzfwpeepjvhyl.svg#/keystone/api/icons/617826643d98ef002970526b/phospholipid-1.svg#/keystone/api/icons/617826643d98ef002970526b/phospholipid-1.svg#/keystone/api/icons/617826643d98ef002970526b/phospholipid-1.svg&quot;,&quot;isPremium&quot;:false,&quot;size&quot;:{&quot;x&quot;:50,&quot;y&quot;:136.42857142857144}},&quot;source&quot;:{&quot;id&quot;:&quot;5b5f651905c0e0001425b49e&quot;,&quot;type&quot;:&quot;ASSETS&quot;},&quot;isPremium&quot;:false,&quot;parent&quot;:{&quot;type&quot;:&quot;CHILD&quot;,&quot;parentId&quot;:&quot;32fd7399-c6ed-425d-ab31-d5c60db071e7&quot;,&quot;order&quot;:&quot;5&quot;}},&quot;088276e4-82a9-42f4-a4a8-e50a853df861&quot;:{&quot;id&quot;:&quot;088276e4-82a9-42f4-a4a8-e50a853df861&quot;,&quot;name&quot;:&quot;Phospholipid&quot;,&quot;displayName&quot;:&quot;&quot;,&quot;type&quot;:&quot;FIGURE_OBJECT&quot;,&quot;relativeTransform&quot;:{&quot;translate&quot;:{&quot;x&quot;:261.3460936629881,&quot;y&quot;:51.69750472737273},&quot;rotate&quot;:2.094395102393195,&quot;skewX&quot;:-8.751205685900866e-16,&quot;scale&quot;:{&quot;x&quot;:-0.3561813446790644,&quot;y&quot;:0.35618134467906504}},&quot;image&quot;:{&quot;url&quot;:&quot;https://icons.biorender.com/biorender/617826643d98ef002970526b/phospholipid-1.png&quot;,&quot;fallbackUrl&quot;:&quot;https://res.cloudinary.com/dlcjuc3ej/image/upload/v1635264092/wmosfjddzfwpeepjvhyl.svg#/keystone/api/icons/617826643d98ef002970526b/phospholipid-1.svg#/keystone/api/icons/617826643d98ef002970526b/phospholipid-1.svg#/keystone/api/icons/617826643d98ef002970526b/phospholipid-1.svg&quot;,&quot;isPremium&quot;:false,&quot;size&quot;:{&quot;x&quot;:50,&quot;y&quot;:136.42857142857144}},&quot;source&quot;:{&quot;id&quot;:&quot;5b5f651905c0e0001425b49e&quot;,&quot;type&quot;:&quot;ASSETS&quot;},&quot;isPremium&quot;:false,&quot;parent&quot;:{&quot;type&quot;:&quot;CHILD&quot;,&quot;parentId&quot;:&quot;32fd7399-c6ed-425d-ab31-d5c60db071e7&quot;,&quot;order&quot;:&quot;6&quot;}},&quot;3fcab3f8-ef1a-40f4-8ee1-4b36b8585aa2&quot;:{&quot;id&quot;:&quot;3fcab3f8-ef1a-40f4-8ee1-4b36b8585aa2&quot;,&quot;name&quot;:&quot;Phospholipid&quot;,&quot;displayName&quot;:&quot;&quot;,&quot;type&quot;:&quot;FIGURE_OBJECT&quot;,&quot;relativeTransform&quot;:{&quot;translate&quot;:{&quot;x&quot;:246.99703456252885,&quot;y&quot;:55.882730863024115},&quot;rotate&quot;:2.4117369327175044,&quot;skewX&quot;:-1.640851066106412e-15,&quot;scale&quot;:{&quot;x&quot;:-0.3561813446790644,&quot;y&quot;:0.35618134467906626}},&quot;image&quot;:{&quot;url&quot;:&quot;https://icons.biorender.com/biorender/617826643d98ef002970526b/phospholipid-1.png&quot;,&quot;fallbackUrl&quot;:&quot;https://res.cloudinary.com/dlcjuc3ej/image/upload/v1635264092/wmosfjddzfwpeepjvhyl.svg#/keystone/api/icons/617826643d98ef002970526b/phospholipid-1.svg#/keystone/api/icons/617826643d98ef002970526b/phospholipid-1.svg#/keystone/api/icons/617826643d98ef002970526b/phospholipid-1.svg&quot;,&quot;isPremium&quot;:false,&quot;size&quot;:{&quot;x&quot;:50,&quot;y&quot;:136.42857142857144}},&quot;source&quot;:{&quot;id&quot;:&quot;5b5f651905c0e0001425b49e&quot;,&quot;type&quot;:&quot;ASSETS&quot;},&quot;isPremium&quot;:false,&quot;parent&quot;:{&quot;type&quot;:&quot;CHILD&quot;,&quot;parentId&quot;:&quot;32fd7399-c6ed-425d-ab31-d5c60db071e7&quot;,&quot;order&quot;:&quot;7&quot;}},&quot;7559ad7f-8434-4ffc-a465-9fb570a3036d&quot;:{&quot;type&quot;:&quot;FIGURE_OBJECT&quot;,&quot;id&quot;:&quot;7559ad7f-8434-4ffc-a465-9fb570a3036d&quot;,&quot;parent&quot;:{&quot;type&quot;:&quot;CHILD&quot;,&quot;parentId&quot;:&quot;ec5f9726-5be2-4d5f-9906-cc9e08ff1865&quot;,&quot;order&quot;:&quot;9999999999999999999999999997&quot;},&quot;relativeTransform&quot;:{&quot;translate&quot;:{&quot;x&quot;:60.855436719307704,&quot;y&quot;:261.4172886303499},&quot;rotate&quot;:0.38196444601007307,&quot;skewX&quot;:-1.1102230246251602e-16,&quot;scale&quot;:{&quot;x&quot;:0.9999999999999983,&quot;y&quot;:0.9999999999999983}}},&quot;93f205f5-10ae-4808-bf7a-05a3248370f8&quot;:{&quot;id&quot;:&quot;93f205f5-10ae-4808-bf7a-05a3248370f8&quot;,&quot;name&quot;:&quot;Sphere&quot;,&quot;displayName&quot;:&quot;&quot;,&quot;type&quot;:&quot;FIGURE_OBJECT&quot;,&quot;relativeTransform&quot;:{&quot;translate&quot;:{&quot;x&quot;:98.85989277780374,&quot;y&quot;:-126.53396493860443},&quot;rotate&quot;:6.283185307179586,&quot;skewX&quot;:0,&quot;scale&quot;:{&quot;x&quot;:-0.3984490257442165,&quot;y&quot;:0.3984490257442165}},&quot;image&quot;:{&quot;url&quot;:&quot;https://icons.biorender.com/biorender/5f4529c2929bce0028c9f877/sphere.png&quot;,&quot;fallbackUrl&quot;:&quot;https://res.cloudinary.com/dlcjuc3ej/image/upload/v1598368171/ew6k84mtkvzvpdegkgon.svg#/keystone/api/icons/5f4529c2929bce0028c9f877/sphere.svg#/keystone/api/icons/5f4529c2929bce0028c9f877/sphere.svg&quot;,&quot;isPremium&quot;:false,&quot;size&quot;:{&quot;x&quot;:50,&quot;y&quot;:50}},&quot;source&quot;:{&quot;id&quot;:&quot;5b8847989629ce1400901caa&quot;,&quot;type&quot;:&quot;ASSETS&quot;},&quot;isPremium&quot;:false,&quot;parent&quot;:{&quot;type&quot;:&quot;CHILD&quot;,&quot;parentId&quot;:&quot;7559ad7f-8434-4ffc-a465-9fb570a3036d&quot;,&quot;order&quot;:&quot;5&quot;}},&quot;a2dca895-2e8f-4cd1-a24b-9b08594deeef&quot;:{&quot;type&quot;:&quot;FIGURE_OBJECT&quot;,&quot;id&quot;:&quot;a2dca895-2e8f-4cd1-a24b-9b08594deeef&quot;,&quot;relativeTransform&quot;:{&quot;translate&quot;:{&quot;x&quot;:98.8598513251132,&quot;y&quot;:-132.7093675387338},&quot;rotate&quot;:4.71238898038469},&quot;opacity&quot;:1,&quot;path&quot;:{&quot;type&quot;:&quot;POLY_LINE&quot;,&quot;points&quot;:[{&quot;x&quot;:-12.747998857824594,&quot;y&quot;:0},{&quot;x&quot;:-38.007879046069675,&quot;y&quot;:0}],&quot;closed&quot;:false},&quot;pathStyles&quot;:[{&quot;type&quot;:&quot;FILL&quot;,&quot;fillStyle&quot;:&quot;rgba(0,0,0,0)&quot;},{&quot;type&quot;:&quot;STROKE&quot;,&quot;strokeStyle&quot;:&quot;rgba(148,34,31,1)&quot;,&quot;lineWidth&quot;:3.040630323685574,&quot;lineJoin&quot;:&quot;round&quot;}],&quot;isLocked&quot;:false,&quot;parent&quot;:{&quot;type&quot;:&quot;CHILD&quot;,&quot;parentId&quot;:&quot;7559ad7f-8434-4ffc-a465-9fb570a3036d&quot;,&quot;order&quot;:&quot;2&quot;},&quot;connectorInfo&quot;:{&quot;connectedObjects&quot;:[],&quot;type&quot;:&quot;LINE&quot;,&quot;offset&quot;:{&quot;x&quot;:0,&quot;y&quot;:0},&quot;bending&quot;:0.1,&quot;firstElementIsHead&quot;:true,&quot;customized&quot;:false},&quot;pathMarkers&quot;:{&quot;markerEnd&quot;:{&quot;type&quot;:&quot;PATH&quot;,&quot;units&quot;:{&quot;type&quot;:&quot;STROKE_WIDTH&quot;,&quot;scale&quot;:1},&quot;orient&quot;:{&quot;type&quot;:&quot;AUTO_START_REVERSE&quot;},&quot;name&quot;:&quot;rounded-end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-0.5,&quot;y&quot;:0,&quot;isEndPoint&quot;:true},{&quot;x&quot;:-0.49999999999999994,&quot;y&quot;:0.2761423749153967,&quot;isEndPoint&quot;:false},{&quot;x&quot;:-0.2761423749153966,&quot;y&quot;:0.5,&quot;isEndPoint&quot;:false},{&quot;x&quot;:3.061616997868383e-17,&quot;y&quot;:0.5,&quot;isEndPoint&quot;:true},{&quot;x&quot;:0.2761423749153967,&quot;y&quot;:0.5,&quot;isEndPoint&quot;:false},{&quot;x&quot;:0.5,&quot;y&quot;:0.27614237491539667,&quot;isEndPoint&quot;:false},{&quot;x&quot;:0.5,&quot;y&quot;:0,&quot;isEndPoint&quot;:true},{&quot;x&quot;:0.5,&quot;y&quot;:-0.27614237491539667,&quot;isEndPoint&quot;:false},{&quot;x&quot;:0.2761423749153967,&quot;y&quot;:-0.5,&quot;isEndPoint&quot;:false},{&quot;x&quot;:3.061616997868383e-17,&quot;y&quot;:-0.5,&quot;isEndPoint&quot;:true},{&quot;x&quot;:-0.2761423749153966,&quot;y&quot;:-0.5,&quot;isEndPoint&quot;:false},{&quot;x&quot;:-0.49999999999999994,&quot;y&quot;:-0.2761423749153967,&quot;isEndPoint&quot;:false},{&quot;x&quot;:-0.5,&quot;y&quot;:-6.123233995736766e-17,&quot;isEndPoint&quot;:true}],&quot;closed&quot;:false}},&quot;pathStyles&quot;:[{&quot;type&quot;:&quot;FILL&quot;,&quot;fillStyle&quot;:&quot;context-stroke-flat&quot;}]}}},&quot;29f51bac-3dfd-4b85-b034-36b257d09dd5&quot;:{&quot;type&quot;:&quot;FIGURE_OBJECT&quot;,&quot;id&quot;:&quot;29f51bac-3dfd-4b85-b034-36b257d09dd5&quot;,&quot;relativeTransform&quot;:{&quot;translate&quot;:{&quot;x&quot;:244.50525928195842,&quot;y&quot;:-61.14055127362856},&quot;rotate&quot;:0,&quot;skewX&quot;:0,&quot;scale&quot;:{&quot;x&quot;:1,&quot;y&quot;:1}},&quot;opacity&quot;:1,&quot;path&quot;:{&quot;type&quot;:&quot;ELLIPSE&quot;,&quot;size&quot;:{&quot;x&quot;:125.66670980925889,&quot;y&quot;:125.66670980925889}},&quot;isLocked&quot;:false,&quot;pathStyles&quot;:[{&quot;type&quot;:&quot;FILL&quot;,&quot;fillStyle&quot;:{&quot;type&quot;:&quot;radial&quot;,&quot;colorStops&quot;:{&quot;0&quot;:&quot;rgb(255, 149, 149)&quot;,&quot;0.692&quot;:&quot;rgba(252, 147, 147, 0)&quot;}}},{&quot;type&quot;:&quot;STROKE&quot;,&quot;strokeStyle&quot;:&quot;rgba(0,0,0,0)&quot;,&quot;lineWidth&quot;:2,&quot;lineJoin&quot;:&quot;round&quot;}],&quot;parent&quot;:{&quot;type&quot;:&quot;CHILD&quot;,&quot;parentId&quot;:&quot;ec5f9726-5be2-4d5f-9906-cc9e08ff1865&quot;,&quot;order&quot;:&quot;99999999999999999999999999999&quot;},&quot;layout&quot;:{&quot;sizeRatio&quot;:{&quot;x&quot;:0.7071067811865476,&quot;y&quot;:0.7071067811865476},&quot;keepAspectRatio&quot;:true}},&quot;63122cce-16ad-4ed9-8a19-eac19228cf65&quot;:{&quot;id&quot;:&quot;63122cce-16ad-4ed9-8a19-eac19228cf65&quot;,&quot;type&quot;:&quot;FIGURE_OBJECT&quot;,&quot;relativeTransform&quot;:{&quot;translate&quot;:{&quot;x&quot;:0,&quot;y&quot;:0},&quot;rotate&quot;:0,&quot;skewX&quot;:0,&quot;scale&quot;:{&quot;x&quot;:1,&quot;y&quot;:1}},&quot;text&quot;:{&quot;textData&quot;:{&quot;lineSpacing&quot;:&quot;normal&quot;,&quot;alignment&quot;:&quot;center&quot;,&quot;verticalAlign&quot;:&quot;TOP&quot;,&quot;lines&quot;:[{&quot;runs&quot;:[],&quot;text&quot;:&quot;&quot;,&quot;baseStyle&quot;:{&quot;fontFamily&quot;:&quot;Roboto&quot;,&quot;fontSize&quot;:18.666666666666664,&quot;color&quot;:&quot;black&quot;,&quot;fontWeight&quot;:&quot;normal&quot;,&quot;fontStyle&quot;:&quot;normal&quot;,&quot;decoration&quot;:&quot;none&quot;}}]},&quot;format&quot;:&quot;BETTER_TEXT&quot;,&quot;size&quot;:{&quot;x&quot;:125.66670980925889,&quot;y&quot;:22},&quot;targetSize&quot;:{&quot;x&quot;:125.66670980925889,&quot;y&quot;:2.32}},&quot;parent&quot;:{&quot;type&quot;:&quot;CHILD&quot;,&quot;parentId&quot;:&quot;29f51bac-3dfd-4b85-b034-36b257d09dd5&quot;,&quot;order&quot;:&quot;5&quot;}},&quot;7276ee53-6c6a-458b-ae83-e8ccc619caf2&quot;:{&quot;type&quot;:&quot;FIGURE_OBJECT&quot;,&quot;id&quot;:&quot;7276ee53-6c6a-458b-ae83-e8ccc619caf2&quot;,&quot;parent&quot;:{&quot;type&quot;:&quot;CHILD&quot;,&quot;parentId&quot;:&quot;ec5f9726-5be2-4d5f-9906-cc9e08ff1865&quot;,&quot;order&quot;:&quot;9999999999999999999999999998&quot;},&quot;relativeTransform&quot;:{&quot;translate&quot;:{&quot;x&quot;:562.6540733289025,&quot;y&quot;:-95.48815739182868},&quot;rotate&quot;:-2.4492935982947064e-16,&quot;skewX&quot;:0,&quot;scale&quot;:{&quot;x&quot;:1,&quot;y&quot;:1}},&quot;opacity&quot;:0.7},&quot;db302e3a-fc84-4a88-bb0a-f866e9ab1847&quot;:{&quot;id&quot;:&quot;db302e3a-fc84-4a88-bb0a-f866e9ab1847&quot;,&quot;name&quot;:&quot;Phospholipid&quot;,&quot;displayName&quot;:&quot;&quot;,&quot;type&quot;:&quot;FIGURE_OBJECT&quot;,&quot;relativeTransform&quot;:{&quot;translate&quot;:{&quot;x&quot;:-246.07561904779845,&quot;y&quot;:8.119848458266587},&quot;rotate&quot;:-0.5235987755982987,&quot;skewX&quot;:-3.828652487581629e-16,&quot;scale&quot;:{&quot;x&quot;:0.3561813446790644,&quot;y&quot;:0.35618134467906504}},&quot;image&quot;:{&quot;url&quot;:&quot;https://icons.biorender.com/biorender/617826643d98ef002970526b/phospholipid-1.png&quot;,&quot;fallbackUrl&quot;:&quot;https://res.cloudinary.com/dlcjuc3ej/image/upload/v1635264092/wmosfjddzfwpeepjvhyl.svg#/keystone/api/icons/617826643d98ef002970526b/phospholipid-1.svg#/keystone/api/icons/617826643d98ef002970526b/phospholipid-1.svg#/keystone/api/icons/617826643d98ef002970526b/phospholipid-1.svg&quot;,&quot;isPremium&quot;:false,&quot;size&quot;:{&quot;x&quot;:50,&quot;y&quot;:136.42857142857144}},&quot;source&quot;:{&quot;id&quot;:&quot;5b5f651905c0e0001425b49e&quot;,&quot;type&quot;:&quot;ASSETS&quot;},&quot;isPremium&quot;:false,&quot;parent&quot;:{&quot;type&quot;:&quot;CHILD&quot;,&quot;parentId&quot;:&quot;7276ee53-6c6a-458b-ae83-e8ccc619caf2&quot;,&quot;order&quot;:&quot;1&quot;}},&quot;54523609-5aa8-406b-9f4b-f356502ea9e4&quot;:{&quot;id&quot;:&quot;54523609-5aa8-406b-9f4b-f356502ea9e4&quot;,&quot;name&quot;:&quot;Phospholipid&quot;,&quot;displayName&quot;:&quot;&quot;,&quot;type&quot;:&quot;FIGURE_OBJECT&quot;,&quot;relativeTransform&quot;:{&quot;translate&quot;:{&quot;x&quot;:-256.36786564273757,&quot;y&quot;:17.821309151935615},&quot;rotate&quot;:-0.8138283475203955,&quot;skewX&quot;:-4.375602842950429e-16,&quot;scale&quot;:{&quot;x&quot;:0.3561813446790646,&quot;y&quot;:0.3561813446790649}},&quot;image&quot;:{&quot;url&quot;:&quot;https://icons.biorender.com/biorender/617826643d98ef002970526b/phospholipid-1.png&quot;,&quot;fallbackUrl&quot;:&quot;https://res.cloudinary.com/dlcjuc3ej/image/upload/v1635264092/wmosfjddzfwpeepjvhyl.svg#/keystone/api/icons/617826643d98ef002970526b/phospholipid-1.svg#/keystone/api/icons/617826643d98ef002970526b/phospholipid-1.svg#/keystone/api/icons/617826643d98ef002970526b/phospholipid-1.svg&quot;,&quot;isPremium&quot;:false,&quot;size&quot;:{&quot;x&quot;:50,&quot;y&quot;:136.42857142857144}},&quot;source&quot;:{&quot;id&quot;:&quot;5b5f651905c0e0001425b49e&quot;,&quot;type&quot;:&quot;ASSETS&quot;},&quot;isPremium&quot;:false,&quot;parent&quot;:{&quot;type&quot;:&quot;CHILD&quot;,&quot;parentId&quot;:&quot;7276ee53-6c6a-458b-ae83-e8ccc619caf2&quot;,&quot;order&quot;:&quot;2&quot;}},&quot;57290387-b450-4809-9374-522c397a8b96&quot;:{&quot;id&quot;:&quot;57290387-b450-4809-9374-522c397a8b96&quot;,&quot;name&quot;:&quot;Phospholipid&quot;,&quot;displayName&quot;:&quot;&quot;,&quot;type&quot;:&quot;FIGURE_OBJECT&quot;,&quot;relativeTransform&quot;:{&quot;translate&quot;:{&quot;x&quot;:-254.39201909286004,&quot;y&quot;:32.92344387409008},&quot;rotate&quot;:-1.8241152105141218,&quot;skewX&quot;:-1.2032907818113676e-15,&quot;scale&quot;:{&quot;x&quot;:0.35618134467906465,&quot;y&quot;:0.35618134467906504}},&quot;image&quot;:{&quot;url&quot;:&quot;https://icons.biorender.com/biorender/617826643d98ef002970526b/phospholipid-1.png&quot;,&quot;fallbackUrl&quot;:&quot;https://res.cloudinary.com/dlcjuc3ej/image/upload/v1635264092/wmosfjddzfwpeepjvhyl.svg#/keystone/api/icons/617826643d98ef002970526b/phospholipid-1.svg#/keystone/api/icons/617826643d98ef002970526b/phospholipid-1.svg#/keystone/api/icons/617826643d98ef002970526b/phospholipid-1.svg&quot;,&quot;isPremium&quot;:false,&quot;size&quot;:{&quot;x&quot;:50,&quot;y&quot;:136.42857142857144}},&quot;source&quot;:{&quot;id&quot;:&quot;5b5f651905c0e0001425b49e&quot;,&quot;type&quot;:&quot;ASSETS&quot;},&quot;isPremium&quot;:false,&quot;parent&quot;:{&quot;type&quot;:&quot;CHILD&quot;,&quot;parentId&quot;:&quot;7276ee53-6c6a-458b-ae83-e8ccc619caf2&quot;,&quot;order&quot;:&quot;5&quot;}},&quot;7b5491e7-5400-4c80-ab65-2683e7c3d8d0&quot;:{&quot;id&quot;:&quot;7b5491e7-5400-4c80-ab65-2683e7c3d8d0&quot;,&quot;name&quot;:&quot;Phospholipid&quot;,&quot;displayName&quot;:&quot;&quot;,&quot;type&quot;:&quot;FIGURE_OBJECT&quot;,&quot;relativeTransform&quot;:{&quot;translate&quot;:{&quot;x&quot;:-264.6089196480107,&quot;y&quot;:51.25035054010824},&quot;rotate&quot;:-1.8479780835651505,&quot;skewX&quot;:-9.29815604126967e-16,&quot;scale&quot;:{&quot;x&quot;:0.3561813446790644,&quot;y&quot;:0.3561813446790651}},&quot;image&quot;:{&quot;url&quot;:&quot;https://icons.biorender.com/biorender/617826643d98ef002970526b/phospholipid-1.png&quot;,&quot;fallbackUrl&quot;:&quot;https://res.cloudinary.com/dlcjuc3ej/image/upload/v1635264092/wmosfjddzfwpeepjvhyl.svg#/keystone/api/icons/617826643d98ef002970526b/phospholipid-1.svg#/keystone/api/icons/617826643d98ef002970526b/phospholipid-1.svg#/keystone/api/icons/617826643d98ef002970526b/phospholipid-1.svg&quot;,&quot;isPremium&quot;:false,&quot;size&quot;:{&quot;x&quot;:50,&quot;y&quot;:136.42857142857144}},&quot;source&quot;:{&quot;id&quot;:&quot;5b5f651905c0e0001425b49e&quot;,&quot;type&quot;:&quot;ASSETS&quot;},&quot;isPremium&quot;:false,&quot;parent&quot;:{&quot;type&quot;:&quot;CHILD&quot;,&quot;parentId&quot;:&quot;7276ee53-6c6a-458b-ae83-e8ccc619caf2&quot;,&quot;order&quot;:&quot;6&quot;}},&quot;8fec0a87-7001-4d07-a1fd-af18e0357792&quot;:{&quot;id&quot;:&quot;8fec0a87-7001-4d07-a1fd-af18e0357792&quot;,&quot;name&quot;:&quot;Phospholipid&quot;,&quot;displayName&quot;:&quot;&quot;,&quot;type&quot;:&quot;FIGURE_OBJECT&quot;,&quot;relativeTransform&quot;:{&quot;translate&quot;:{&quot;x&quot;:-252.45086054755146,&quot;y&quot;:59.10771103531121},&quot;rotate&quot;:-2.6179938779914944,&quot;skewX&quot;:-1.5861560305695312e-15,&quot;scale&quot;:{&quot;x&quot;:0.3561813446790645,&quot;y&quot;:0.3561813446790662}},&quot;image&quot;:{&quot;url&quot;:&quot;https://icons.biorender.com/biorender/617826643d98ef002970526b/phospholipid-1.png&quot;,&quot;fallbackUrl&quot;:&quot;https://res.cloudinary.com/dlcjuc3ej/image/upload/v1635264092/wmosfjddzfwpeepjvhyl.svg#/keystone/api/icons/617826643d98ef002970526b/phospholipid-1.svg#/keystone/api/icons/617826643d98ef002970526b/phospholipid-1.svg#/keystone/api/icons/617826643d98ef002970526b/phospholipid-1.svg&quot;,&quot;isPremium&quot;:false,&quot;size&quot;:{&quot;x&quot;:50,&quot;y&quot;:136.42857142857144}},&quot;source&quot;:{&quot;id&quot;:&quot;5b5f651905c0e0001425b49e&quot;,&quot;type&quot;:&quot;ASSETS&quot;},&quot;isPremium&quot;:false,&quot;parent&quot;:{&quot;type&quot;:&quot;CHILD&quot;,&quot;parentId&quot;:&quot;7276ee53-6c6a-458b-ae83-e8ccc619caf2&quot;,&quot;order&quot;:&quot;7&quot;}},&quot;91539ba9-c68b-401b-98b0-9e4d788d113b&quot;:{&quot;type&quot;:&quot;FIGURE_OBJECT&quot;,&quot;id&quot;:&quot;91539ba9-c68b-401b-98b0-9e4d788d113b&quot;,&quot;parent&quot;:{&quot;type&quot;:&quot;CHILD&quot;,&quot;parentId&quot;:&quot;ec5f9726-5be2-4d5f-9906-cc9e08ff1865&quot;,&quot;order&quot;:&quot;99999999999999999999999999995&quot;},&quot;relativeTransform&quot;:{&quot;translate&quot;:{&quot;x&quot;:82.33929527705428,&quot;y&quot;:16.399329993507106},&quot;rotate&quot;:-0.09721105985474787,&quot;skewX&quot;:1.38777878078145e-16,&quot;scale&quot;:{&quot;x&quot;:0.9999999999999983,&quot;y&quot;:1.0000000000000047}}},&quot;b304735b-7216-48e6-b4b7-a9e68b89f1d8&quot;:{&quot;id&quot;:&quot;b304735b-7216-48e6-b4b7-a9e68b89f1d8&quot;,&quot;name&quot;:&quot;Sphere&quot;,&quot;displayName&quot;:&quot;&quot;,&quot;type&quot;:&quot;FIGURE_OBJECT&quot;,&quot;relativeTransform&quot;:{&quot;translate&quot;:{&quot;x&quot;:98.85989277780374,&quot;y&quot;:-126.53396493860443},&quot;rotate&quot;:6.283185307179586,&quot;skewX&quot;:0,&quot;scale&quot;:{&quot;x&quot;:-0.3984490257442165,&quot;y&quot;:0.3984490257442165}},&quot;image&quot;:{&quot;url&quot;:&quot;https://icons.biorender.com/biorender/5f4529c2929bce0028c9f877/sphere.png&quot;,&quot;fallbackUrl&quot;:&quot;https://res.cloudinary.com/dlcjuc3ej/image/upload/v1598368171/ew6k84mtkvzvpdegkgon.svg#/keystone/api/icons/5f4529c2929bce0028c9f877/sphere.svg#/keystone/api/icons/5f4529c2929bce0028c9f877/sphere.svg&quot;,&quot;isPremium&quot;:false,&quot;size&quot;:{&quot;x&quot;:50,&quot;y&quot;:50}},&quot;source&quot;:{&quot;id&quot;:&quot;5b8847989629ce1400901caa&quot;,&quot;type&quot;:&quot;ASSETS&quot;},&quot;isPremium&quot;:false,&quot;parent&quot;:{&quot;type&quot;:&quot;CHILD&quot;,&quot;parentId&quot;:&quot;91539ba9-c68b-401b-98b0-9e4d788d113b&quot;,&quot;order&quot;:&quot;5&quot;}},&quot;f0bb6ebb-1eaa-41ad-b9c1-bcc0ebb943b6&quot;:{&quot;type&quot;:&quot;FIGURE_OBJECT&quot;,&quot;id&quot;:&quot;f0bb6ebb-1eaa-41ad-b9c1-bcc0ebb943b6&quot;,&quot;relativeTransform&quot;:{&quot;translate&quot;:{&quot;x&quot;:98.8598513251132,&quot;y&quot;:-132.7093675387338},&quot;rotate&quot;:4.71238898038469},&quot;opacity&quot;:1,&quot;path&quot;:{&quot;type&quot;:&quot;POLY_LINE&quot;,&quot;points&quot;:[{&quot;x&quot;:-12.747998857824594,&quot;y&quot;:0},{&quot;x&quot;:-38.007879046069675,&quot;y&quot;:0}],&quot;closed&quot;:false},&quot;pathStyles&quot;:[{&quot;type&quot;:&quot;FILL&quot;,&quot;fillStyle&quot;:&quot;rgba(0,0,0,0)&quot;},{&quot;type&quot;:&quot;STROKE&quot;,&quot;strokeStyle&quot;:&quot;rgba(148,34,31,1)&quot;,&quot;lineWidth&quot;:3.040630323685574,&quot;lineJoin&quot;:&quot;round&quot;}],&quot;isLocked&quot;:false,&quot;parent&quot;:{&quot;type&quot;:&quot;CHILD&quot;,&quot;parentId&quot;:&quot;91539ba9-c68b-401b-98b0-9e4d788d113b&quot;,&quot;order&quot;:&quot;2&quot;},&quot;connectorInfo&quot;:{&quot;connectedObjects&quot;:[],&quot;type&quot;:&quot;LINE&quot;,&quot;offset&quot;:{&quot;x&quot;:0,&quot;y&quot;:0},&quot;bending&quot;:0.1,&quot;firstElementIsHead&quot;:true,&quot;customized&quot;:false},&quot;pathMarkers&quot;:{&quot;markerEnd&quot;:{&quot;type&quot;:&quot;PATH&quot;,&quot;units&quot;:{&quot;type&quot;:&quot;STROKE_WIDTH&quot;,&quot;scale&quot;:1},&quot;orient&quot;:{&quot;type&quot;:&quot;AUTO_START_REVERSE&quot;},&quot;name&quot;:&quot;rounded-end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-0.5,&quot;y&quot;:0,&quot;isEndPoint&quot;:true},{&quot;x&quot;:-0.49999999999999994,&quot;y&quot;:0.2761423749153967,&quot;isEndPoint&quot;:false},{&quot;x&quot;:-0.2761423749153966,&quot;y&quot;:0.5,&quot;isEndPoint&quot;:false},{&quot;x&quot;:3.061616997868383e-17,&quot;y&quot;:0.5,&quot;isEndPoint&quot;:true},{&quot;x&quot;:0.2761423749153967,&quot;y&quot;:0.5,&quot;isEndPoint&quot;:false},{&quot;x&quot;:0.5,&quot;y&quot;:0.27614237491539667,&quot;isEndPoint&quot;:false},{&quot;x&quot;:0.5,&quot;y&quot;:0,&quot;isEndPoint&quot;:true},{&quot;x&quot;:0.5,&quot;y&quot;:-0.27614237491539667,&quot;isEndPoint&quot;:false},{&quot;x&quot;:0.2761423749153967,&quot;y&quot;:-0.5,&quot;isEndPoint&quot;:false},{&quot;x&quot;:3.061616997868383e-17,&quot;y&quot;:-0.5,&quot;isEndPoint&quot;:true},{&quot;x&quot;:-0.2761423749153966,&quot;y&quot;:-0.5,&quot;isEndPoint&quot;:false},{&quot;x&quot;:-0.49999999999999994,&quot;y&quot;:-0.2761423749153967,&quot;isEndPoint&quot;:false},{&quot;x&quot;:-0.5,&quot;y&quot;:-6.123233995736766e-17,&quot;isEndPoint&quot;:true}],&quot;closed&quot;:false}},&quot;pathStyles&quot;:[{&quot;type&quot;:&quot;FILL&quot;,&quot;fillStyle&quot;:&quot;context-stroke-flat&quot;}]}}},&quot;ee3bc5f9-5b84-4068-9355-c36a5c71abb1&quot;:{&quot;relativeTransform&quot;:{&quot;translate&quot;:{&quot;x&quot;:-323.1215678745902,&quot;y&quot;:83.2130157346781},&quot;rotate&quot;:0,&quot;skewX&quot;:0,&quot;scale&quot;:{&quot;x&quot;:1,&quot;y&quot;:1}},&quot;type&quot;:&quot;FIGURE_OBJECT&quot;,&quot;id&quot;:&quot;ee3bc5f9-5b84-4068-9355-c36a5c71abb1&quot;,&quot;name&quot;:&quot;37. Peptidoglycan brush (straight)&quot;,&quot;displayName&quot;:&quot;Peptidoglycan brush (straight)&quot;,&quot;opacity&quot;:0.6,&quot;source&quot;:{&quot;id&quot;:&quot;5ea2228251578100ac3b42a4&quot;,&quot;type&quot;:&quot;ASSETS&quot;},&quot;path&quot;:{&quot;type&quot;:&quot;POLY_LINE&quot;,&quot;points&quot;:[{&quot;x&quot;:-204.17417832508283,&quot;y&quot;:0},{&quot;x&quot;:204.17417832508295,&quot;y&quot;:0}],&quot;closed&quot;:false},&quot;pathStyles&quot;:[{&quot;type&quot;:&quot;FILL&quot;,&quot;fillStyle&quot;:&quot;rgba(0,0,0,0)&quot;},{&quot;type&quot;:&quot;STROKE&quot;,&quot;strokeStyle&quot;:&quot;rgba(0,0,0,0)&quot;,&quot;lineWidth&quot;:32,&quot;lineJoin&quot;:&quot;round&quot;}],&quot;pathSmoothing&quot;:{&quot;type&quot;:&quot;CATMULL_SMOOTHING&quot;,&quot;smoothing&quot;:0.2},&quot;pathPattern&quot;:{&quot;type&quot;:&quot;ROW&quot;,&quot;patternId&quot;:&quot;3c8f401d-6cbd-4e9e-a527-2eadc27f202a&quot;,&quot;patternTransform&quot;:{&quot;translate&quot;:{&quot;x&quot;:-1.0299920638612292e-18,&quot;y&quot;:-0.5},&quot;rotate&quot;:0,&quot;skewX&quot;:0,&quot;scale&quot;:{&quot;x&quot;:0.009345794392523364,&quot;y&quot;:0.009345794392523364}},&quot;xUnits&quot;:&quot;STROKE_WIDTH&quot;,&quot;yUnits&quot;:&quot;STROKE_WIDTH&quot;,&quot;bending&quot;:true,&quot;repeat&quot;:{&quot;distance&quot;:0.9897663437317465,&quot;align&quot;:&quot;CENTER&quot;},&quot;isPremium&quot;:false},&quot;isLocked&quot;:false,&quot;parent&quot;:{&quot;type&quot;:&quot;CHILD&quot;,&quot;parentId&quot;:&quot;ec5f9726-5be2-4d5f-9906-cc9e08ff1865&quot;,&quot;order&quot;:&quot;99999999999999999999999999997&quot;},&quot;isPremium&quot;:false},&quot;2dc77b19-b271-45aa-bda4-581bb9a91f97&quot;:{&quot;relativeTransform&quot;:{&quot;translate&quot;:{&quot;x&quot;:426.6158041315281,&quot;y&quot;:83.2130157346781},&quot;rotate&quot;:0},&quot;type&quot;:&quot;FIGURE_OBJECT&quot;,&quot;id&quot;:&quot;2dc77b19-b271-45aa-bda4-581bb9a91f97&quot;,&quot;name&quot;:&quot;37. Peptidoglycan brush (straight)&quot;,&quot;displayName&quot;:&quot;Peptidoglycan brush (straight)&quot;,&quot;opacity&quot;:0.6,&quot;source&quot;:{&quot;id&quot;:&quot;5ea2228251578100ac3b42a4&quot;,&quot;type&quot;:&quot;ASSETS&quot;},&quot;path&quot;:{&quot;type&quot;:&quot;POLY_LINE&quot;,&quot;points&quot;:[{&quot;x&quot;:-124.98049685789486,&quot;y&quot;:0},{&quot;x&quot;:124.9804968578949,&quot;y&quot;:0}],&quot;closed&quot;:false},&quot;pathStyles&quot;:[{&quot;type&quot;:&quot;FILL&quot;,&quot;fillStyle&quot;:&quot;rgba(0,0,0,0)&quot;},{&quot;type&quot;:&quot;STROKE&quot;,&quot;strokeStyle&quot;:&quot;rgba(0,0,0,0)&quot;,&quot;lineWidth&quot;:32,&quot;lineJoin&quot;:&quot;round&quot;}],&quot;pathSmoothing&quot;:{&quot;type&quot;:&quot;CATMULL_SMOOTHING&quot;,&quot;smoothing&quot;:0.2},&quot;pathPattern&quot;:{&quot;type&quot;:&quot;ROW&quot;,&quot;patternId&quot;:&quot;539143d0-9a27-437d-83ca-37496c7622d1&quot;,&quot;patternTransform&quot;:{&quot;translate&quot;:{&quot;x&quot;:-1.0299920638612292e-18,&quot;y&quot;:-0.5},&quot;rotate&quot;:0,&quot;skewX&quot;:0,&quot;scale&quot;:{&quot;x&quot;:0.009345794392523364,&quot;y&quot;:0.009345794392523364}},&quot;xUnits&quot;:&quot;STROKE_WIDTH&quot;,&quot;yUnits&quot;:&quot;STROKE_WIDTH&quot;,&quot;bending&quot;:true,&quot;repeat&quot;:{&quot;distance&quot;:0.9897663437317465,&quot;align&quot;:&quot;CENTER&quot;},&quot;isPremium&quot;:false},&quot;isLocked&quot;:false,&quot;parent&quot;:{&quot;type&quot;:&quot;CHILD&quot;,&quot;parentId&quot;:&quot;ec5f9726-5be2-4d5f-9906-cc9e08ff1865&quot;,&quot;order&quot;:&quot;6&quot;},&quot;isPremium&quot;:false},&quot;e5e7eae2-62b5-419d-ab44-0baf37435ce2&quot;:{&quot;relativeTransform&quot;:{&quot;translate&quot;:{&quot;x&quot;:68.43425612358578,&quot;y&quot;:83.2130157346781},&quot;rotate&quot;:0},&quot;type&quot;:&quot;FIGURE_OBJECT&quot;,&quot;id&quot;:&quot;e5e7eae2-62b5-419d-ab44-0baf37435ce2&quot;,&quot;name&quot;:&quot;37. Peptidoglycan brush (straight)&quot;,&quot;displayName&quot;:&quot;Peptidoglycan brush (straight)&quot;,&quot;opacity&quot;:0.6,&quot;source&quot;:{&quot;id&quot;:&quot;5ea2228251578100ac3b42a4&quot;,&quot;type&quot;:&quot;ASSETS&quot;},&quot;path&quot;:{&quot;type&quot;:&quot;POLY_LINE&quot;,&quot;points&quot;:[{&quot;x&quot;:-122.25304858789266,&quot;y&quot;:0},{&quot;x&quot;:122.2530485878927,&quot;y&quot;:0}],&quot;closed&quot;:false},&quot;pathStyles&quot;:[{&quot;type&quot;:&quot;FILL&quot;,&quot;fillStyle&quot;:&quot;rgba(0,0,0,0)&quot;},{&quot;type&quot;:&quot;STROKE&quot;,&quot;strokeStyle&quot;:&quot;rgba(0,0,0,0)&quot;,&quot;lineWidth&quot;:32,&quot;lineJoin&quot;:&quot;round&quot;}],&quot;pathSmoothing&quot;:{&quot;type&quot;:&quot;CATMULL_SMOOTHING&quot;,&quot;smoothing&quot;:0.2},&quot;pathPattern&quot;:{&quot;type&quot;:&quot;ROW&quot;,&quot;patternId&quot;:&quot;4c69cf60-fbef-45e9-b98b-6f3756611047&quot;,&quot;patternTransform&quot;:{&quot;translate&quot;:{&quot;x&quot;:-1.0299920638612292e-18,&quot;y&quot;:-0.5},&quot;rotate&quot;:0,&quot;skewX&quot;:0,&quot;scale&quot;:{&quot;x&quot;:0.009345794392523364,&quot;y&quot;:0.009345794392523364}},&quot;xUnits&quot;:&quot;STROKE_WIDTH&quot;,&quot;yUnits&quot;:&quot;STROKE_WIDTH&quot;,&quot;bending&quot;:true,&quot;repeat&quot;:{&quot;distance&quot;:0.9897663437317465,&quot;align&quot;:&quot;CENTER&quot;},&quot;isPremium&quot;:false},&quot;isLocked&quot;:false,&quot;parent&quot;:{&quot;type&quot;:&quot;CHILD&quot;,&quot;parentId&quot;:&quot;ec5f9726-5be2-4d5f-9906-cc9e08ff1865&quot;,&quot;order&quot;:&quot;99999999999999999999999999998&quot;},&quot;isPremium&quot;:false},&quot;63fa0abc-a45e-456b-959c-83837bb7a646&quot;:{&quot;type&quot;:&quot;FIGURE_OBJECT&quot;,&quot;id&quot;:&quot;63fa0abc-a45e-456b-959c-83837bb7a646&quot;,&quot;parent&quot;:{&quot;type&quot;:&quot;CHILD&quot;,&quot;parentId&quot;:&quot;ec5f9726-5be2-4d5f-9906-cc9e08ff1865&quot;,&quot;order&quot;:&quot;9999999999999999999999999999&quot;},&quot;relativeTransform&quot;:{&quot;translate&quot;:{&quot;x&quot;:-78.00461645123085,&quot;y&quot;:-98.85081198920774},&quot;rotate&quot;:0,&quot;skewX&quot;:0,&quot;scale&quot;:{&quot;x&quot;:1,&quot;y&quot;:1}},&quot;opacity&quot;:0.7},&quot;5587f402-1e71-455f-b467-d741e452addc&quot;:{&quot;id&quot;:&quot;5587f402-1e71-455f-b467-d741e452addc&quot;,&quot;name&quot;:&quot;Phospholipid&quot;,&quot;displayName&quot;:&quot;&quot;,&quot;type&quot;:&quot;FIGURE_OBJECT&quot;,&quot;relativeTransform&quot;:{&quot;translate&quot;:{&quot;x&quot;:246.9970419541662,&quot;y&quot;:14.136251536921435},&quot;rotate&quot;:0.7571010947793217,&quot;skewX&quot;:-3.281702132212826e-16,&quot;scale&quot;:{&quot;x&quot;:-0.3561813446790643,&quot;y&quot;:0.35618134467906504}},&quot;image&quot;:{&quot;url&quot;:&quot;https://icons.biorender.com/biorender/617826643d98ef002970526b/phospholipid-1.png&quot;,&quot;fallbackUrl&quot;:&quot;https://res.cloudinary.com/dlcjuc3ej/image/upload/v1635264092/wmosfjddzfwpeepjvhyl.svg#/keystone/api/icons/617826643d98ef002970526b/phospholipid-1.svg#/keystone/api/icons/617826643d98ef002970526b/phospholipid-1.svg#/keystone/api/icons/617826643d98ef002970526b/phospholipid-1.svg&quot;,&quot;isPremium&quot;:false,&quot;size&quot;:{&quot;x&quot;:50,&quot;y&quot;:136.42857142857144}},&quot;source&quot;:{&quot;id&quot;:&quot;5b5f651905c0e0001425b49e&quot;,&quot;type&quot;:&quot;ASSETS&quot;},&quot;isPremium&quot;:false,&quot;parent&quot;:{&quot;type&quot;:&quot;CHILD&quot;,&quot;parentId&quot;:&quot;63fa0abc-a45e-456b-959c-83837bb7a646&quot;,&quot;order&quot;:&quot;1&quot;}},&quot;c85a3ef8-34da-4427-99d5-ae7935a670a0&quot;:{&quot;id&quot;:&quot;c85a3ef8-34da-4427-99d5-ae7935a670a0&quot;,&quot;name&quot;:&quot;Phospholipid&quot;,&quot;displayName&quot;:&quot;&quot;,&quot;type&quot;:&quot;FIGURE_OBJECT&quot;,&quot;relativeTransform&quot;:{&quot;translate&quot;:{&quot;x&quot;:246.996348032244,&quot;y&quot;:28.878384028348464},&quot;rotate&quot;:1.0471975511965974,&quot;skewX&quot;:-6.563404264425644e-16,&quot;scale&quot;:{&quot;x&quot;:-0.3561813446790646,&quot;y&quot;:0.3561813446790649}},&quot;image&quot;:{&quot;url&quot;:&quot;https://icons.biorender.com/biorender/617826643d98ef002970526b/phospholipid-1.png&quot;,&quot;fallbackUrl&quot;:&quot;https://res.cloudinary.com/dlcjuc3ej/image/upload/v1635264092/wmosfjddzfwpeepjvhyl.svg#/keystone/api/icons/617826643d98ef002970526b/phospholipid-1.svg#/keystone/api/icons/617826643d98ef002970526b/phospholipid-1.svg#/keystone/api/icons/617826643d98ef002970526b/phospholipid-1.svg&quot;,&quot;isPremium&quot;:false,&quot;size&quot;:{&quot;x&quot;:50,&quot;y&quot;:136.42857142857144}},&quot;source&quot;:{&quot;id&quot;:&quot;5b5f651905c0e0001425b49e&quot;,&quot;type&quot;:&quot;ASSETS&quot;},&quot;isPremium&quot;:false,&quot;parent&quot;:{&quot;type&quot;:&quot;CHILD&quot;,&quot;parentId&quot;:&quot;63fa0abc-a45e-456b-959c-83837bb7a646&quot;,&quot;order&quot;:&quot;2&quot;}},&quot;b7ec6975-dbf7-486b-a159-3b47c5c8ffe7&quot;:{&quot;id&quot;:&quot;b7ec6975-dbf7-486b-a159-3b47c5c8ffe7&quot;,&quot;name&quot;:&quot;Phospholipid&quot;,&quot;displayName&quot;:&quot;&quot;,&quot;type&quot;:&quot;FIGURE_OBJECT&quot;,&quot;relativeTransform&quot;:{&quot;translate&quot;:{&quot;x&quot;:261.6599794374341,&quot;y&quot;:38.451981312296596},&quot;rotate&quot;:1.1459663399952549,&quot;skewX&quot;:-6.563404264425644e-16,&quot;scale&quot;:{&quot;x&quot;:-0.3561813446790646,&quot;y&quot;:0.3561813446790649}},&quot;image&quot;:{&quot;url&quot;:&quot;https://icons.biorender.com/biorender/617826643d98ef002970526b/phospholipid-1.png&quot;,&quot;fallbackUrl&quot;:&quot;https://res.cloudinary.com/dlcjuc3ej/image/upload/v1635264092/wmosfjddzfwpeepjvhyl.svg#/keystone/api/icons/617826643d98ef002970526b/phospholipid-1.svg#/keystone/api/icons/617826643d98ef002970526b/phospholipid-1.svg#/keystone/api/icons/617826643d98ef002970526b/phospholipid-1.svg&quot;,&quot;isPremium&quot;:false,&quot;size&quot;:{&quot;x&quot;:50,&quot;y&quot;:136.42857142857144}},&quot;source&quot;:{&quot;id&quot;:&quot;5b5f651905c0e0001425b49e&quot;,&quot;type&quot;:&quot;ASSETS&quot;},&quot;isPremium&quot;:false,&quot;parent&quot;:{&quot;type&quot;:&quot;CHILD&quot;,&quot;parentId&quot;:&quot;63fa0abc-a45e-456b-959c-83837bb7a646&quot;,&quot;order&quot;:&quot;5&quot;}},&quot;71d351cd-ff84-416b-a7d7-8c6e8f14405c&quot;:{&quot;id&quot;:&quot;71d351cd-ff84-416b-a7d7-8c6e8f14405c&quot;,&quot;name&quot;:&quot;Phospholipid&quot;,&quot;displayName&quot;:&quot;&quot;,&quot;type&quot;:&quot;FIGURE_OBJECT&quot;,&quot;relativeTransform&quot;:{&quot;translate&quot;:{&quot;x&quot;:261.3460936629881,&quot;y&quot;:51.69750472737273},&quot;rotate&quot;:2.094395102393195,&quot;skewX&quot;:-8.751205685900866e-16,&quot;scale&quot;:{&quot;x&quot;:-0.3561813446790644,&quot;y&quot;:0.35618134467906504}},&quot;image&quot;:{&quot;url&quot;:&quot;https://icons.biorender.com/biorender/617826643d98ef002970526b/phospholipid-1.png&quot;,&quot;fallbackUrl&quot;:&quot;https://res.cloudinary.com/dlcjuc3ej/image/upload/v1635264092/wmosfjddzfwpeepjvhyl.svg#/keystone/api/icons/617826643d98ef002970526b/phospholipid-1.svg#/keystone/api/icons/617826643d98ef002970526b/phospholipid-1.svg#/keystone/api/icons/617826643d98ef002970526b/phospholipid-1.svg&quot;,&quot;isPremium&quot;:false,&quot;size&quot;:{&quot;x&quot;:50,&quot;y&quot;:136.42857142857144}},&quot;source&quot;:{&quot;id&quot;:&quot;5b5f651905c0e0001425b49e&quot;,&quot;type&quot;:&quot;ASSETS&quot;},&quot;isPremium&quot;:false,&quot;parent&quot;:{&quot;type&quot;:&quot;CHILD&quot;,&quot;parentId&quot;:&quot;63fa0abc-a45e-456b-959c-83837bb7a646&quot;,&quot;order&quot;:&quot;6&quot;}},&quot;282f8178-a0a1-49b4-be6c-36b2580e15db&quot;:{&quot;id&quot;:&quot;282f8178-a0a1-49b4-be6c-36b2580e15db&quot;,&quot;name&quot;:&quot;Phospholipid&quot;,&quot;displayName&quot;:&quot;&quot;,&quot;type&quot;:&quot;FIGURE_OBJECT&quot;,&quot;relativeTransform&quot;:{&quot;translate&quot;:{&quot;x&quot;:246.99703456252885,&quot;y&quot;:55.882730863024115},&quot;rotate&quot;:2.4117369327175044,&quot;skewX&quot;:-1.640851066106412e-15,&quot;scale&quot;:{&quot;x&quot;:-0.3561813446790644,&quot;y&quot;:0.35618134467906626}},&quot;image&quot;:{&quot;url&quot;:&quot;https://icons.biorender.com/biorender/617826643d98ef002970526b/phospholipid-1.png&quot;,&quot;fallbackUrl&quot;:&quot;https://res.cloudinary.com/dlcjuc3ej/image/upload/v1635264092/wmosfjddzfwpeepjvhyl.svg#/keystone/api/icons/617826643d98ef002970526b/phospholipid-1.svg#/keystone/api/icons/617826643d98ef002970526b/phospholipid-1.svg#/keystone/api/icons/617826643d98ef002970526b/phospholipid-1.svg&quot;,&quot;isPremium&quot;:false,&quot;size&quot;:{&quot;x&quot;:50,&quot;y&quot;:136.42857142857144}},&quot;source&quot;:{&quot;id&quot;:&quot;5b5f651905c0e0001425b49e&quot;,&quot;type&quot;:&quot;ASSETS&quot;},&quot;isPremium&quot;:false,&quot;parent&quot;:{&quot;type&quot;:&quot;CHILD&quot;,&quot;parentId&quot;:&quot;63fa0abc-a45e-456b-959c-83837bb7a646&quot;,&quot;order&quot;:&quot;7&quot;}},&quot;120fa0c3-8c11-45e8-95ed-4d8009b9df56&quot;:{&quot;id&quot;:&quot;120fa0c3-8c11-45e8-95ed-4d8009b9df56&quot;,&quot;name&quot;:&quot;Person (symbol, female gender)&quot;,&quot;displayName&quot;:&quot;&quot;,&quot;type&quot;:&quot;FIGURE_OBJECT&quot;,&quot;relativeTransform&quot;:{&quot;translate&quot;:{&quot;x&quot;:37.07497702962718,&quot;y&quot;:-15.366670210190199},&quot;rotate&quot;:0,&quot;skewX&quot;:0,&quot;scale&quot;:{&quot;x&quot;:0.7328509056275225,&quot;y&quot;:0.7328509056275224}},&quot;image&quot;:{&quot;url&quot;:&quot;https://icons.biorender.com/biorender/634edaebffac5700214662d7/20221018175317/image/person-symbol-female-gender.png&quot;,&quot;fallbackUrl&quot;:&quot;https://res.cloudinary.com/dlcjuc3ej/image/upload/v1666115597/gu3zptfi4bomhkwrya6f.svg#/keystone/api/icons/634edaebffac5700214662d7/20221018175317/image/person-symbol-female-gender.svg#/keystone/api/icons/634edaebffac5700214662d7/20221018175317/image/person-symbol-female-gender.svg#/keystone/api/icons/634edaebffac5700214662d7/20221018175317/image/person-symbol-female-gender.svg#/keystone/api/icons/634edaebffac5700214662d7/20221018175317/image/person-symbol-female-gender.svg#/keystone/api/icons/634edaebffac5700214662d7/20221018175317/image/person-symbol-female-gender.svg#/keystone/api/icons/634edaebffac5700214662d7/20221018175317/image/person-symbol-female-gender.svg#/keystone/api/icons/634edaebffac5700214662d7/20221018175317/image/person-symbol-female-gender.svg&quot;,&quot;isPremium&quot;:false,&quot;isOrgIcon&quot;:false,&quot;size&quot;:{&quot;x&quot;:65,&quot;y&quot;:125.4225352112676}},&quot;source&quot;:{&quot;id&quot;:&quot;634edaebffac5700214662d7&quot;,&quot;version&quot;:&quot;1666115597&quot;,&quot;type&quot;:&quot;ASSETS&quot;},&quot;isPremium&quot;:false,&quot;parent&quot;:{&quot;type&quot;:&quot;CHILD&quot;,&quot;parentId&quot;:&quot;bd6a2297-0ecf-4923-b15e-30f7dd6ff294&quot;,&quot;order&quot;:&quot;62&quot;},&quot;styles&quot;:{&quot;editable&quot;:[{&quot;monochromeTargetColor&quot;:&quot;#E9CFF4&quot;,&quot;styleName&quot;:&quot;FILL&quot;,&quot;color&quot;:&quot;#d7adea&quot;},{&quot;monochromeTargetColor&quot;:&quot;#E9CFF4&quot;,&quot;styleName&quot;:&quot;STROKE&quot;}]}},&quot;05bd7f6c-6219-4095-85ce-ee55e0083d40&quot;:{&quot;id&quot;:&quot;05bd7f6c-6219-4095-85ce-ee55e0083d40&quot;,&quot;name&quot;:&quot;Person (symbol, female gender)&quot;,&quot;displayName&quot;:&quot;&quot;,&quot;type&quot;:&quot;FIGURE_OBJECT&quot;,&quot;relativeTransform&quot;:{&quot;translate&quot;:{&quot;x&quot;:17.39904749433828,&quot;y&quot;:4.368842049845009},&quot;rotate&quot;:0,&quot;skewX&quot;:0,&quot;scale&quot;:{&quot;x&quot;:0.7328509056275225,&quot;y&quot;:0.7328509056275224}},&quot;image&quot;:{&quot;url&quot;:&quot;https://icons.biorender.com/biorender/634edaebffac5700214662d7/20221018175317/image/person-symbol-female-gender.png&quot;,&quot;fallbackUrl&quot;:&quot;https://res.cloudinary.com/dlcjuc3ej/image/upload/v1666115597/gu3zptfi4bomhkwrya6f.svg#/keystone/api/icons/634edaebffac5700214662d7/20221018175317/image/person-symbol-female-gender.svg#/keystone/api/icons/634edaebffac5700214662d7/20221018175317/image/person-symbol-female-gender.svg#/keystone/api/icons/634edaebffac5700214662d7/20221018175317/image/person-symbol-female-gender.svg#/keystone/api/icons/634edaebffac5700214662d7/20221018175317/image/person-symbol-female-gender.svg#/keystone/api/icons/634edaebffac5700214662d7/20221018175317/image/person-symbol-female-gender.svg#/keystone/api/icons/634edaebffac5700214662d7/20221018175317/image/person-symbol-female-gender.svg#/keystone/api/icons/634edaebffac5700214662d7/20221018175317/image/person-symbol-female-gender.svg&quot;,&quot;isPremium&quot;:false,&quot;isOrgIcon&quot;:false,&quot;size&quot;:{&quot;x&quot;:65,&quot;y&quot;:125.4225352112676}},&quot;source&quot;:{&quot;id&quot;:&quot;634edaebffac5700214662d7&quot;,&quot;version&quot;:&quot;1666115597&quot;,&quot;type&quot;:&quot;ASSETS&quot;},&quot;isPremium&quot;:false,&quot;parent&quot;:{&quot;type&quot;:&quot;CHILD&quot;,&quot;parentId&quot;:&quot;bd6a2297-0ecf-4923-b15e-30f7dd6ff294&quot;,&quot;order&quot;:&quot;7&quot;},&quot;styles&quot;:{&quot;editable&quot;:[{&quot;monochromeTargetColor&quot;:&quot;#C59ED6&quot;,&quot;styleName&quot;:&quot;FILL&quot;,&quot;color&quot;:&quot;#9f6eb8&quot;},{&quot;monochromeTargetColor&quot;:&quot;#C59ED6&quot;,&quot;styleName&quot;:&quot;STROKE&quot;}]}},&quot;a0278bce-9dc9-422f-8ab5-6ce8f8dbfabf&quot;:{&quot;id&quot;:&quot;a0278bce-9dc9-422f-8ab5-6ce8f8dbfabf&quot;,&quot;name&quot;:&quot;Person (symbol, female gender)&quot;,&quot;displayName&quot;:&quot;&quot;,&quot;type&quot;:&quot;FIGURE_OBJECT&quot;,&quot;relativeTransform&quot;:{&quot;translate&quot;:{&quot;x&quot;:-22.294316013934626,&quot;y&quot;:4.368286698376447},&quot;rotate&quot;:0,&quot;skewX&quot;:0,&quot;scale&quot;:{&quot;x&quot;:0.7328509056275225,&quot;y&quot;:0.7328509056275224}},&quot;image&quot;:{&quot;url&quot;:&quot;https://icons.biorender.com/biorender/634edaebffac5700214662d7/20221018175317/image/person-symbol-female-gender.png&quot;,&quot;fallbackUrl&quot;:&quot;https://res.cloudinary.com/dlcjuc3ej/image/upload/v1666115597/gu3zptfi4bomhkwrya6f.svg#/keystone/api/icons/634edaebffac5700214662d7/20221018175317/image/person-symbol-female-gender.svg#/keystone/api/icons/634edaebffac5700214662d7/20221018175317/image/person-symbol-female-gender.svg#/keystone/api/icons/634edaebffac5700214662d7/20221018175317/image/person-symbol-female-gender.svg#/keystone/api/icons/634edaebffac5700214662d7/20221018175317/image/person-symbol-female-gender.svg#/keystone/api/icons/634edaebffac5700214662d7/20221018175317/image/person-symbol-female-gender.svg#/keystone/api/icons/634edaebffac5700214662d7/20221018175317/image/person-symbol-female-gender.svg#/keystone/api/icons/634edaebffac5700214662d7/20221018175317/image/person-symbol-female-gender.svg&quot;,&quot;isPremium&quot;:false,&quot;isOrgIcon&quot;:false,&quot;size&quot;:{&quot;x&quot;:65,&quot;y&quot;:125.4225352112676}},&quot;source&quot;:{&quot;id&quot;:&quot;634edaebffac5700214662d7&quot;,&quot;version&quot;:&quot;1666115597&quot;,&quot;type&quot;:&quot;ASSETS&quot;},&quot;isPremium&quot;:false,&quot;parent&quot;:{&quot;type&quot;:&quot;CHILD&quot;,&quot;parentId&quot;:&quot;bd6a2297-0ecf-4923-b15e-30f7dd6ff294&quot;,&quot;order&quot;:&quot;65&quot;},&quot;styles&quot;:{&quot;editable&quot;:[{&quot;monochromeTargetColor&quot;:&quot;#C59ED6&quot;,&quot;styleName&quot;:&quot;FILL&quot;,&quot;color&quot;:&quot;#9f6eb8&quot;},{&quot;monochromeTargetColor&quot;:&quot;#C59ED6&quot;,&quot;styleName&quot;:&quot;STROKE&quot;}]}},&quot;31ade266-15b3-45b0-8b91-7ec38dec9ae3&quot;:{&quot;id&quot;:&quot;31ade266-15b3-45b0-8b91-7ec38dec9ae3&quot;,&quot;name&quot;:&quot;Person (symbol, female gender)&quot;,&quot;displayName&quot;:&quot;&quot;,&quot;type&quot;:&quot;FIGURE_OBJECT&quot;,&quot;relativeTransform&quot;:{&quot;translate&quot;:{&quot;x&quot;:36.51650591583729,&quot;y&quot;:15.365681305332844},&quot;rotate&quot;:0,&quot;skewX&quot;:0,&quot;scale&quot;:{&quot;x&quot;:0.7328509056275225,&quot;y&quot;:0.7328509056275224}},&quot;image&quot;:{&quot;url&quot;:&quot;https://icons.biorender.com/biorender/634ee821ffac570021466310/person-symbol-female-gender.png&quot;,&quot;fallbackUrl&quot;:&quot;https://res.cloudinary.com/dlcjuc3ej/image/upload/v1666115612/fyvjfz9xskbxcsah7kus.svg#/keystone/api/icons/634ee821ffac570021466310/person-symbol-female-gender.svg#/keystone/api/icons/634ee821ffac570021466310/person-symbol-female-gender.svg#/keystone/api/icons/634ee821ffac570021466310/person-symbol-female-gender.svg#/keystone/api/icons/634ee821ffac570021466310/person-symbol-female-gender.svg#/keystone/api/icons/634ee821ffac570021466310/person-symbol-female-gender.svg#/keystone/api/icons/634ee821ffac570021466310/person-symbol-female-gender.svg#/keystone/api/icons/634ee821ffac570021466310/person-symbol-female-gender.svg&quot;,&quot;isPremium&quot;:false,&quot;isOrgIcon&quot;:false,&quot;size&quot;:{&quot;x&quot;:65,&quot;y&quot;:125.4225352112676}},&quot;source&quot;:{&quot;id&quot;:&quot;634edaebffac5700214662d7&quot;,&quot;version&quot;:&quot;1666115597&quot;,&quot;type&quot;:&quot;ASSETS&quot;},&quot;isPremium&quot;:false,&quot;parent&quot;:{&quot;type&quot;:&quot;CHILD&quot;,&quot;parentId&quot;:&quot;bd6a2297-0ecf-4923-b15e-30f7dd6ff294&quot;,&quot;order&quot;:&quot;75&quot;}},&quot;aed0f3a9-37ca-4349-8fee-73a2e460da11&quot;:{&quot;id&quot;:&quot;aed0f3a9-37ca-4349-8fee-73a2e460da11&quot;,&quot;name&quot;:&quot;Person (symbol, male gender)&quot;,&quot;displayName&quot;:&quot;&quot;,&quot;type&quot;:&quot;FIGURE_OBJECT&quot;,&quot;relativeTransform&quot;:{&quot;translate&quot;:{&quot;x&quot;:-2.329723104980604,&quot;y&quot;:15.366100821615802},&quot;rotate&quot;:0,&quot;skewX&quot;:0,&quot;scale&quot;:{&quot;x&quot;:0.7328509056275225,&quot;y&quot;:0.7328509056275226}},&quot;image&quot;:{&quot;url&quot;:&quot;https://icons.biorender.com/biorender/634ee6ddffac5700214662f0/person-symbol-male-gender.png&quot;,&quot;fallbackUrl&quot;:&quot;https://res.cloudinary.com/dlcjuc3ej/image/upload/v1666115289/jxi8zwizp89m57idyyf4.svg#/keystone/api/icons/634ee6ddffac5700214662f0/person-symbol-male-gender.svg#/keystone/api/icons/634ee6ddffac5700214662f0/person-symbol-male-gender.svg#/keystone/api/icons/634ee6ddffac5700214662f0/person-symbol-male-gender.svg#/keystone/api/icons/634ee6ddffac5700214662f0/person-symbol-male-gender.svg#/keystone/api/icons/634ee6ddffac5700214662f0/person-symbol-male-gender.svg#/keystone/api/icons/634ee6ddffac5700214662f0/person-symbol-male-gender.svg#/keystone/api/icons/634ee6ddffac5700214662f0/person-symbol-male-gender.svg&quot;,&quot;isPremium&quot;:false,&quot;size&quot;:{&quot;x&quot;:65,&quot;y&quot;:125.4225352112676}},&quot;source&quot;:{&quot;id&quot;:&quot;634edadfffac5700214662d6&quot;,&quot;version&quot;:1666115278,&quot;type&quot;:&quot;ASSETS&quot;},&quot;isPremium&quot;:false,&quot;parent&quot;:{&quot;type&quot;:&quot;CHILD&quot;,&quot;parentId&quot;:&quot;bd6a2297-0ecf-4923-b15e-30f7dd6ff294&quot;,&quot;order&quot;:&quot;95&quot;},&quot;styles&quot;:{&quot;editable&quot;:[{&quot;monochromeTargetColor&quot;:&quot;#9F5590&quot;,&quot;styleName&quot;:&quot;FILL&quot;,&quot;color&quot;:&quot;#8a4d7b&quot;},{&quot;monochromeTargetColor&quot;:&quot;#9F5590&quot;,&quot;styleName&quot;:&quot;STROKE&quot;}]}},&quot;885899d0-69a9-4f79-862e-2ed1cb90568d&quot;:{&quot;id&quot;:&quot;885899d0-69a9-4f79-862e-2ed1cb90568d&quot;,&quot;name&quot;:&quot;Person (symbol, male gender)&quot;,&quot;displayName&quot;:&quot;&quot;,&quot;type&quot;:&quot;FIGURE_OBJECT&quot;,&quot;relativeTransform&quot;:{&quot;translate&quot;:{&quot;x&quot;:57.69153467418988,&quot;y&quot;:4.368662253724962},&quot;rotate&quot;:0,&quot;skewX&quot;:0,&quot;scale&quot;:{&quot;x&quot;:0.7328509056275225,&quot;y&quot;:0.7328509056275226}},&quot;image&quot;:{&quot;url&quot;:&quot;https://icons.biorender.com/biorender/634ee6ddffac5700214662f0/person-symbol-male-gender.png&quot;,&quot;fallbackUrl&quot;:&quot;https://res.cloudinary.com/dlcjuc3ej/image/upload/v1666115289/jxi8zwizp89m57idyyf4.svg#/keystone/api/icons/634ee6ddffac5700214662f0/person-symbol-male-gender.svg#/keystone/api/icons/634ee6ddffac5700214662f0/person-symbol-male-gender.svg#/keystone/api/icons/634ee6ddffac5700214662f0/person-symbol-male-gender.svg#/keystone/api/icons/634ee6ddffac5700214662f0/person-symbol-male-gender.svg#/keystone/api/icons/634ee6ddffac5700214662f0/person-symbol-male-gender.svg#/keystone/api/icons/634ee6ddffac5700214662f0/person-symbol-male-gender.svg#/keystone/api/icons/634ee6ddffac5700214662f0/person-symbol-male-gender.svg&quot;,&quot;isPremium&quot;:false,&quot;size&quot;:{&quot;x&quot;:65,&quot;y&quot;:125.4225352112676}},&quot;source&quot;:{&quot;id&quot;:&quot;634edadfffac5700214662d6&quot;,&quot;version&quot;:1666115278,&quot;type&quot;:&quot;ASSETS&quot;},&quot;isPremium&quot;:false,&quot;parent&quot;:{&quot;type&quot;:&quot;CHILD&quot;,&quot;parentId&quot;:&quot;bd6a2297-0ecf-4923-b15e-30f7dd6ff294&quot;,&quot;order&quot;:&quot;72&quot;},&quot;styles&quot;:{&quot;editable&quot;:[{&quot;monochromeTargetColor&quot;:&quot;#D893CA&quot;,&quot;styleName&quot;:&quot;FILL&quot;,&quot;color&quot;:&quot;#ca7eb8&quot;},{&quot;monochromeTargetColor&quot;:&quot;#D893CA&quot;,&quot;styleName&quot;:&quot;STROKE&quot;}]},&quot;opacity&quot;:1},&quot;662228b8-7641-418a-a33c-f73007de4163&quot;:{&quot;id&quot;:&quot;662228b8-7641-418a-a33c-f73007de4163&quot;,&quot;name&quot;:&quot;Person (symbol, male gender)&quot;,&quot;displayName&quot;:&quot;&quot;,&quot;type&quot;:&quot;FIGURE_OBJECT&quot;,&quot;relativeTransform&quot;:{&quot;translate&quot;:{&quot;x&quot;:-2.329011653546983,&quot;y&quot;:-15.366580665767781},&quot;rotate&quot;:0,&quot;skewX&quot;:0,&quot;scale&quot;:{&quot;x&quot;:0.7328509056275225,&quot;y&quot;:0.7328509056275226}},&quot;image&quot;:{&quot;url&quot;:&quot;https://icons.biorender.com/biorender/634ee6ddffac5700214662f0/person-symbol-male-gender.png&quot;,&quot;fallbackUrl&quot;:&quot;https://res.cloudinary.com/dlcjuc3ej/image/upload/v1666115289/jxi8zwizp89m57idyyf4.svg#/keystone/api/icons/634ee6ddffac5700214662f0/person-symbol-male-gender.svg#/keystone/api/icons/634ee6ddffac5700214662f0/person-symbol-male-gender.svg#/keystone/api/icons/634ee6ddffac5700214662f0/person-symbol-male-gender.svg#/keystone/api/icons/634ee6ddffac5700214662f0/person-symbol-male-gender.svg#/keystone/api/icons/634ee6ddffac5700214662f0/person-symbol-male-gender.svg#/keystone/api/icons/634ee6ddffac5700214662f0/person-symbol-male-gender.svg#/keystone/api/icons/634ee6ddffac5700214662f0/person-symbol-male-gender.svg&quot;,&quot;isPremium&quot;:false,&quot;size&quot;:{&quot;x&quot;:65,&quot;y&quot;:125.4225352112676}},&quot;source&quot;:{&quot;id&quot;:&quot;634edadfffac5700214662d6&quot;,&quot;version&quot;:1666115278,&quot;type&quot;:&quot;ASSETS&quot;},&quot;isPremium&quot;:false,&quot;parent&quot;:{&quot;type&quot;:&quot;CHILD&quot;,&quot;parentId&quot;:&quot;bd6a2297-0ecf-4923-b15e-30f7dd6ff294&quot;,&quot;order&quot;:&quot;62&quot;},&quot;opacity&quot;:1,&quot;styles&quot;:{&quot;editable&quot;:[{&quot;monochromeTargetColor&quot;:&quot;#EBBDE2&quot;,&quot;styleName&quot;:&quot;FILL&quot;,&quot;color&quot;:&quot;#e3a9d6&quot;},{&quot;monochromeTargetColor&quot;:&quot;#EBBDE2&quot;,&quot;styleName&quot;:&quot;STROKE&quot;}]}},&quot;5d23b50e-407e-4ea4-aa29-eb91ac2cb642&quot;:{&quot;relativeTransform&quot;:{&quot;translate&quot;:{&quot;x&quot;:-521.1955458703586,&quot;y&quot;:-189.8372220260016},&quot;rotate&quot;:0},&quot;type&quot;:&quot;FIGURE_OBJECT&quot;,&quot;id&quot;:&quot;5d23b50e-407e-4ea4-aa29-eb91ac2cb642&quot;,&quot;name&quot;:&quot;Population (symbol)&quot;,&quot;displayName&quot;:&quot;Population (symbol)&quot;,&quot;source&quot;:{&quot;id&quot;:&quot;66fd5599e7add46e5e43b0e9&quot;,&quot;type&quot;:&quot;ASSETS&quot;},&quot;isPremium&quot;:false,&quot;parent&quot;:{&quot;type&quot;:&quot;CHILD&quot;,&quot;parentId&quot;:&quot;0e99fadf-330e-46cd-a4af-889f103dd6ad&quot;,&quot;order&quot;:&quot;7&quot;}},&quot;62dcc3c5-989b-4a17-8233-43159ef0dcba&quot;:{&quot;id&quot;:&quot;62dcc3c5-989b-4a17-8233-43159ef0dcba&quot;,&quot;type&quot;:&quot;FIGURE_OBJECT&quot;,&quot;parent&quot;:{&quot;type&quot;:&quot;CHILD&quot;,&quot;parentId&quot;:&quot;5d23b50e-407e-4ea4-aa29-eb91ac2cb642&quot;,&quot;order&quot;:&quot;6&quot;},&quot;relativeTransform&quot;:{&quot;translate&quot;:{&quot;x&quot;:0,&quot;y&quot;:0},&quot;rotate&quot;:0}},&quot;af707135-aaf7-4934-abb0-421fe39cd91f&quot;:{&quot;id&quot;:&quot;af707135-aaf7-4934-abb0-421fe39cd91f&quot;,&quot;type&quot;:&quot;FIGURE_OBJECT&quot;,&quot;document&quot;:{&quot;type&quot;:&quot;FIGURE&quot;,&quot;canvasType&quot;:&quot;FIGURE&quot;,&quot;units&quot;:&quot;in&quot;,&quot;title&quot;:&quot;&quot;},&quot;parent&quot;:{&quot;type&quot;:&quot;DOCUMENT&quot;,&quot;parentId&quot;:&quot;62dcc3c5-989b-4a17-8233-43159ef0dcba&quot;,&quot;order&quot;:&quot;02&quot;},&quot;layout&quot;:{&quot;sizeRatio&quot;:{&quot;x&quot;:0.88,&quot;y&quot;:0.88},&quot;keepAspectRatio&quot;:false}},&quot;94920fe5-99e6-4652-9ca7-2cdd8a975667&quot;:{&quot;relativeTransform&quot;:{&quot;translate&quot;:{&quot;x&quot;:79.3995129656009,&quot;y&quot;:-85.58835417909096},&quot;rotate&quot;:-1.4238535355851144e-16},&quot;type&quot;:&quot;FIGURE_OBJECT&quot;,&quot;id&quot;:&quot;94920fe5-99e6-4652-9ca7-2cdd8a975667&quot;,&quot;name&quot;:&quot;25. Phospholipid monolayer brush (straight)&quot;,&quot;displayName&quot;:&quot;Phospholipid monolayer brush (straight)&quot;,&quot;opacity&quot;:0.7,&quot;source&quot;:{&quot;id&quot;:&quot;5e75574852bb9000abea623e&quot;,&quot;type&quot;:&quot;ASSETS&quot;},&quot;path&quot;:{&quot;type&quot;:&quot;POLY_LINE&quot;,&quot;points&quot;:[{&quot;x&quot;:95.27993715244361,&quot;y&quot;:0},{&quot;x&quot;:-95.27993715244354,&quot;y&quot;:0}],&quot;closed&quot;:false},&quot;pathStyles&quot;:[{&quot;type&quot;:&quot;FILL&quot;,&quot;fillStyle&quot;:&quot;rgba(0,0,0,0)&quot;},{&quot;type&quot;:&quot;STROKE&quot;,&quot;strokeStyle&quot;:&quot;rgba(0,0,0,0)&quot;,&quot;lineWidth&quot;:47.59041446485092,&quot;lineJoin&quot;:&quot;round&quot;}],&quot;pathSmoothing&quot;:{&quot;type&quot;:&quot;CATMULL_SMOOTHING&quot;,&quot;smoothing&quot;:0.2},&quot;pathPattern&quot;:{&quot;type&quot;:&quot;ROW&quot;,&quot;patternId&quot;:&quot;a33a75d6-5a28-463a-ab6f-18c747b0a94b&quot;,&quot;patternTransform&quot;:{&quot;translate&quot;:{&quot;x&quot;:-0.0007260766359839109,&quot;y&quot;:0.5},&quot;rotate&quot;:3.141592653589793,&quot;skewX&quot;:0,&quot;scale&quot;:{&quot;x&quot;:-0.0033003300330033004,&quot;y&quot;:0.0033003300330033004}},&quot;xUnits&quot;:&quot;STROKE_WIDTH&quot;,&quot;yUnits&quot;:&quot;STROKE_WIDTH&quot;,&quot;bending&quot;:true,&quot;repeat&quot;:{&quot;distance&quot;:0.35313531353135313,&quot;align&quot;:&quot;CENTER&quot;},&quot;isPremium&quot;:false},&quot;isLocked&quot;:false,&quot;parent&quot;:{&quot;type&quot;:&quot;CHILD&quot;,&quot;parentId&quot;:&quot;af707135-aaf7-4934-abb0-421fe39cd91f&quot;,&quot;order&quot;:&quot;9702&quot;},&quot;isPremium&quot;:false},&quot;92c21bd4-198a-4584-93ad-0a48304c93e9&quot;:{&quot;relativeTransform&quot;:{&quot;translate&quot;:{&quot;x&quot;:79.39946054192781,&quot;y&quot;:-37.594242782350854},&quot;rotate&quot;:3.141592653589793},&quot;type&quot;:&quot;FIGURE_OBJECT&quot;,&quot;id&quot;:&quot;92c21bd4-198a-4584-93ad-0a48304c93e9&quot;,&quot;name&quot;:&quot;25. Phospholipid monolayer brush (straight)&quot;,&quot;displayName&quot;:&quot;Phospholipid monolayer brush (straight)&quot;,&quot;opacity&quot;:0.7,&quot;source&quot;:{&quot;id&quot;:&quot;5e75574852bb9000abea623e&quot;,&quot;type&quot;:&quot;ASSETS&quot;},&quot;path&quot;:{&quot;type&quot;:&quot;POLY_LINE&quot;,&quot;points&quot;:[{&quot;x&quot;:-95.2802317335919,&quot;y&quot;:0},{&quot;x&quot;:95.28023173359188,&quot;y&quot;:0}],&quot;closed&quot;:false},&quot;pathStyles&quot;:[{&quot;type&quot;:&quot;FILL&quot;,&quot;fillStyle&quot;:&quot;rgba(0,0,0,0)&quot;},{&quot;type&quot;:&quot;STROKE&quot;,&quot;strokeStyle&quot;:&quot;rgba(0,0,0,0)&quot;,&quot;lineWidth&quot;:47.59041446485092,&quot;lineJoin&quot;:&quot;round&quot;}],&quot;pathSmoothing&quot;:{&quot;type&quot;:&quot;CATMULL_SMOOTHING&quot;,&quot;smoothing&quot;:0.2},&quot;pathPattern&quot;:{&quot;type&quot;:&quot;ROW&quot;,&quot;patternId&quot;:&quot;9669d239-ab3a-4070-b2c4-84390a44adfd&quot;,&quot;patternTransform&quot;:{&quot;translate&quot;:{&quot;x&quot;:-0.0007260766359839109,&quot;y&quot;:-0.5},&quot;rotate&quot;:1.2246467991473532e-16,&quot;skewX&quot;:0,&quot;scale&quot;:{&quot;x&quot;:0.0033003300330033004,&quot;y&quot;:0.0033003300330033004}},&quot;xUnits&quot;:&quot;STROKE_WIDTH&quot;,&quot;yUnits&quot;:&quot;STROKE_WIDTH&quot;,&quot;bending&quot;:true,&quot;repeat&quot;:{&quot;distance&quot;:0.35313531353135313,&quot;align&quot;:&quot;CENTER&quot;},&quot;isPremium&quot;:false},&quot;isLocked&quot;:false,&quot;parent&quot;:{&quot;type&quot;:&quot;CHILD&quot;,&quot;parentId&quot;:&quot;af707135-aaf7-4934-abb0-421fe39cd91f&quot;,&quot;order&quot;:&quot;976&quot;},&quot;isPremium&quot;:false},&quot;b7677603-94e0-40c6-a8a6-11c56bfcd3b6&quot;:{&quot;type&quot;:&quot;FIGURE_OBJECT&quot;,&quot;id&quot;:&quot;b7677603-94e0-40c6-a8a6-11c56bfcd3b6&quot;,&quot;relativeTransform&quot;:{&quot;translate&quot;:{&quot;x&quot;:244.57372092554664,&quot;y&quot;:58.01349516864328},&quot;rotate&quot;:3.141592653589793,&quot;skewX&quot;:0,&quot;scale&quot;:{&quot;x&quot;:1,&quot;y&quot;:1}},&quot;opacity&quot;:1,&quot;path&quot;:{&quot;type&quot;:&quot;POLY_LINE&quot;,&quot;points&quot;:[{&quot;x&quot;:0,&quot;y&quot;:-213.286759732551},{&quot;x&quot;:0,&quot;y&quot;:213.286759732551}],&quot;closed&quot;:false},&quot;pathStyles&quot;:[{&quot;type&quot;:&quot;FILL&quot;,&quot;fillStyle&quot;:&quot;rgba(0,0,0,0)&quot;},{&quot;type&quot;:&quot;STROKE&quot;,&quot;strokeStyle&quot;:{&quot;units&quot;:&quot;PATH_LENGTH&quot;,&quot;stops&quot;:{&quot;0&quot;:&quot;#C0383000&quot;,&quot;1&quot;:&quot;#C03830&quot;,&quot;0.45&quot;:&quot;#C03830&quot;}},&quot;lineWidth&quot;:9.285714285714286,&quot;lineJoin&quot;:&quot;round&quot;}],&quot;pathMarkers&quot;:{&quot;markerEnd&quot;:{&quot;type&quot;:&quot;PATH&quot;,&quot;units&quot;:{&quot;type&quot;:&quot;STROKE_WIDTH&quot;,&quot;scale&quot;:0.6000000000000001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isLocked&quot;:false,&quot;parent&quot;:{&quot;type&quot;:&quot;CHILD&quot;,&quot;parentId&quot;:&quot;af707135-aaf7-4934-abb0-421fe39cd91f&quot;,&quot;order&quot;:&quot;999999999999999999999999999995&quot;},&quot;connectorInfo&quot;:{&quot;connectedObjects&quot;:[],&quot;type&quot;:&quot;LINE&quot;,&quot;offset&quot;:{&quot;x&quot;:0,&quot;y&quot;:0},&quot;bending&quot;:0.1,&quot;firstElementIsHead&quot;:true,&quot;customized&quot;:false}},&quot;e6543533-1d23-4e27-9bdb-7b02b5dc4490&quot;:{&quot;relativeTransform&quot;:{&quot;translate&quot;:{&quot;x&quot;:-335.42159355796076,&quot;y&quot;:-37.39780538062621},&quot;rotate&quot;:3.141592653589793},&quot;type&quot;:&quot;FIGURE_OBJECT&quot;,&quot;id&quot;:&quot;e6543533-1d23-4e27-9bdb-7b02b5dc4490&quot;,&quot;name&quot;:&quot;25. Phospholipid monolayer brush (straight)&quot;,&quot;displayName&quot;:&quot;Phospholipid monolayer brush (straight)&quot;,&quot;opacity&quot;:0.7,&quot;source&quot;:{&quot;id&quot;:&quot;5e75574852bb9000abea623e&quot;,&quot;type&quot;:&quot;ASSETS&quot;},&quot;path&quot;:{&quot;type&quot;:&quot;POLY_LINE&quot;,&quot;points&quot;:[{&quot;x&quot;:-184.8673515131971,&quot;y&quot;:0},{&quot;x&quot;:184.86735151319692,&quot;y&quot;:0}],&quot;closed&quot;:false},&quot;pathStyles&quot;:[{&quot;type&quot;:&quot;FILL&quot;,&quot;fillStyle&quot;:&quot;rgba(0,0,0,0)&quot;},{&quot;type&quot;:&quot;STROKE&quot;,&quot;strokeStyle&quot;:&quot;rgba(0,0,0,0)&quot;,&quot;lineWidth&quot;:47.5,&quot;lineJoin&quot;:&quot;round&quot;}],&quot;pathSmoothing&quot;:{&quot;type&quot;:&quot;CATMULL_SMOOTHING&quot;,&quot;smoothing&quot;:0.2},&quot;pathPattern&quot;:{&quot;type&quot;:&quot;ROW&quot;,&quot;patternId&quot;:&quot;8d6f17d1-c8cc-4324-bcdd-eeb37a8dd6df&quot;,&quot;patternTransform&quot;:{&quot;translate&quot;:{&quot;x&quot;:-0.0007260766359839109,&quot;y&quot;:-0.5},&quot;rotate&quot;:0,&quot;skewX&quot;:0,&quot;scale&quot;:{&quot;x&quot;:0.0033003300330033004,&quot;y&quot;:0.0033003300330033004}},&quot;xUnits&quot;:&quot;STROKE_WIDTH&quot;,&quot;yUnits&quot;:&quot;STROKE_WIDTH&quot;,&quot;bending&quot;:true,&quot;repeat&quot;:{&quot;distance&quot;:0.35313531353135313,&quot;align&quot;:&quot;CENTER&quot;},&quot;isPremium&quot;:false},&quot;isLocked&quot;:false,&quot;parent&quot;:{&quot;type&quot;:&quot;CHILD&quot;,&quot;parentId&quot;:&quot;af707135-aaf7-4934-abb0-421fe39cd91f&quot;,&quot;order&quot;:&quot;992&quot;},&quot;isPremium&quot;:false},&quot;93d1f133-c7bb-4317-8817-1728298ae2b0&quot;:{&quot;relativeTransform&quot;:{&quot;translate&quot;:{&quot;x&quot;:-185.76108779341274,&quot;y&quot;:-86.19239582864287},&quot;rotate&quot;:0},&quot;type&quot;:&quot;FIGURE_OBJECT&quot;,&quot;id&quot;:&quot;93d1f133-c7bb-4317-8817-1728298ae2b0&quot;,&quot;name&quot;:&quot;25. Phospholipid monolayer brush (straight)&quot;,&quot;displayName&quot;:&quot;Phospholipid monolayer brush (straight)&quot;,&quot;opacity&quot;:0.7,&quot;source&quot;:{&quot;id&quot;:&quot;5e75574852bb9000abea623e&quot;,&quot;type&quot;:&quot;ASSETS&quot;},&quot;path&quot;:{&quot;type&quot;:&quot;POLY_LINE&quot;,&quot;points&quot;:[{&quot;x&quot;:-35.16153889782486,&quot;y&quot;:0},{&quot;x&quot;:35.16153889782485,&quot;y&quot;:0}],&quot;closed&quot;:false},&quot;pathStyles&quot;:[{&quot;type&quot;:&quot;FILL&quot;,&quot;fillStyle&quot;:&quot;rgba(0,0,0,0)&quot;},{&quot;type&quot;:&quot;STROKE&quot;,&quot;strokeStyle&quot;:&quot;rgba(0,0,0,0)&quot;,&quot;lineWidth&quot;:47.59041446485092,&quot;lineJoin&quot;:&quot;round&quot;}],&quot;pathSmoothing&quot;:{&quot;type&quot;:&quot;CATMULL_SMOOTHING&quot;,&quot;smoothing&quot;:0.2},&quot;pathPattern&quot;:{&quot;type&quot;:&quot;ROW&quot;,&quot;patternId&quot;:&quot;4a413968-9735-405f-9e25-1ac3bc1f6916&quot;,&quot;patternTransform&quot;:{&quot;translate&quot;:{&quot;x&quot;:-0.0007260766359839109,&quot;y&quot;:-0.5},&quot;rotate&quot;:0,&quot;skewX&quot;:0,&quot;scale&quot;:{&quot;x&quot;:0.0033003300330033004,&quot;y&quot;:0.0033003300330033004}},&quot;xUnits&quot;:&quot;STROKE_WIDTH&quot;,&quot;yUnits&quot;:&quot;STROKE_WIDTH&quot;,&quot;bending&quot;:true,&quot;repeat&quot;:{&quot;distance&quot;:0.35313531353135313,&quot;align&quot;:&quot;CENTER&quot;},&quot;isPremium&quot;:false},&quot;isLocked&quot;:false,&quot;parent&quot;:{&quot;type&quot;:&quot;CHILD&quot;,&quot;parentId&quot;:&quot;af707135-aaf7-4934-abb0-421fe39cd91f&quot;,&quot;order&quot;:&quot;993&quot;},&quot;isPremium&quot;:false},&quot;a38a0c41-1051-4fef-b904-635f6adc643e&quot;:{&quot;type&quot;:&quot;FIGURE_OBJECT&quot;,&quot;id&quot;:&quot;a38a0c41-1051-4fef-b904-635f6adc643e&quot;,&quot;parent&quot;:{&quot;type&quot;:&quot;CHILD&quot;,&quot;parentId&quot;:&quot;af707135-aaf7-4934-abb0-421fe39cd91f&quot;,&quot;order&quot;:&quot;979&quot;},&quot;relativeTransform&quot;:{&quot;translate&quot;:{&quot;x&quot;:231.71329576950342,&quot;y&quot;:-96.23620809729908},&quot;rotate&quot;:-2.4492935982947064e-16,&quot;skewX&quot;:0,&quot;scale&quot;:{&quot;x&quot;:1,&quot;y&quot;:1}},&quot;opacity&quot;:0.7},&quot;99e1e651-5264-45f6-95ee-922141cfd298&quot;:{&quot;id&quot;:&quot;99e1e651-5264-45f6-95ee-922141cfd298&quot;,&quot;name&quot;:&quot;Phospholipid&quot;,&quot;displayName&quot;:&quot;&quot;,&quot;type&quot;:&quot;FIGURE_OBJECT&quot;,&quot;relativeTransform&quot;:{&quot;translate&quot;:{&quot;x&quot;:-246.07561904779845,&quot;y&quot;:8.119848458266587},&quot;rotate&quot;:-0.5235987755982987,&quot;skewX&quot;:-3.828652487581629e-16,&quot;scale&quot;:{&quot;x&quot;:0.3561813446790644,&quot;y&quot;:0.35618134467906504}},&quot;image&quot;:{&quot;url&quot;:&quot;https://icons.biorender.com/biorender/617826643d98ef002970526b/phospholipid-1.png&quot;,&quot;fallbackUrl&quot;:&quot;https://res.cloudinary.com/dlcjuc3ej/image/upload/v1635264092/wmosfjddzfwpeepjvhyl.svg#/keystone/api/icons/617826643d98ef002970526b/phospholipid-1.svg#/keystone/api/icons/617826643d98ef002970526b/phospholipid-1.svg#/keystone/api/icons/617826643d98ef002970526b/phospholipid-1.svg&quot;,&quot;isPremium&quot;:false,&quot;size&quot;:{&quot;x&quot;:50,&quot;y&quot;:136.42857142857144}},&quot;source&quot;:{&quot;id&quot;:&quot;5b5f651905c0e0001425b49e&quot;,&quot;type&quot;:&quot;ASSETS&quot;},&quot;isPremium&quot;:false,&quot;parent&quot;:{&quot;type&quot;:&quot;CHILD&quot;,&quot;parentId&quot;:&quot;a38a0c41-1051-4fef-b904-635f6adc643e&quot;,&quot;order&quot;:&quot;1&quot;}},&quot;834c7e3e-e8ab-4346-aded-6c258c5de0e2&quot;:{&quot;id&quot;:&quot;834c7e3e-e8ab-4346-aded-6c258c5de0e2&quot;,&quot;name&quot;:&quot;Phospholipid&quot;,&quot;displayName&quot;:&quot;&quot;,&quot;type&quot;:&quot;FIGURE_OBJECT&quot;,&quot;relativeTransform&quot;:{&quot;translate&quot;:{&quot;x&quot;:-256.36786564273757,&quot;y&quot;:17.821309151935615},&quot;rotate&quot;:-0.8138283475203955,&quot;skewX&quot;:-4.375602842950429e-16,&quot;scale&quot;:{&quot;x&quot;:0.3561813446790646,&quot;y&quot;:0.3561813446790649}},&quot;image&quot;:{&quot;url&quot;:&quot;https://icons.biorender.com/biorender/617826643d98ef002970526b/phospholipid-1.png&quot;,&quot;fallbackUrl&quot;:&quot;https://res.cloudinary.com/dlcjuc3ej/image/upload/v1635264092/wmosfjddzfwpeepjvhyl.svg#/keystone/api/icons/617826643d98ef002970526b/phospholipid-1.svg#/keystone/api/icons/617826643d98ef002970526b/phospholipid-1.svg#/keystone/api/icons/617826643d98ef002970526b/phospholipid-1.svg&quot;,&quot;isPremium&quot;:false,&quot;size&quot;:{&quot;x&quot;:50,&quot;y&quot;:136.42857142857144}},&quot;source&quot;:{&quot;id&quot;:&quot;5b5f651905c0e0001425b49e&quot;,&quot;type&quot;:&quot;ASSETS&quot;},&quot;isPremium&quot;:false,&quot;parent&quot;:{&quot;type&quot;:&quot;CHILD&quot;,&quot;parentId&quot;:&quot;a38a0c41-1051-4fef-b904-635f6adc643e&quot;,&quot;order&quot;:&quot;2&quot;}},&quot;da5cf5dc-a6c3-474d-8d06-45fad3621afd&quot;:{&quot;id&quot;:&quot;da5cf5dc-a6c3-474d-8d06-45fad3621afd&quot;,&quot;name&quot;:&quot;Phospholipid&quot;,&quot;displayName&quot;:&quot;&quot;,&quot;type&quot;:&quot;FIGURE_OBJECT&quot;,&quot;relativeTransform&quot;:{&quot;translate&quot;:{&quot;x&quot;:-254.39201909286004,&quot;y&quot;:32.92344387409008},&quot;rotate&quot;:-1.8241152105141218,&quot;skewX&quot;:-1.2032907818113676e-15,&quot;scale&quot;:{&quot;x&quot;:0.35618134467906465,&quot;y&quot;:0.35618134467906504}},&quot;image&quot;:{&quot;url&quot;:&quot;https://icons.biorender.com/biorender/617826643d98ef002970526b/phospholipid-1.png&quot;,&quot;fallbackUrl&quot;:&quot;https://res.cloudinary.com/dlcjuc3ej/image/upload/v1635264092/wmosfjddzfwpeepjvhyl.svg#/keystone/api/icons/617826643d98ef002970526b/phospholipid-1.svg#/keystone/api/icons/617826643d98ef002970526b/phospholipid-1.svg#/keystone/api/icons/617826643d98ef002970526b/phospholipid-1.svg&quot;,&quot;isPremium&quot;:false,&quot;size&quot;:{&quot;x&quot;:50,&quot;y&quot;:136.42857142857144}},&quot;source&quot;:{&quot;id&quot;:&quot;5b5f651905c0e0001425b49e&quot;,&quot;type&quot;:&quot;ASSETS&quot;},&quot;isPremium&quot;:false,&quot;parent&quot;:{&quot;type&quot;:&quot;CHILD&quot;,&quot;parentId&quot;:&quot;a38a0c41-1051-4fef-b904-635f6adc643e&quot;,&quot;order&quot;:&quot;5&quot;}},&quot;4c3073e4-fc08-4636-a088-1a4d279c25ed&quot;:{&quot;id&quot;:&quot;4c3073e4-fc08-4636-a088-1a4d279c25ed&quot;,&quot;name&quot;:&quot;Phospholipid&quot;,&quot;displayName&quot;:&quot;&quot;,&quot;type&quot;:&quot;FIGURE_OBJECT&quot;,&quot;relativeTransform&quot;:{&quot;translate&quot;:{&quot;x&quot;:-264.6089196480107,&quot;y&quot;:51.25035054010824},&quot;rotate&quot;:-1.8479780835651505,&quot;skewX&quot;:-9.29815604126967e-16,&quot;scale&quot;:{&quot;x&quot;:0.3561813446790644,&quot;y&quot;:0.3561813446790651}},&quot;image&quot;:{&quot;url&quot;:&quot;https://icons.biorender.com/biorender/617826643d98ef002970526b/phospholipid-1.png&quot;,&quot;fallbackUrl&quot;:&quot;https://res.cloudinary.com/dlcjuc3ej/image/upload/v1635264092/wmosfjddzfwpeepjvhyl.svg#/keystone/api/icons/617826643d98ef002970526b/phospholipid-1.svg#/keystone/api/icons/617826643d98ef002970526b/phospholipid-1.svg#/keystone/api/icons/617826643d98ef002970526b/phospholipid-1.svg&quot;,&quot;isPremium&quot;:false,&quot;size&quot;:{&quot;x&quot;:50,&quot;y&quot;:136.42857142857144}},&quot;source&quot;:{&quot;id&quot;:&quot;5b5f651905c0e0001425b49e&quot;,&quot;type&quot;:&quot;ASSETS&quot;},&quot;isPremium&quot;:false,&quot;parent&quot;:{&quot;type&quot;:&quot;CHILD&quot;,&quot;parentId&quot;:&quot;a38a0c41-1051-4fef-b904-635f6adc643e&quot;,&quot;order&quot;:&quot;6&quot;}},&quot;8de22004-a29f-47dd-83b0-a23a064f8906&quot;:{&quot;id&quot;:&quot;8de22004-a29f-47dd-83b0-a23a064f8906&quot;,&quot;name&quot;:&quot;Phospholipid&quot;,&quot;displayName&quot;:&quot;&quot;,&quot;type&quot;:&quot;FIGURE_OBJECT&quot;,&quot;relativeTransform&quot;:{&quot;translate&quot;:{&quot;x&quot;:-252.45086054755146,&quot;y&quot;:59.10771103531121},&quot;rotate&quot;:-2.6179938779914944,&quot;skewX&quot;:-1.5861560305695312e-15,&quot;scale&quot;:{&quot;x&quot;:0.3561813446790645,&quot;y&quot;:0.3561813446790662}},&quot;image&quot;:{&quot;url&quot;:&quot;https://icons.biorender.com/biorender/617826643d98ef002970526b/phospholipid-1.png&quot;,&quot;fallbackUrl&quot;:&quot;https://res.cloudinary.com/dlcjuc3ej/image/upload/v1635264092/wmosfjddzfwpeepjvhyl.svg#/keystone/api/icons/617826643d98ef002970526b/phospholipid-1.svg#/keystone/api/icons/617826643d98ef002970526b/phospholipid-1.svg#/keystone/api/icons/617826643d98ef002970526b/phospholipid-1.svg&quot;,&quot;isPremium&quot;:false,&quot;size&quot;:{&quot;x&quot;:50,&quot;y&quot;:136.42857142857144}},&quot;source&quot;:{&quot;id&quot;:&quot;5b5f651905c0e0001425b49e&quot;,&quot;type&quot;:&quot;ASSETS&quot;},&quot;isPremium&quot;:false,&quot;parent&quot;:{&quot;type&quot;:&quot;CHILD&quot;,&quot;parentId&quot;:&quot;a38a0c41-1051-4fef-b904-635f6adc643e&quot;,&quot;order&quot;:&quot;7&quot;}},&quot;30a799c8-52a1-4eba-b686-765092529e85&quot;:{&quot;relativeTransform&quot;:{&quot;translate&quot;:{&quot;x&quot;:428.8880211577887,&quot;y&quot;:-36.18326745472314},&quot;rotate&quot;:3.141592653589793,&quot;skewX&quot;:0,&quot;scale&quot;:{&quot;x&quot;:1,&quot;y&quot;:1}},&quot;type&quot;:&quot;FIGURE_OBJECT&quot;,&quot;id&quot;:&quot;30a799c8-52a1-4eba-b686-765092529e85&quot;,&quot;name&quot;:&quot;25. Phospholipid monolayer brush (straight)&quot;,&quot;displayName&quot;:&quot;Phospholipid monolayer brush (straight)&quot;,&quot;opacity&quot;:0.7,&quot;source&quot;:{&quot;id&quot;:&quot;5e75574852bb9000abea623e&quot;,&quot;type&quot;:&quot;ASSETS&quot;},&quot;path&quot;:{&quot;type&quot;:&quot;POLY_LINE&quot;,&quot;points&quot;:[{&quot;x&quot;:-111.19738982178563,&quot;y&quot;:0},{&quot;x&quot;:111.19738982178555,&quot;y&quot;:0}],&quot;closed&quot;:false},&quot;pathStyles&quot;:[{&quot;type&quot;:&quot;FILL&quot;,&quot;fillStyle&quot;:&quot;rgba(0,0,0,0)&quot;},{&quot;type&quot;:&quot;STROKE&quot;,&quot;strokeStyle&quot;:&quot;rgba(0,0,0,0)&quot;,&quot;lineWidth&quot;:47.59041446485092,&quot;lineJoin&quot;:&quot;round&quot;}],&quot;pathSmoothing&quot;:{&quot;type&quot;:&quot;CATMULL_SMOOTHING&quot;,&quot;smoothing&quot;:0.2},&quot;pathPattern&quot;:{&quot;type&quot;:&quot;ROW&quot;,&quot;patternId&quot;:&quot;7744998c-f9b1-4ad4-bf88-06e869663f40&quot;,&quot;patternTransform&quot;:{&quot;translate&quot;:{&quot;x&quot;:-0.0007260766359839109,&quot;y&quot;:-0.5},&quot;rotate&quot;:0,&quot;skewX&quot;:0,&quot;scale&quot;:{&quot;x&quot;:0.0033003300330033004,&quot;y&quot;:0.0033003300330033004}},&quot;xUnits&quot;:&quot;STROKE_WIDTH&quot;,&quot;yUnits&quot;:&quot;STROKE_WIDTH&quot;,&quot;bending&quot;:true,&quot;repeat&quot;:{&quot;distance&quot;:0.35313531353135313,&quot;align&quot;:&quot;CENTER&quot;},&quot;isPremium&quot;:false},&quot;isLocked&quot;:false,&quot;parent&quot;:{&quot;type&quot;:&quot;CHILD&quot;,&quot;parentId&quot;:&quot;af707135-aaf7-4934-abb0-421fe39cd91f&quot;,&quot;order&quot;:&quot;999&quot;},&quot;isPremium&quot;:false},&quot;5ab734e6-a1fb-4098-908d-7a356b8e1ae6&quot;:{&quot;relativeTransform&quot;:{&quot;translate&quot;:{&quot;x&quot;:428.8286153124595,&quot;y&quot;:-83.54209709650056},&quot;rotate&quot;:0,&quot;skewX&quot;:0,&quot;scale&quot;:{&quot;x&quot;:1,&quot;y&quot;:1}},&quot;type&quot;:&quot;FIGURE_OBJECT&quot;,&quot;id&quot;:&quot;5ab734e6-a1fb-4098-908d-7a356b8e1ae6&quot;,&quot;name&quot;:&quot;25. Phospholipid monolayer brush (straight)&quot;,&quot;displayName&quot;:&quot;Phospholipid monolayer brush (straight)&quot;,&quot;opacity&quot;:0.7,&quot;source&quot;:{&quot;id&quot;:&quot;5e75574852bb9000abea623e&quot;,&quot;type&quot;:&quot;ASSETS&quot;},&quot;path&quot;:{&quot;type&quot;:&quot;POLY_LINE&quot;,&quot;points&quot;:[{&quot;x&quot;:111.13733285377164,&quot;y&quot;:0},{&quot;x&quot;:-111.13733285377155,&quot;y&quot;:0}],&quot;closed&quot;:false},&quot;pathStyles&quot;:[{&quot;type&quot;:&quot;FILL&quot;,&quot;fillStyle&quot;:&quot;rgba(0,0,0,0)&quot;},{&quot;type&quot;:&quot;STROKE&quot;,&quot;strokeStyle&quot;:&quot;rgba(0,0,0,0)&quot;,&quot;lineWidth&quot;:47.59041446485092,&quot;lineJoin&quot;:&quot;round&quot;}],&quot;pathSmoothing&quot;:{&quot;type&quot;:&quot;CATMULL_SMOOTHING&quot;,&quot;smoothing&quot;:0.2},&quot;pathPattern&quot;:{&quot;type&quot;:&quot;ROW&quot;,&quot;patternId&quot;:&quot;b2a71887-e0d6-448e-9508-41210f4e7647&quot;,&quot;patternTransform&quot;:{&quot;translate&quot;:{&quot;x&quot;:-0.0007260766359839109,&quot;y&quot;:0.5},&quot;rotate&quot;:3.141592653589793,&quot;skewX&quot;:0,&quot;scale&quot;:{&quot;x&quot;:-0.0033003300330033004,&quot;y&quot;:0.0033003300330033004}},&quot;xUnits&quot;:&quot;STROKE_WIDTH&quot;,&quot;yUnits&quot;:&quot;STROKE_WIDTH&quot;,&quot;bending&quot;:true,&quot;repeat&quot;:{&quot;distance&quot;:0.35313531353135313,&quot;align&quot;:&quot;CENTER&quot;},&quot;isPremium&quot;:false},&quot;isLocked&quot;:false,&quot;parent&quot;:{&quot;type&quot;:&quot;CHILD&quot;,&quot;parentId&quot;:&quot;af707135-aaf7-4934-abb0-421fe39cd91f&quot;,&quot;order&quot;:&quot;9995&quot;},&quot;isPremium&quot;:false},&quot;d0981d2e-3719-4f72-96b9-70ecf3299a39&quot;:{&quot;relativeTransform&quot;:{&quot;translate&quot;:{&quot;x&quot;:-51.255063656743886,&quot;y&quot;:209.39951442478238},&quot;rotate&quot;:0,&quot;skewX&quot;:0,&quot;scale&quot;:{&quot;x&quot;:1,&quot;y&quot;:1}},&quot;type&quot;:&quot;FIGURE_OBJECT&quot;,&quot;id&quot;:&quot;d0981d2e-3719-4f72-96b9-70ecf3299a39&quot;,&quot;name&quot;:&quot;25. Phospholipid monolayer brush (straight)&quot;,&quot;displayName&quot;:&quot;Phospholipid monolayer brush (straight)&quot;,&quot;opacity&quot;:0.7,&quot;source&quot;:{&quot;id&quot;:&quot;5e75574852bb9000abea623e&quot;,&quot;type&quot;:&quot;ASSETS&quot;},&quot;path&quot;:{&quot;type&quot;:&quot;POLY_LINE&quot;,&quot;points&quot;:[{&quot;x&quot;:-43.59986091902922,&quot;y&quot;:0},{&quot;x&quot;:43.5998609190292,&quot;y&quot;:0}],&quot;closed&quot;:false},&quot;pathStyles&quot;:[{&quot;type&quot;:&quot;FILL&quot;,&quot;fillStyle&quot;:&quot;rgba(0,0,0,0)&quot;},{&quot;type&quot;:&quot;STROKE&quot;,&quot;strokeStyle&quot;:&quot;rgba(0,0,0,0)&quot;,&quot;lineWidth&quot;:47.59041446485092,&quot;lineJoin&quot;:&quot;round&quot;}],&quot;pathSmoothing&quot;:{&quot;type&quot;:&quot;CATMULL_SMOOTHING&quot;,&quot;smoothing&quot;:0.2},&quot;pathPattern&quot;:{&quot;type&quot;:&quot;ROW&quot;,&quot;patternId&quot;:&quot;e3751d77-6edd-4441-ad51-5edcabdf1c2c&quot;,&quot;patternTransform&quot;:{&quot;translate&quot;:{&quot;x&quot;:-0.0007260766359839109,&quot;y&quot;:-0.5},&quot;rotate&quot;:0,&quot;skewX&quot;:0,&quot;scale&quot;:{&quot;x&quot;:0.0033003300330033004,&quot;y&quot;:0.0033003300330033004}},&quot;xUnits&quot;:&quot;STROKE_WIDTH&quot;,&quot;yUnits&quot;:&quot;STROKE_WIDTH&quot;,&quot;bending&quot;:true,&quot;repeat&quot;:{&quot;distance&quot;:0.35313531353135313,&quot;align&quot;:&quot;CENTER&quot;},&quot;isPremium&quot;:false},&quot;isLocked&quot;:false,&quot;parent&quot;:{&quot;type&quot;:&quot;CHILD&quot;,&quot;parentId&quot;:&quot;af707135-aaf7-4934-abb0-421fe39cd91f&quot;,&quot;order&quot;:&quot;9996&quot;},&quot;isPremium&quot;:false},&quot;68131579-715c-4b3a-aedb-e87f414776df&quot;:{&quot;relativeTransform&quot;:{&quot;translate&quot;:{&quot;x&quot;:-170.28828609599915,&quot;y&quot;:256.9906906885522},&quot;rotate&quot;:3.141592653589793,&quot;skewX&quot;:0,&quot;scale&quot;:{&quot;x&quot;:1,&quot;y&quot;:1}},&quot;type&quot;:&quot;FIGURE_OBJECT&quot;,&quot;id&quot;:&quot;68131579-715c-4b3a-aedb-e87f414776df&quot;,&quot;name&quot;:&quot;25. Phospholipid monolayer brush (straight)&quot;,&quot;displayName&quot;:&quot;Phospholipid monolayer brush (straight)&quot;,&quot;opacity&quot;:0.7,&quot;source&quot;:{&quot;id&quot;:&quot;5e75574852bb9000abea623e&quot;,&quot;type&quot;:&quot;ASSETS&quot;},&quot;path&quot;:{&quot;type&quot;:&quot;POLY_LINE&quot;,&quot;points&quot;:[{&quot;x&quot;:349.95569606724195,&quot;y&quot;:0},{&quot;x&quot;:-349.9556960672419,&quot;y&quot;:0}],&quot;closed&quot;:false},&quot;pathStyles&quot;:[{&quot;type&quot;:&quot;FILL&quot;,&quot;fillStyle&quot;:&quot;rgba(0,0,0,0)&quot;},{&quot;type&quot;:&quot;STROKE&quot;,&quot;strokeStyle&quot;:&quot;rgba(0,0,0,0)&quot;,&quot;lineWidth&quot;:47.59041446485092,&quot;lineJoin&quot;:&quot;round&quot;}],&quot;pathSmoothing&quot;:{&quot;type&quot;:&quot;CATMULL_SMOOTHING&quot;,&quot;smoothing&quot;:0.2},&quot;pathPattern&quot;:{&quot;type&quot;:&quot;ROW&quot;,&quot;patternId&quot;:&quot;b0191937-ec50-438d-9a65-e05a80acdcb3&quot;,&quot;patternTransform&quot;:{&quot;translate&quot;:{&quot;x&quot;:-0.0007260766359839109,&quot;y&quot;:0.5},&quot;rotate&quot;:3.141592653589793,&quot;skewX&quot;:0,&quot;scale&quot;:{&quot;x&quot;:-0.0033003300330033004,&quot;y&quot;:0.0033003300330033004}},&quot;xUnits&quot;:&quot;STROKE_WIDTH&quot;,&quot;yUnits&quot;:&quot;STROKE_WIDTH&quot;,&quot;bending&quot;:true,&quot;repeat&quot;:{&quot;distance&quot;:0.35313531353135313,&quot;align&quot;:&quot;CENTER&quot;},&quot;isPremium&quot;:false},&quot;isLocked&quot;:false,&quot;parent&quot;:{&quot;type&quot;:&quot;CHILD&quot;,&quot;parentId&quot;:&quot;af707135-aaf7-4934-abb0-421fe39cd91f&quot;,&quot;order&quot;:&quot;99992&quot;},&quot;isPremium&quot;:false},&quot;e8058788-4bbf-4403-b9e3-6e414ba2f2f1&quot;:{&quot;relativeTransform&quot;:{&quot;translate&quot;:{&quot;x&quot;:419.5443409347143,&quot;y&quot;:209.12576274559575},&quot;rotate&quot;:-1.176602859040085e-16,&quot;skewX&quot;:0,&quot;scale&quot;:{&quot;x&quot;:1,&quot;y&quot;:1}},&quot;type&quot;:&quot;FIGURE_OBJECT&quot;,&quot;id&quot;:&quot;e8058788-4bbf-4403-b9e3-6e414ba2f2f1&quot;,&quot;name&quot;:&quot;25. Phospholipid monolayer brush (straight)&quot;,&quot;displayName&quot;:&quot;Phospholipid monolayer brush (straight)&quot;,&quot;opacity&quot;:0.7,&quot;source&quot;:{&quot;id&quot;:&quot;5e75574852bb9000abea623e&quot;,&quot;type&quot;:&quot;ASSETS&quot;},&quot;path&quot;:{&quot;type&quot;:&quot;POLY_LINE&quot;,&quot;points&quot;:[{&quot;x&quot;:123.01624151282155,&quot;y&quot;:0},{&quot;x&quot;:-123.01624151282148,&quot;y&quot;:0}],&quot;closed&quot;:false},&quot;pathStyles&quot;:[{&quot;type&quot;:&quot;FILL&quot;,&quot;fillStyle&quot;:&quot;rgba(0,0,0,0)&quot;},{&quot;type&quot;:&quot;STROKE&quot;,&quot;strokeStyle&quot;:&quot;rgba(0,0,0,0)&quot;,&quot;lineWidth&quot;:47.59041446485092,&quot;lineJoin&quot;:&quot;round&quot;}],&quot;pathSmoothing&quot;:{&quot;type&quot;:&quot;CATMULL_SMOOTHING&quot;,&quot;smoothing&quot;:0.2},&quot;pathPattern&quot;:{&quot;type&quot;:&quot;ROW&quot;,&quot;patternId&quot;:&quot;174496a2-84c2-41f4-ba62-586a6b29ce62&quot;,&quot;patternTransform&quot;:{&quot;translate&quot;:{&quot;x&quot;:-0.0007260766359839109,&quot;y&quot;:0.5},&quot;rotate&quot;:3.141592653589793,&quot;skewX&quot;:0,&quot;scale&quot;:{&quot;x&quot;:-0.0033003300330033004,&quot;y&quot;:0.0033003300330033004}},&quot;xUnits&quot;:&quot;STROKE_WIDTH&quot;,&quot;yUnits&quot;:&quot;STROKE_WIDTH&quot;,&quot;bending&quot;:true,&quot;repeat&quot;:{&quot;distance&quot;:0.35313531353135313,&quot;align&quot;:&quot;CENTER&quot;},&quot;isPremium&quot;:false},&quot;isLocked&quot;:false,&quot;parent&quot;:{&quot;type&quot;:&quot;CHILD&quot;,&quot;parentId&quot;:&quot;af707135-aaf7-4934-abb0-421fe39cd91f&quot;,&quot;order&quot;:&quot;999975&quot;},&quot;isPremium&quot;:false},&quot;2efa0af3-2339-4938-aaaf-cf4638cb221b&quot;:{&quot;relativeTransform&quot;:{&quot;translate&quot;:{&quot;x&quot;:418.29250945726926,&quot;y&quot;:256.7182906641266},&quot;rotate&quot;:3.141592653589793,&quot;skewX&quot;:0,&quot;scale&quot;:{&quot;x&quot;:1,&quot;y&quot;:1}},&quot;type&quot;:&quot;FIGURE_OBJECT&quot;,&quot;id&quot;:&quot;2efa0af3-2339-4938-aaaf-cf4638cb221b&quot;,&quot;name&quot;:&quot;25. Phospholipid monolayer brush (straight)&quot;,&quot;displayName&quot;:&quot;Phospholipid monolayer brush (straight)&quot;,&quot;opacity&quot;:0.7,&quot;source&quot;:{&quot;id&quot;:&quot;5e75574852bb9000abea623e&quot;,&quot;type&quot;:&quot;ASSETS&quot;},&quot;path&quot;:{&quot;type&quot;:&quot;POLY_LINE&quot;,&quot;points&quot;:[{&quot;x&quot;:-124.7273644264118,&quot;y&quot;:0},{&quot;x&quot;:124.72736442641171,&quot;y&quot;:0}],&quot;closed&quot;:false},&quot;pathStyles&quot;:[{&quot;type&quot;:&quot;FILL&quot;,&quot;fillStyle&quot;:&quot;rgba(0,0,0,0)&quot;},{&quot;type&quot;:&quot;STROKE&quot;,&quot;strokeStyle&quot;:&quot;rgba(0,0,0,0)&quot;,&quot;lineWidth&quot;:47.59041446485092,&quot;lineJoin&quot;:&quot;round&quot;}],&quot;pathSmoothing&quot;:{&quot;type&quot;:&quot;CATMULL_SMOOTHING&quot;,&quot;smoothing&quot;:0.2},&quot;pathPattern&quot;:{&quot;type&quot;:&quot;ROW&quot;,&quot;patternId&quot;:&quot;9d95109a-b9b4-408a-846d-2ac029746940&quot;,&quot;patternTransform&quot;:{&quot;translate&quot;:{&quot;x&quot;:-0.0007260766359839109,&quot;y&quot;:-0.5},&quot;rotate&quot;:1.2246467991473532e-16,&quot;skewX&quot;:0,&quot;scale&quot;:{&quot;x&quot;:0.0033003300330033004,&quot;y&quot;:0.0033003300330033004}},&quot;xUnits&quot;:&quot;STROKE_WIDTH&quot;,&quot;yUnits&quot;:&quot;STROKE_WIDTH&quot;,&quot;bending&quot;:true,&quot;repeat&quot;:{&quot;distance&quot;:0.35313531353135313,&quot;align&quot;:&quot;CENTER&quot;},&quot;isPremium&quot;:false},&quot;isLocked&quot;:false,&quot;parent&quot;:{&quot;type&quot;:&quot;CHILD&quot;,&quot;parentId&quot;:&quot;af707135-aaf7-4934-abb0-421fe39cd91f&quot;,&quot;order&quot;:&quot;99999&quot;},&quot;isPremium&quot;:false},&quot;523ee924-5da3-42d8-9e97-4cefd2b64336&quot;:{&quot;type&quot;:&quot;FIGURE_OBJECT&quot;,&quot;id&quot;:&quot;523ee924-5da3-42d8-9e97-4cefd2b64336&quot;,&quot;parent&quot;:{&quot;type&quot;:&quot;CHILD&quot;,&quot;parentId&quot;:&quot;af707135-aaf7-4934-abb0-421fe39cd91f&quot;,&quot;order&quot;:&quot;999998&quot;},&quot;relativeTransform&quot;:{&quot;translate&quot;:{&quot;x&quot;:-397.45921034873135,&quot;y&quot;:-94.93823211968936},&quot;rotate&quot;:0,&quot;skewX&quot;:0,&quot;scale&quot;:{&quot;x&quot;:1,&quot;y&quot;:1}},&quot;opacity&quot;:0.7},&quot;3992ca37-50a6-48ca-8eab-074c44af0e25&quot;:{&quot;id&quot;:&quot;3992ca37-50a6-48ca-8eab-074c44af0e25&quot;,&quot;name&quot;:&quot;Phospholipid&quot;,&quot;displayName&quot;:&quot;&quot;,&quot;type&quot;:&quot;FIGURE_OBJECT&quot;,&quot;relativeTransform&quot;:{&quot;translate&quot;:{&quot;x&quot;:246.9970419541662,&quot;y&quot;:14.136251536921435},&quot;rotate&quot;:0.7571010947793217,&quot;skewX&quot;:-3.281702132212826e-16,&quot;scale&quot;:{&quot;x&quot;:-0.3561813446790643,&quot;y&quot;:0.35618134467906504}},&quot;image&quot;:{&quot;url&quot;:&quot;https://icons.biorender.com/biorender/617826643d98ef002970526b/phospholipid-1.png&quot;,&quot;fallbackUrl&quot;:&quot;https://res.cloudinary.com/dlcjuc3ej/image/upload/v1635264092/wmosfjddzfwpeepjvhyl.svg#/keystone/api/icons/617826643d98ef002970526b/phospholipid-1.svg#/keystone/api/icons/617826643d98ef002970526b/phospholipid-1.svg#/keystone/api/icons/617826643d98ef002970526b/phospholipid-1.svg&quot;,&quot;isPremium&quot;:false,&quot;size&quot;:{&quot;x&quot;:50,&quot;y&quot;:136.42857142857144}},&quot;source&quot;:{&quot;id&quot;:&quot;5b5f651905c0e0001425b49e&quot;,&quot;type&quot;:&quot;ASSETS&quot;},&quot;isPremium&quot;:false,&quot;parent&quot;:{&quot;type&quot;:&quot;CHILD&quot;,&quot;parentId&quot;:&quot;523ee924-5da3-42d8-9e97-4cefd2b64336&quot;,&quot;order&quot;:&quot;1&quot;}},&quot;bf693a54-6b18-4064-acd7-86b4335f9df5&quot;:{&quot;id&quot;:&quot;bf693a54-6b18-4064-acd7-86b4335f9df5&quot;,&quot;name&quot;:&quot;Phospholipid&quot;,&quot;displayName&quot;:&quot;&quot;,&quot;type&quot;:&quot;FIGURE_OBJECT&quot;,&quot;relativeTransform&quot;:{&quot;translate&quot;:{&quot;x&quot;:246.996348032244,&quot;y&quot;:28.878384028348464},&quot;rotate&quot;:1.0471975511965974,&quot;skewX&quot;:-6.563404264425644e-16,&quot;scale&quot;:{&quot;x&quot;:-0.3561813446790646,&quot;y&quot;:0.3561813446790649}},&quot;image&quot;:{&quot;url&quot;:&quot;https://icons.biorender.com/biorender/617826643d98ef002970526b/phospholipid-1.png&quot;,&quot;fallbackUrl&quot;:&quot;https://res.cloudinary.com/dlcjuc3ej/image/upload/v1635264092/wmosfjddzfwpeepjvhyl.svg#/keystone/api/icons/617826643d98ef002970526b/phospholipid-1.svg#/keystone/api/icons/617826643d98ef002970526b/phospholipid-1.svg#/keystone/api/icons/617826643d98ef002970526b/phospholipid-1.svg&quot;,&quot;isPremium&quot;:false,&quot;size&quot;:{&quot;x&quot;:50,&quot;y&quot;:136.42857142857144}},&quot;source&quot;:{&quot;id&quot;:&quot;5b5f651905c0e0001425b49e&quot;,&quot;type&quot;:&quot;ASSETS&quot;},&quot;isPremium&quot;:false,&quot;parent&quot;:{&quot;type&quot;:&quot;CHILD&quot;,&quot;parentId&quot;:&quot;523ee924-5da3-42d8-9e97-4cefd2b64336&quot;,&quot;order&quot;:&quot;2&quot;}},&quot;a18a9174-be55-4cf5-9124-ef0f2770a080&quot;:{&quot;id&quot;:&quot;a18a9174-be55-4cf5-9124-ef0f2770a080&quot;,&quot;name&quot;:&quot;Phospholipid&quot;,&quot;displayName&quot;:&quot;&quot;,&quot;type&quot;:&quot;FIGURE_OBJECT&quot;,&quot;relativeTransform&quot;:{&quot;translate&quot;:{&quot;x&quot;:261.6599794374341,&quot;y&quot;:38.451981312296596},&quot;rotate&quot;:1.1459663399952549,&quot;skewX&quot;:-6.563404264425644e-16,&quot;scale&quot;:{&quot;x&quot;:-0.3561813446790646,&quot;y&quot;:0.3561813446790649}},&quot;image&quot;:{&quot;url&quot;:&quot;https://icons.biorender.com/biorender/617826643d98ef002970526b/phospholipid-1.png&quot;,&quot;fallbackUrl&quot;:&quot;https://res.cloudinary.com/dlcjuc3ej/image/upload/v1635264092/wmosfjddzfwpeepjvhyl.svg#/keystone/api/icons/617826643d98ef002970526b/phospholipid-1.svg#/keystone/api/icons/617826643d98ef002970526b/phospholipid-1.svg#/keystone/api/icons/617826643d98ef002970526b/phospholipid-1.svg&quot;,&quot;isPremium&quot;:false,&quot;size&quot;:{&quot;x&quot;:50,&quot;y&quot;:136.42857142857144}},&quot;source&quot;:{&quot;id&quot;:&quot;5b5f651905c0e0001425b49e&quot;,&quot;type&quot;:&quot;ASSETS&quot;},&quot;isPremium&quot;:false,&quot;parent&quot;:{&quot;type&quot;:&quot;CHILD&quot;,&quot;parentId&quot;:&quot;523ee924-5da3-42d8-9e97-4cefd2b64336&quot;,&quot;order&quot;:&quot;5&quot;}},&quot;6d744eff-6ab9-4323-9fde-d5e34d2731c5&quot;:{&quot;id&quot;:&quot;6d744eff-6ab9-4323-9fde-d5e34d2731c5&quot;,&quot;name&quot;:&quot;Phospholipid&quot;,&quot;displayName&quot;:&quot;&quot;,&quot;type&quot;:&quot;FIGURE_OBJECT&quot;,&quot;relativeTransform&quot;:{&quot;translate&quot;:{&quot;x&quot;:261.3460936629881,&quot;y&quot;:51.69750472737273},&quot;rotate&quot;:2.094395102393195,&quot;skewX&quot;:-8.751205685900866e-16,&quot;scale&quot;:{&quot;x&quot;:-0.3561813446790644,&quot;y&quot;:0.35618134467906504}},&quot;image&quot;:{&quot;url&quot;:&quot;https://icons.biorender.com/biorender/617826643d98ef002970526b/phospholipid-1.png&quot;,&quot;fallbackUrl&quot;:&quot;https://res.cloudinary.com/dlcjuc3ej/image/upload/v1635264092/wmosfjddzfwpeepjvhyl.svg#/keystone/api/icons/617826643d98ef002970526b/phospholipid-1.svg#/keystone/api/icons/617826643d98ef002970526b/phospholipid-1.svg#/keystone/api/icons/617826643d98ef002970526b/phospholipid-1.svg&quot;,&quot;isPremium&quot;:false,&quot;size&quot;:{&quot;x&quot;:50,&quot;y&quot;:136.42857142857144}},&quot;source&quot;:{&quot;id&quot;:&quot;5b5f651905c0e0001425b49e&quot;,&quot;type&quot;:&quot;ASSETS&quot;},&quot;isPremium&quot;:false,&quot;parent&quot;:{&quot;type&quot;:&quot;CHILD&quot;,&quot;parentId&quot;:&quot;523ee924-5da3-42d8-9e97-4cefd2b64336&quot;,&quot;order&quot;:&quot;6&quot;}},&quot;d2aaaeb0-4979-4e85-8bd5-ce7078f43c13&quot;:{&quot;id&quot;:&quot;d2aaaeb0-4979-4e85-8bd5-ce7078f43c13&quot;,&quot;name&quot;:&quot;Phospholipid&quot;,&quot;displayName&quot;:&quot;&quot;,&quot;type&quot;:&quot;FIGURE_OBJECT&quot;,&quot;relativeTransform&quot;:{&quot;translate&quot;:{&quot;x&quot;:246.99703456252885,&quot;y&quot;:55.882730863024115},&quot;rotate&quot;:2.4117369327175044,&quot;skewX&quot;:-1.640851066106412e-15,&quot;scale&quot;:{&quot;x&quot;:-0.3561813446790644,&quot;y&quot;:0.35618134467906626}},&quot;image&quot;:{&quot;url&quot;:&quot;https://icons.biorender.com/biorender/617826643d98ef002970526b/phospholipid-1.png&quot;,&quot;fallbackUrl&quot;:&quot;https://res.cloudinary.com/dlcjuc3ej/image/upload/v1635264092/wmosfjddzfwpeepjvhyl.svg#/keystone/api/icons/617826643d98ef002970526b/phospholipid-1.svg#/keystone/api/icons/617826643d98ef002970526b/phospholipid-1.svg#/keystone/api/icons/617826643d98ef002970526b/phospholipid-1.svg&quot;,&quot;isPremium&quot;:false,&quot;size&quot;:{&quot;x&quot;:50,&quot;y&quot;:136.42857142857144}},&quot;source&quot;:{&quot;id&quot;:&quot;5b5f651905c0e0001425b49e&quot;,&quot;type&quot;:&quot;ASSETS&quot;},&quot;isPremium&quot;:false,&quot;parent&quot;:{&quot;type&quot;:&quot;CHILD&quot;,&quot;parentId&quot;:&quot;523ee924-5da3-42d8-9e97-4cefd2b64336&quot;,&quot;order&quot;:&quot;7&quot;}},&quot;076e3f7f-58e2-4f42-9ce6-3031eb7737df&quot;:{&quot;relativeTransform&quot;:{&quot;translate&quot;:{&quot;x&quot;:-583.9293611556462,&quot;y&quot;:-224.99432062268025},&quot;rotate&quot;:0,&quot;skewX&quot;:0,&quot;scale&quot;:{&quot;x&quot;:1,&quot;y&quot;:1}},&quot;type&quot;:&quot;FIGURE_OBJECT&quot;,&quot;id&quot;:&quot;076e3f7f-58e2-4f42-9ce6-3031eb7737df&quot;,&quot;parent&quot;:{&quot;type&quot;:&quot;CHILD&quot;,&quot;parentId&quot;:&quot;af707135-aaf7-4934-abb0-421fe39cd91f&quot;,&quot;order&quot;:&quot;999999&quot;},&quot;name&quot;:&quot;Lipopolysaccharide (straight)&quot;,&quot;displayName&quot;:&quot;Lipopolysaccharide (straight)&quot;,&quot;source&quot;:{&quot;id&quot;:&quot;635c355f62307b37405737e2&quot;,&quot;type&quot;:&quot;ASSETS&quot;},&quot;isPremium&quot;:true},&quot;b222abe1-3baf-41ad-8f62-027836a02801&quot;:{&quot;type&quot;:&quot;FIGURE_OBJECT&quot;,&quot;id&quot;:&quot;b222abe1-3baf-41ad-8f62-027836a02801&quot;,&quot;relativeTransform&quot;:{&quot;translate&quot;:{&quot;x&quot;:137.00676675614795,&quot;y&quot;:88.06975177308465},&quot;rotate&quot;:0},&quot;opacity&quot;:1,&quot;path&quot;:{&quot;type&quot;:&quot;POLY_LINE&quot;,&quot;points&quot;:[{&quot;x&quot;:0,&quot;y&quot;:29.447229551397385},{&quot;x&quot;:0,&quot;y&quot;:-29.447229551397385}],&quot;closed&quot;:false},&quot;pathStyles&quot;:[{&quot;type&quot;:&quot;FILL&quot;,&quot;fillStyle&quot;:&quot;rgba(0,0,0,0)&quot;},{&quot;type&quot;:&quot;STROKE&quot;,&quot;strokeStyle&quot;:&quot;#232323&quot;,&quot;lineWidth&quot;:11.903598226047722,&quot;lineJoin&quot;:&quot;round&quot;}],&quot;isLocked&quot;:false,&quot;parent&quot;:{&quot;type&quot;:&quot;CHILD&quot;,&quot;parentId&quot;:&quot;076e3f7f-58e2-4f42-9ce6-3031eb7737df&quot;,&quot;order&quot;:&quot;2&quot;},&quot;connectorInfo&quot;:{&quot;connectedObjects&quot;:[],&quot;type&quot;:&quot;LINE&quot;,&quot;offset&quot;:{&quot;x&quot;:0,&quot;y&quot;:0},&quot;bending&quot;:0.1,&quot;firstElementIsHead&quot;:true,&quot;customized&quot;:false},&quot;pathPattern&quot;:{&quot;type&quot;:&quot;ROW&quot;,&quot;patternId&quot;:&quot;afa5677f-0063-42ad-901a-ab2fd5ec0cfb&quot;,&quot;patternTransform&quot;:{&quot;translate&quot;:{&quot;x&quot;:-0.08886199457583854,&quot;y&quot;:-0.5},&quot;rotate&quot;:0,&quot;skewX&quot;:0,&quot;scale&quot;:{&quot;x&quot;:0.03143665566768266,&quot;y&quot;:0.03143665566768266}},&quot;xUnits&quot;:&quot;STROKE_WIDTH&quot;,&quot;yUnits&quot;:&quot;STROKE_WIDTH&quot;,&quot;bending&quot;:true,&quot;repeat&quot;:{&quot;distance&quot;:0.909984296950143,&quot;align&quot;:&quot;LEFT&quot;},&quot;isPremium&quot;:false}},&quot;9f0ef3a0-35d8-4b7b-ac33-99af6efcb774&quot;:{&quot;type&quot;:&quot;FIGURE_OBJECT&quot;,&quot;id&quot;:&quot;9f0ef3a0-35d8-4b7b-ac33-99af6efcb774&quot;,&quot;relativeTransform&quot;:{&quot;translate&quot;:{&quot;x&quot;:153.7741850779542,&quot;y&quot;:82.01014179310054},&quot;rotate&quot;:1.0944463373381044,&quot;skewX&quot;:0,&quot;scale&quot;:{&quot;x&quot;:1,&quot;y&quot;:1}},&quot;opacity&quot;:1,&quot;path&quot;:{&quot;type&quot;:&quot;POLY_LINE&quot;,&quot;points&quot;:[{&quot;x&quot;:2.3367789004395808e-15,&quot;y&quot;:13.414527591562445},{&quot;x&quot;:-2.3367789004395808e-15,&quot;y&quot;:-13.414527591562445}],&quot;closed&quot;:false},&quot;pathStyles&quot;:[{&quot;type&quot;:&quot;FILL&quot;,&quot;fillStyle&quot;:&quot;rgba(0,0,0,0)&quot;},{&quot;type&quot;:&quot;STROKE&quot;,&quot;strokeStyle&quot;:&quot;#232323&quot;,&quot;lineWidth&quot;:11.903598226047722,&quot;lineJoin&quot;:&quot;round&quot;}],&quot;isLocked&quot;:false,&quot;parent&quot;:{&quot;type&quot;:&quot;CHILD&quot;,&quot;parentId&quot;:&quot;076e3f7f-58e2-4f42-9ce6-3031eb7737df&quot;,&quot;order&quot;:&quot;5&quot;},&quot;connectorInfo&quot;:{&quot;connectedObjects&quot;:[],&quot;type&quot;:&quot;LINE&quot;,&quot;offset&quot;:{&quot;x&quot;:0,&quot;y&quot;:0},&quot;bending&quot;:0.1,&quot;firstElementIsHead&quot;:true,&quot;customized&quot;:false},&quot;pathPattern&quot;:{&quot;type&quot;:&quot;ROW&quot;,&quot;patternId&quot;:&quot;6a7e2e5d-f6f7-4574-8be0-6279c95df8cb&quot;,&quot;patternTransform&quot;:{&quot;translate&quot;:{&quot;x&quot;:-0.08886199457583854,&quot;y&quot;:-0.5},&quot;rotate&quot;:0,&quot;skewX&quot;:0,&quot;scale&quot;:{&quot;x&quot;:0.03143665566768266,&quot;y&quot;:0.03143665566768266}},&quot;xUnits&quot;:&quot;STROKE_WIDTH&quot;,&quot;yUnits&quot;:&quot;STROKE_WIDTH&quot;,&quot;bending&quot;:true,&quot;repeat&quot;:{&quot;distance&quot;:0.909984296950143,&quot;align&quot;:&quot;LEFT&quot;},&quot;isPremium&quot;:false}},&quot;14e93dd9-4818-4e6e-86ad-b9d0cafcff37&quot;:{&quot;id&quot;:&quot;14e93dd9-4818-4e6e-86ad-b9d0cafcff37&quot;,&quot;name&quot;:&quot;Lipid A (simple)&quot;,&quot;displayName&quot;:&quot;&quot;,&quot;type&quot;:&quot;FIGURE_OBJECT&quot;,&quot;relativeTransform&quot;:{&quot;translate&quot;:{&quot;x&quot;:148.2156645118397,&quot;y&quot;:140.2497059280045},&quot;rotate&quot;:0,&quot;skewX&quot;:0,&quot;scale&quot;:{&quot;x&quot;:0.7917489088283088,&quot;y&quot;:0.7917489088283085}},&quot;image&quot;:{&quot;url&quot;:&quot;https://icons.biorender.com/biorender/635c2f7592218900200fe0fa/lipid-a-simple.png&quot;,&quot;fallbackUrl&quot;:&quot;https://res.cloudinary.com/dlcjuc3ej/image/upload/v1666985842/a7srrm6mltfb8pxm2h2a.svg#/keystone/api/icons/635c2f7592218900200fe0fa/lipid-a-simple.svg#/keystone/api/icons/635c2f7592218900200fe0fa/lipid-a-simple.svg#/keystone/api/icons/635c2f7592218900200fe0fa/lipid-a-simple.svg&quot;,&quot;isPremium&quot;:false,&quot;size&quot;:{&quot;x&quot;:45,&quot;y&quot;:63.145161290322584}},&quot;source&quot;:{&quot;id&quot;:&quot;635c2f1192218900200fe0db&quot;,&quot;type&quot;:&quot;ASSETS&quot;},&quot;isPremium&quot;:false,&quot;parent&quot;:{&quot;type&quot;:&quot;CHILD&quot;,&quot;parentId&quot;:&quot;076e3f7f-58e2-4f42-9ce6-3031eb7737df&quot;,&quot;order&quot;:&quot;25&quot;}},&quot;3f6d6b76-87d8-450f-ad0c-0ed05f98e71e&quot;:{&quot;relativeTransform&quot;:{&quot;translate&quot;:{&quot;x&quot;:-483.0892313635083,&quot;y&quot;:-224.99432062268025},&quot;rotate&quot;:0,&quot;skewX&quot;:0,&quot;scale&quot;:{&quot;x&quot;:1,&quot;y&quot;:1}},&quot;type&quot;:&quot;FIGURE_OBJECT&quot;,&quot;id&quot;:&quot;3f6d6b76-87d8-450f-ad0c-0ed05f98e71e&quot;,&quot;parent&quot;:{&quot;type&quot;:&quot;CHILD&quot;,&quot;parentId&quot;:&quot;af707135-aaf7-4934-abb0-421fe39cd91f&quot;,&quot;order&quot;:&quot;9999995&quot;},&quot;name&quot;:&quot;Lipopolysaccharide (straight)&quot;,&quot;displayName&quot;:&quot;Lipopolysaccharide (straight)&quot;,&quot;source&quot;:{&quot;id&quot;:&quot;635c355f62307b37405737e2&quot;,&quot;type&quot;:&quot;ASSETS&quot;},&quot;isPremium&quot;:true},&quot;d4bf8715-5333-4ab5-b9a8-9824c7b96e7a&quot;:{&quot;type&quot;:&quot;FIGURE_OBJECT&quot;,&quot;id&quot;:&quot;d4bf8715-5333-4ab5-b9a8-9824c7b96e7a&quot;,&quot;relativeTransform&quot;:{&quot;translate&quot;:{&quot;x&quot;:137.00676675614795,&quot;y&quot;:88.35039256986934},&quot;rotate&quot;:0},&quot;opacity&quot;:1,&quot;path&quot;:{&quot;type&quot;:&quot;POLY_LINE&quot;,&quot;points&quot;:[{&quot;x&quot;:0,&quot;y&quot;:29.16658875461269},{&quot;x&quot;:0,&quot;y&quot;:-29.16658875461269}],&quot;closed&quot;:false},&quot;pathStyles&quot;:[{&quot;type&quot;:&quot;FILL&quot;,&quot;fillStyle&quot;:&quot;rgba(0,0,0,0)&quot;},{&quot;type&quot;:&quot;STROKE&quot;,&quot;strokeStyle&quot;:&quot;#232323&quot;,&quot;lineWidth&quot;:11.903598226047722,&quot;lineJoin&quot;:&quot;round&quot;}],&quot;isLocked&quot;:false,&quot;parent&quot;:{&quot;type&quot;:&quot;CHILD&quot;,&quot;parentId&quot;:&quot;3f6d6b76-87d8-450f-ad0c-0ed05f98e71e&quot;,&quot;order&quot;:&quot;2&quot;},&quot;connectorInfo&quot;:{&quot;connectedObjects&quot;:[],&quot;type&quot;:&quot;LINE&quot;,&quot;offset&quot;:{&quot;x&quot;:0,&quot;y&quot;:0},&quot;bending&quot;:0.1,&quot;firstElementIsHead&quot;:true,&quot;customized&quot;:false},&quot;pathPattern&quot;:{&quot;type&quot;:&quot;ROW&quot;,&quot;patternId&quot;:&quot;5c3c10fd-d234-46bf-baff-4fc951876990&quot;,&quot;patternTransform&quot;:{&quot;translate&quot;:{&quot;x&quot;:-0.08886199457583854,&quot;y&quot;:-0.5},&quot;rotate&quot;:0,&quot;skewX&quot;:0,&quot;scale&quot;:{&quot;x&quot;:0.03143665566768266,&quot;y&quot;:0.03143665566768266}},&quot;xUnits&quot;:&quot;STROKE_WIDTH&quot;,&quot;yUnits&quot;:&quot;STROKE_WIDTH&quot;,&quot;bending&quot;:true,&quot;repeat&quot;:{&quot;distance&quot;:0.909984296950143,&quot;align&quot;:&quot;LEFT&quot;},&quot;isPremium&quot;:false}},&quot;2d3f0bc5-1a64-4cbc-86ef-a464a3344b35&quot;:{&quot;type&quot;:&quot;FIGURE_OBJECT&quot;,&quot;id&quot;:&quot;2d3f0bc5-1a64-4cbc-86ef-a464a3344b35&quot;,&quot;relativeTransform&quot;:{&quot;translate&quot;:{&quot;x&quot;:152.47144033377276,&quot;y&quot;:81.7968956583292},&quot;rotate&quot;:1.0944463373381044},&quot;opacity&quot;:1,&quot;path&quot;:{&quot;type&quot;:&quot;POLY_LINE&quot;,&quot;points&quot;:[{&quot;x&quot;:0,&quot;y&quot;:11.948586203078552},{&quot;x&quot;:0,&quot;y&quot;:-11.948586203078552}],&quot;closed&quot;:false},&quot;pathStyles&quot;:[{&quot;type&quot;:&quot;FILL&quot;,&quot;fillStyle&quot;:&quot;rgba(0,0,0,0)&quot;},{&quot;type&quot;:&quot;STROKE&quot;,&quot;strokeStyle&quot;:&quot;#232323&quot;,&quot;lineWidth&quot;:11.903598226047722,&quot;lineJoin&quot;:&quot;round&quot;}],&quot;isLocked&quot;:false,&quot;parent&quot;:{&quot;type&quot;:&quot;CHILD&quot;,&quot;parentId&quot;:&quot;3f6d6b76-87d8-450f-ad0c-0ed05f98e71e&quot;,&quot;order&quot;:&quot;5&quot;},&quot;connectorInfo&quot;:{&quot;connectedObjects&quot;:[],&quot;type&quot;:&quot;LINE&quot;,&quot;offset&quot;:{&quot;x&quot;:0,&quot;y&quot;:0},&quot;bending&quot;:0.1,&quot;firstElementIsHead&quot;:true,&quot;customized&quot;:false},&quot;pathPattern&quot;:{&quot;type&quot;:&quot;ROW&quot;,&quot;patternId&quot;:&quot;957ceb61-1a95-4ad8-967d-cb28c34aef17&quot;,&quot;patternTransform&quot;:{&quot;translate&quot;:{&quot;x&quot;:-0.08886199457583854,&quot;y&quot;:-0.5},&quot;rotate&quot;:0,&quot;skewX&quot;:0,&quot;scale&quot;:{&quot;x&quot;:0.03143665566768266,&quot;y&quot;:0.03143665566768266}},&quot;xUnits&quot;:&quot;STROKE_WIDTH&quot;,&quot;yUnits&quot;:&quot;STROKE_WIDTH&quot;,&quot;bending&quot;:true,&quot;repeat&quot;:{&quot;distance&quot;:0.909984296950143,&quot;align&quot;:&quot;LEFT&quot;},&quot;isPremium&quot;:false}},&quot;453db835-35bc-4561-98e0-8721c525379a&quot;:{&quot;id&quot;:&quot;453db835-35bc-4561-98e0-8721c525379a&quot;,&quot;name&quot;:&quot;Lipid A (simple)&quot;,&quot;displayName&quot;:&quot;&quot;,&quot;type&quot;:&quot;FIGURE_OBJECT&quot;,&quot;relativeTransform&quot;:{&quot;translate&quot;:{&quot;x&quot;:148.2156645118397,&quot;y&quot;:140.2497059280045},&quot;rotate&quot;:0,&quot;skewX&quot;:0,&quot;scale&quot;:{&quot;x&quot;:0.7917489088283088,&quot;y&quot;:0.7917489088283085}},&quot;image&quot;:{&quot;url&quot;:&quot;https://icons.biorender.com/biorender/635c2f7592218900200fe0fa/lipid-a-simple.png&quot;,&quot;fallbackUrl&quot;:&quot;https://res.cloudinary.com/dlcjuc3ej/image/upload/v1666985842/a7srrm6mltfb8pxm2h2a.svg#/keystone/api/icons/635c2f7592218900200fe0fa/lipid-a-simple.svg#/keystone/api/icons/635c2f7592218900200fe0fa/lipid-a-simple.svg#/keystone/api/icons/635c2f7592218900200fe0fa/lipid-a-simple.svg&quot;,&quot;isPremium&quot;:false,&quot;size&quot;:{&quot;x&quot;:45,&quot;y&quot;:63.145161290322584}},&quot;source&quot;:{&quot;id&quot;:&quot;635c2f1192218900200fe0db&quot;,&quot;type&quot;:&quot;ASSETS&quot;},&quot;isPremium&quot;:false,&quot;parent&quot;:{&quot;type&quot;:&quot;CHILD&quot;,&quot;parentId&quot;:&quot;3f6d6b76-87d8-450f-ad0c-0ed05f98e71e&quot;,&quot;order&quot;:&quot;25&quot;}},&quot;9e595aca-b18f-4143-9269-eea25bae267a&quot;:{&quot;relativeTransform&quot;:{&quot;translate&quot;:{&quot;x&quot;:-311.00763254055556,&quot;y&quot;:-312.4439626180858},&quot;rotate&quot;:0.3973687208633765,&quot;skewX&quot;:0,&quot;scale&quot;:{&quot;x&quot;:1,&quot;y&quot;:1}},&quot;type&quot;:&quot;FIGURE_OBJECT&quot;,&quot;id&quot;:&quot;9e595aca-b18f-4143-9269-eea25bae267a&quot;,&quot;parent&quot;:{&quot;type&quot;:&quot;CHILD&quot;,&quot;parentId&quot;:&quot;af707135-aaf7-4934-abb0-421fe39cd91f&quot;,&quot;order&quot;:&quot;9999998&quot;},&quot;name&quot;:&quot;Lipopolysaccharide (straight)&quot;,&quot;displayName&quot;:&quot;Lipopolysaccharide (straight)&quot;,&quot;source&quot;:{&quot;id&quot;:&quot;635c355f62307b37405737e2&quot;,&quot;type&quot;:&quot;ASSETS&quot;},&quot;isPremium&quot;:true},&quot;48ae696f-3ac0-41f7-80e6-1c04887ea349&quot;:{&quot;type&quot;:&quot;FIGURE_OBJECT&quot;,&quot;id&quot;:&quot;48ae696f-3ac0-41f7-80e6-1c04887ea349&quot;,&quot;relativeTransform&quot;:{&quot;translate&quot;:{&quot;x&quot;:137.00676675614795,&quot;y&quot;:89.12537684733948},&quot;rotate&quot;:0},&quot;opacity&quot;:1,&quot;path&quot;:{&quot;type&quot;:&quot;POLY_LINE&quot;,&quot;points&quot;:[{&quot;x&quot;:0,&quot;y&quot;:28.391604477142568},{&quot;x&quot;:0,&quot;y&quot;:-28.391604477142568}],&quot;closed&quot;:false},&quot;pathStyles&quot;:[{&quot;type&quot;:&quot;FILL&quot;,&quot;fillStyle&quot;:&quot;rgba(0,0,0,0)&quot;},{&quot;type&quot;:&quot;STROKE&quot;,&quot;strokeStyle&quot;:&quot;#232323&quot;,&quot;lineWidth&quot;:11.903598226047722,&quot;lineJoin&quot;:&quot;round&quot;}],&quot;isLocked&quot;:false,&quot;parent&quot;:{&quot;type&quot;:&quot;CHILD&quot;,&quot;parentId&quot;:&quot;9e595aca-b18f-4143-9269-eea25bae267a&quot;,&quot;order&quot;:&quot;2&quot;},&quot;connectorInfo&quot;:{&quot;connectedObjects&quot;:[],&quot;type&quot;:&quot;LINE&quot;,&quot;offset&quot;:{&quot;x&quot;:0,&quot;y&quot;:0},&quot;bending&quot;:0.1,&quot;firstElementIsHead&quot;:true,&quot;customized&quot;:false},&quot;pathPattern&quot;:{&quot;type&quot;:&quot;ROW&quot;,&quot;patternId&quot;:&quot;c3f845cf-acea-456e-b741-89b8dcd46c1e&quot;,&quot;patternTransform&quot;:{&quot;translate&quot;:{&quot;x&quot;:-0.08886199457583854,&quot;y&quot;:-0.5},&quot;rotate&quot;:0,&quot;skewX&quot;:0,&quot;scale&quot;:{&quot;x&quot;:0.03143665566768266,&quot;y&quot;:0.03143665566768266}},&quot;xUnits&quot;:&quot;STROKE_WIDTH&quot;,&quot;yUnits&quot;:&quot;STROKE_WIDTH&quot;,&quot;bending&quot;:true,&quot;repeat&quot;:{&quot;distance&quot;:0.909984296950143,&quot;align&quot;:&quot;LEFT&quot;},&quot;isPremium&quot;:false}},&quot;437fb60d-3475-443b-8585-514855d2f8ed&quot;:{&quot;type&quot;:&quot;FIGURE_OBJECT&quot;,&quot;id&quot;:&quot;437fb60d-3475-443b-8585-514855d2f8ed&quot;,&quot;relativeTransform&quot;:{&quot;translate&quot;:{&quot;x&quot;:153.66252564416192,&quot;y&quot;:82.13510420302163},&quot;rotate&quot;:1.0944463373381044,&quot;skewX&quot;:0,&quot;scale&quot;:{&quot;x&quot;:1,&quot;y&quot;:1}},&quot;opacity&quot;:1,&quot;path&quot;:{&quot;type&quot;:&quot;POLY_LINE&quot;,&quot;points&quot;:[{&quot;x&quot;:1.1683894502197906e-15,&quot;y&quot;:13.440291561238958},{&quot;x&quot;:-1.1683894502197906e-15,&quot;y&quot;:-13.440291561238958}],&quot;closed&quot;:false},&quot;pathStyles&quot;:[{&quot;type&quot;:&quot;FILL&quot;,&quot;fillStyle&quot;:&quot;rgba(0,0,0,0)&quot;},{&quot;type&quot;:&quot;STROKE&quot;,&quot;strokeStyle&quot;:&quot;#232323&quot;,&quot;lineWidth&quot;:11.903598226047722,&quot;lineJoin&quot;:&quot;round&quot;}],&quot;isLocked&quot;:false,&quot;parent&quot;:{&quot;type&quot;:&quot;CHILD&quot;,&quot;parentId&quot;:&quot;9e595aca-b18f-4143-9269-eea25bae267a&quot;,&quot;order&quot;:&quot;5&quot;},&quot;connectorInfo&quot;:{&quot;connectedObjects&quot;:[],&quot;type&quot;:&quot;LINE&quot;,&quot;offset&quot;:{&quot;x&quot;:0,&quot;y&quot;:0},&quot;bending&quot;:0.1,&quot;firstElementIsHead&quot;:true,&quot;customized&quot;:false},&quot;pathPattern&quot;:{&quot;type&quot;:&quot;ROW&quot;,&quot;patternId&quot;:&quot;7f503d61-159b-436b-b033-f24cabb2fdff&quot;,&quot;patternTransform&quot;:{&quot;translate&quot;:{&quot;x&quot;:-0.08886199457583854,&quot;y&quot;:-0.5},&quot;rotate&quot;:0,&quot;skewX&quot;:0,&quot;scale&quot;:{&quot;x&quot;:0.03143665566768266,&quot;y&quot;:0.03143665566768266}},&quot;xUnits&quot;:&quot;STROKE_WIDTH&quot;,&quot;yUnits&quot;:&quot;STROKE_WIDTH&quot;,&quot;bending&quot;:true,&quot;repeat&quot;:{&quot;distance&quot;:0.909984296950143,&quot;align&quot;:&quot;LEFT&quot;},&quot;isPremium&quot;:false}},&quot;b07e3172-d4cc-4c15-bd62-401ee8838088&quot;:{&quot;id&quot;:&quot;b07e3172-d4cc-4c15-bd62-401ee8838088&quot;,&quot;name&quot;:&quot;Lipid A (simple)&quot;,&quot;displayName&quot;:&quot;&quot;,&quot;type&quot;:&quot;FIGURE_OBJECT&quot;,&quot;relativeTransform&quot;:{&quot;translate&quot;:{&quot;x&quot;:148.2156645118397,&quot;y&quot;:140.2497059280045},&quot;rotate&quot;:0,&quot;skewX&quot;:0,&quot;scale&quot;:{&quot;x&quot;:0.7917489088283088,&quot;y&quot;:0.7917489088283085}},&quot;image&quot;:{&quot;url&quot;:&quot;https://icons.biorender.com/biorender/635c2f7592218900200fe0fa/lipid-a-simple.png&quot;,&quot;fallbackUrl&quot;:&quot;https://res.cloudinary.com/dlcjuc3ej/image/upload/v1666985842/a7srrm6mltfb8pxm2h2a.svg#/keystone/api/icons/635c2f7592218900200fe0fa/lipid-a-simple.svg#/keystone/api/icons/635c2f7592218900200fe0fa/lipid-a-simple.svg#/keystone/api/icons/635c2f7592218900200fe0fa/lipid-a-simple.svg&quot;,&quot;isPremium&quot;:false,&quot;size&quot;:{&quot;x&quot;:45,&quot;y&quot;:63.145161290322584}},&quot;source&quot;:{&quot;id&quot;:&quot;635c2f1192218900200fe0db&quot;,&quot;type&quot;:&quot;ASSETS&quot;},&quot;isPremium&quot;:false,&quot;parent&quot;:{&quot;type&quot;:&quot;CHILD&quot;,&quot;parentId&quot;:&quot;9e595aca-b18f-4143-9269-eea25bae267a&quot;,&quot;order&quot;:&quot;25&quot;}},&quot;2d80359a-4ba1-4cf8-9997-56d5093a2d24&quot;:{&quot;relativeTransform&quot;:{&quot;translate&quot;:{&quot;x&quot;:-451.73644722725834,&quot;y&quot;:-86.19178072026918},&quot;rotate&quot;:0,&quot;skewX&quot;:0,&quot;scale&quot;:{&quot;x&quot;:1,&quot;y&quot;:1}},&quot;type&quot;:&quot;FIGURE_OBJECT&quot;,&quot;id&quot;:&quot;2d80359a-4ba1-4cf8-9997-56d5093a2d24&quot;,&quot;name&quot;:&quot;25. Phospholipid monolayer brush (straight)&quot;,&quot;displayName&quot;:&quot;Phospholipid monolayer brush (straight)&quot;,&quot;opacity&quot;:0.7,&quot;source&quot;:{&quot;id&quot;:&quot;5e75574852bb9000abea623e&quot;,&quot;type&quot;:&quot;ASSETS&quot;},&quot;path&quot;:{&quot;type&quot;:&quot;POLY_LINE&quot;,&quot;points&quot;:[{&quot;x&quot;:28.575985921787943,&quot;y&quot;:0},{&quot;x&quot;:105.4900551951644,&quot;y&quot;:0}],&quot;closed&quot;:false},&quot;pathStyles&quot;:[{&quot;type&quot;:&quot;FILL&quot;,&quot;fillStyle&quot;:&quot;rgba(0,0,0,0)&quot;},{&quot;type&quot;:&quot;STROKE&quot;,&quot;strokeStyle&quot;:&quot;rgba(0,0,0,0)&quot;,&quot;lineWidth&quot;:47.59041446485092,&quot;lineJoin&quot;:&quot;round&quot;}],&quot;pathSmoothing&quot;:{&quot;type&quot;:&quot;CATMULL_SMOOTHING&quot;,&quot;smoothing&quot;:0.2},&quot;pathPattern&quot;:{&quot;type&quot;:&quot;ROW&quot;,&quot;patternId&quot;:&quot;3d60efdf-402f-4b7a-873d-244dd96b0ec6&quot;,&quot;patternTransform&quot;:{&quot;translate&quot;:{&quot;x&quot;:-0.0007260766359839109,&quot;y&quot;:-0.5},&quot;rotate&quot;:0,&quot;skewX&quot;:0,&quot;scale&quot;:{&quot;x&quot;:0.0033003300330033004,&quot;y&quot;:0.0033003300330033004}},&quot;xUnits&quot;:&quot;STROKE_WIDTH&quot;,&quot;yUnits&quot;:&quot;STROKE_WIDTH&quot;,&quot;bending&quot;:true,&quot;repeat&quot;:{&quot;distance&quot;:0.35313531353135313,&quot;align&quot;:&quot;CENTER&quot;},&quot;isPremium&quot;:false},&quot;isLocked&quot;:false,&quot;parent&quot;:{&quot;type&quot;:&quot;CHILD&quot;,&quot;parentId&quot;:&quot;af707135-aaf7-4934-abb0-421fe39cd91f&quot;,&quot;order&quot;:&quot;9705&quot;},&quot;isPremium&quot;:false},&quot;be9de5b7-1b32-44a2-817c-045889cf29d4&quot;:{&quot;relativeTransform&quot;:{&quot;translate&quot;:{&quot;x&quot;:-284.55596966239256,&quot;y&quot;:-85.23736626352232},&quot;rotate&quot;:0,&quot;skewX&quot;:0,&quot;scale&quot;:{&quot;x&quot;:1,&quot;y&quot;:1}},&quot;type&quot;:&quot;FIGURE_OBJECT&quot;,&quot;id&quot;:&quot;be9de5b7-1b32-44a2-817c-045889cf29d4&quot;,&quot;name&quot;:&quot;25. Phospholipid monolayer brush (straight)&quot;,&quot;displayName&quot;:&quot;Phospholipid monolayer brush (straight)&quot;,&quot;opacity&quot;:0.7,&quot;source&quot;:{&quot;id&quot;:&quot;5e75574852bb9000abea623e&quot;,&quot;type&quot;:&quot;ASSETS&quot;},&quot;path&quot;:{&quot;type&quot;:&quot;POLY_LINE&quot;,&quot;points&quot;:[{&quot;x&quot;:-41.69230904901041,&quot;y&quot;:0},{&quot;x&quot;:41.69230904901038,&quot;y&quot;:0}],&quot;closed&quot;:false},&quot;pathStyles&quot;:[{&quot;type&quot;:&quot;FILL&quot;,&quot;fillStyle&quot;:&quot;rgba(0,0,0,0)&quot;},{&quot;type&quot;:&quot;STROKE&quot;,&quot;strokeStyle&quot;:&quot;rgba(0,0,0,0)&quot;,&quot;lineWidth&quot;:47.59041446485092,&quot;lineJoin&quot;:&quot;round&quot;}],&quot;pathSmoothing&quot;:{&quot;type&quot;:&quot;CATMULL_SMOOTHING&quot;,&quot;smoothing&quot;:0.2},&quot;pathPattern&quot;:{&quot;type&quot;:&quot;ROW&quot;,&quot;patternId&quot;:&quot;824e5ec8-7590-4611-8260-042bec9c5583&quot;,&quot;patternTransform&quot;:{&quot;translate&quot;:{&quot;x&quot;:-0.0007260766359839109,&quot;y&quot;:-0.5},&quot;rotate&quot;:0,&quot;skewX&quot;:0,&quot;scale&quot;:{&quot;x&quot;:0.0033003300330033004,&quot;y&quot;:0.0033003300330033004}},&quot;xUnits&quot;:&quot;STROKE_WIDTH&quot;,&quot;yUnits&quot;:&quot;STROKE_WIDTH&quot;,&quot;bending&quot;:true,&quot;repeat&quot;:{&quot;distance&quot;:0.35313531353135313,&quot;align&quot;:&quot;CENTER&quot;},&quot;isPremium&quot;:false},&quot;isLocked&quot;:false,&quot;parent&quot;:{&quot;type&quot;:&quot;CHILD&quot;,&quot;parentId&quot;:&quot;af707135-aaf7-4934-abb0-421fe39cd91f&quot;,&quot;order&quot;:&quot;971&quot;},&quot;isPremium&quot;:false},&quot;9f0fe952-b290-4cb0-99d6-e9d0a373951f&quot;:{&quot;relativeTransform&quot;:{&quot;translate&quot;:{&quot;x&quot;:-241.2185054144017,&quot;y&quot;:69.69064070674409},&quot;rotate&quot;:0,&quot;skewX&quot;:0,&quot;scale&quot;:{&quot;x&quot;:1,&quot;y&quot;:1}},&quot;type&quot;:&quot;FIGURE_OBJECT&quot;,&quot;id&quot;:&quot;9f0fe952-b290-4cb0-99d6-e9d0a373951f&quot;,&quot;parent&quot;:{&quot;type&quot;:&quot;CHILD&quot;,&quot;parentId&quot;:&quot;af707135-aaf7-4934-abb0-421fe39cd91f&quot;,&quot;order&quot;:&quot;9999999997&quot;},&quot;name&quot;:&quot;Lipopolysaccharide (straight)&quot;,&quot;displayName&quot;:&quot;Lipopolysaccharide (straight)&quot;,&quot;source&quot;:{&quot;id&quot;:&quot;635c355f62307b37405737e2&quot;,&quot;type&quot;:&quot;ASSETS&quot;},&quot;isPremium&quot;:true},&quot;48cc2937-f166-498b-94b8-d5b9e89675fa&quot;:{&quot;type&quot;:&quot;FIGURE_OBJECT&quot;,&quot;id&quot;:&quot;48cc2937-f166-498b-94b8-d5b9e89675fa&quot;,&quot;relativeTransform&quot;:{&quot;translate&quot;:{&quot;x&quot;:137.00676675614795,&quot;y&quot;:89.55214638103425},&quot;rotate&quot;:0},&quot;opacity&quot;:1,&quot;path&quot;:{&quot;type&quot;:&quot;POLY_LINE&quot;,&quot;points&quot;:[{&quot;x&quot;:0,&quot;y&quot;:27.964834943447787},{&quot;x&quot;:0,&quot;y&quot;:-27.964834943447787}],&quot;closed&quot;:false},&quot;pathStyles&quot;:[{&quot;type&quot;:&quot;FILL&quot;,&quot;fillStyle&quot;:&quot;rgba(0,0,0,0)&quot;},{&quot;type&quot;:&quot;STROKE&quot;,&quot;strokeStyle&quot;:&quot;#232323&quot;,&quot;lineWidth&quot;:11.903598226047722,&quot;lineJoin&quot;:&quot;round&quot;}],&quot;isLocked&quot;:false,&quot;parent&quot;:{&quot;type&quot;:&quot;CHILD&quot;,&quot;parentId&quot;:&quot;9f0fe952-b290-4cb0-99d6-e9d0a373951f&quot;,&quot;order&quot;:&quot;2&quot;},&quot;connectorInfo&quot;:{&quot;connectedObjects&quot;:[],&quot;type&quot;:&quot;LINE&quot;,&quot;offset&quot;:{&quot;x&quot;:0,&quot;y&quot;:0},&quot;bending&quot;:0.1,&quot;firstElementIsHead&quot;:true,&quot;customized&quot;:false},&quot;pathPattern&quot;:{&quot;type&quot;:&quot;ROW&quot;,&quot;patternId&quot;:&quot;64b0e180-d448-4312-9d3b-48d6b69fed13&quot;,&quot;patternTransform&quot;:{&quot;translate&quot;:{&quot;x&quot;:-0.08886199457583854,&quot;y&quot;:-0.5},&quot;rotate&quot;:1.2246467991473532e-16,&quot;skewX&quot;:0,&quot;scale&quot;:{&quot;x&quot;:0.03143665566768266,&quot;y&quot;:0.03143665566768266}},&quot;xUnits&quot;:&quot;STROKE_WIDTH&quot;,&quot;yUnits&quot;:&quot;STROKE_WIDTH&quot;,&quot;bending&quot;:true,&quot;repeat&quot;:{&quot;distance&quot;:0.909984296950143,&quot;align&quot;:&quot;LEFT&quot;},&quot;isPremium&quot;:false}},&quot;3942cca4-44e5-4277-8c20-8b821829f9b6&quot;:{&quot;type&quot;:&quot;FIGURE_OBJECT&quot;,&quot;id&quot;:&quot;3942cca4-44e5-4277-8c20-8b821829f9b6&quot;,&quot;relativeTransform&quot;:{&quot;translate&quot;:{&quot;x&quot;:153.7741850779542,&quot;y&quot;:81.67222217350542},&quot;rotate&quot;:1.0944463373381037,&quot;skewX&quot;:0,&quot;scale&quot;:{&quot;x&quot;:1,&quot;y&quot;:1}},&quot;opacity&quot;:1,&quot;path&quot;:{&quot;type&quot;:&quot;POLY_LINE&quot;,&quot;points&quot;:[{&quot;x&quot;:2.3367789004395808e-15,&quot;y&quot;:13.414527591562445},{&quot;x&quot;:-2.3367789004395808e-15,&quot;y&quot;:-13.414527591562445}],&quot;closed&quot;:false},&quot;pathStyles&quot;:[{&quot;type&quot;:&quot;FILL&quot;,&quot;fillStyle&quot;:&quot;rgba(0,0,0,0)&quot;},{&quot;type&quot;:&quot;STROKE&quot;,&quot;strokeStyle&quot;:&quot;#232323&quot;,&quot;lineWidth&quot;:11.903598226047722,&quot;lineJoin&quot;:&quot;round&quot;}],&quot;isLocked&quot;:false,&quot;parent&quot;:{&quot;type&quot;:&quot;CHILD&quot;,&quot;parentId&quot;:&quot;9f0fe952-b290-4cb0-99d6-e9d0a373951f&quot;,&quot;order&quot;:&quot;5&quot;},&quot;connectorInfo&quot;:{&quot;connectedObjects&quot;:[],&quot;type&quot;:&quot;LINE&quot;,&quot;offset&quot;:{&quot;x&quot;:0,&quot;y&quot;:0},&quot;bending&quot;:0.1,&quot;firstElementIsHead&quot;:true,&quot;customized&quot;:false},&quot;pathPattern&quot;:{&quot;type&quot;:&quot;ROW&quot;,&quot;patternId&quot;:&quot;f67153d3-ce6e-4744-81d7-e1d717653c6d&quot;,&quot;patternTransform&quot;:{&quot;translate&quot;:{&quot;x&quot;:-0.08886199457583854,&quot;y&quot;:-0.5},&quot;rotate&quot;:1.2246467991473532e-16,&quot;skewX&quot;:0,&quot;scale&quot;:{&quot;x&quot;:0.03143665566768266,&quot;y&quot;:0.03143665566768266}},&quot;xUnits&quot;:&quot;STROKE_WIDTH&quot;,&quot;yUnits&quot;:&quot;STROKE_WIDTH&quot;,&quot;bending&quot;:true,&quot;repeat&quot;:{&quot;distance&quot;:0.909984296950143,&quot;align&quot;:&quot;LEFT&quot;},&quot;isPremium&quot;:false}},&quot;eebd2ad7-b956-42f4-b612-4a504cece45e&quot;:{&quot;id&quot;:&quot;eebd2ad7-b956-42f4-b612-4a504cece45e&quot;,&quot;name&quot;:&quot;Lipid A (simple)&quot;,&quot;displayName&quot;:&quot;&quot;,&quot;type&quot;:&quot;FIGURE_OBJECT&quot;,&quot;relativeTransform&quot;:{&quot;translate&quot;:{&quot;x&quot;:148.2156645118397,&quot;y&quot;:140.2497059280045},&quot;rotate&quot;:2.4492935982947064e-16,&quot;skewX&quot;:0,&quot;scale&quot;:{&quot;x&quot;:0.7917489088283088,&quot;y&quot;:0.7917489088283085}},&quot;image&quot;:{&quot;url&quot;:&quot;https://icons.biorender.com/biorender/635c2f7592218900200fe0fa/lipid-a-simple.png&quot;,&quot;fallbackUrl&quot;:&quot;https://res.cloudinary.com/dlcjuc3ej/image/upload/v1666985842/a7srrm6mltfb8pxm2h2a.svg#/keystone/api/icons/635c2f7592218900200fe0fa/lipid-a-simple.svg#/keystone/api/icons/635c2f7592218900200fe0fa/lipid-a-simple.svg#/keystone/api/icons/635c2f7592218900200fe0fa/lipid-a-simple.svg&quot;,&quot;isPremium&quot;:false,&quot;size&quot;:{&quot;x&quot;:45,&quot;y&quot;:63.145161290322584}},&quot;source&quot;:{&quot;id&quot;:&quot;635c2f1192218900200fe0db&quot;,&quot;type&quot;:&quot;ASSETS&quot;},&quot;isPremium&quot;:false,&quot;parent&quot;:{&quot;type&quot;:&quot;CHILD&quot;,&quot;parentId&quot;:&quot;9f0fe952-b290-4cb0-99d6-e9d0a373951f&quot;,&quot;order&quot;:&quot;25&quot;}},&quot;9bbecc9a-19e7-4c77-91cf-81829ada8845&quot;:{&quot;relativeTransform&quot;:{&quot;translate&quot;:{&quot;x&quot;:-159.38449856004095,&quot;y&quot;:66.5592371056961},&quot;rotate&quot;:-0.13502744491875354,&quot;skewX&quot;:-3.330669073875486e-16,&quot;scale&quot;:{&quot;x&quot;:0.9999999999999976,&quot;y&quot;:1.0000000000000038}},&quot;type&quot;:&quot;FIGURE_OBJECT&quot;,&quot;id&quot;:&quot;9bbecc9a-19e7-4c77-91cf-81829ada8845&quot;,&quot;parent&quot;:{&quot;type&quot;:&quot;CHILD&quot;,&quot;parentId&quot;:&quot;af707135-aaf7-4934-abb0-421fe39cd91f&quot;,&quot;order&quot;:&quot;99999999995&quot;},&quot;name&quot;:&quot;Lipopolysaccharide (straight)&quot;,&quot;displayName&quot;:&quot;Lipopolysaccharide (straight)&quot;,&quot;source&quot;:{&quot;id&quot;:&quot;635c355f62307b37405737e2&quot;,&quot;type&quot;:&quot;ASSETS&quot;},&quot;isPremium&quot;:true},&quot;3dab980b-a62a-4917-9830-5db1a8ef6eac&quot;:{&quot;type&quot;:&quot;FIGURE_OBJECT&quot;,&quot;id&quot;:&quot;3dab980b-a62a-4917-9830-5db1a8ef6eac&quot;,&quot;relativeTransform&quot;:{&quot;translate&quot;:{&quot;x&quot;:137.00676675614795,&quot;y&quot;:89.55214638103425},&quot;rotate&quot;:0},&quot;opacity&quot;:1,&quot;path&quot;:{&quot;type&quot;:&quot;POLY_LINE&quot;,&quot;points&quot;:[{&quot;x&quot;:0,&quot;y&quot;:27.964834943447787},{&quot;x&quot;:0,&quot;y&quot;:-27.964834943447787}],&quot;closed&quot;:false},&quot;pathStyles&quot;:[{&quot;type&quot;:&quot;FILL&quot;,&quot;fillStyle&quot;:&quot;rgba(0,0,0,0)&quot;},{&quot;type&quot;:&quot;STROKE&quot;,&quot;strokeStyle&quot;:&quot;#232323&quot;,&quot;lineWidth&quot;:11.903598226047722,&quot;lineJoin&quot;:&quot;round&quot;}],&quot;isLocked&quot;:false,&quot;parent&quot;:{&quot;type&quot;:&quot;CHILD&quot;,&quot;parentId&quot;:&quot;9bbecc9a-19e7-4c77-91cf-81829ada8845&quot;,&quot;order&quot;:&quot;2&quot;},&quot;connectorInfo&quot;:{&quot;connectedObjects&quot;:[],&quot;type&quot;:&quot;LINE&quot;,&quot;offset&quot;:{&quot;x&quot;:0,&quot;y&quot;:0},&quot;bending&quot;:0.1,&quot;firstElementIsHead&quot;:true,&quot;customized&quot;:false},&quot;pathPattern&quot;:{&quot;type&quot;:&quot;ROW&quot;,&quot;patternId&quot;:&quot;8c316a46-180b-41ed-887d-8b73cb90e872&quot;,&quot;patternTransform&quot;:{&quot;translate&quot;:{&quot;x&quot;:-0.08886199457583854,&quot;y&quot;:-0.5},&quot;rotate&quot;:1.2246467991473532e-16,&quot;skewX&quot;:0,&quot;scale&quot;:{&quot;x&quot;:0.03143665566768266,&quot;y&quot;:0.03143665566768266}},&quot;xUnits&quot;:&quot;STROKE_WIDTH&quot;,&quot;yUnits&quot;:&quot;STROKE_WIDTH&quot;,&quot;bending&quot;:true,&quot;repeat&quot;:{&quot;distance&quot;:0.909984296950143,&quot;align&quot;:&quot;LEFT&quot;},&quot;isPremium&quot;:false}},&quot;955fe04b-7a82-4284-9263-771292972da8&quot;:{&quot;type&quot;:&quot;FIGURE_OBJECT&quot;,&quot;id&quot;:&quot;955fe04b-7a82-4284-9263-771292972da8&quot;,&quot;relativeTransform&quot;:{&quot;translate&quot;:{&quot;x&quot;:153.7741850779542,&quot;y&quot;:81.67222217350542},&quot;rotate&quot;:1.0944463373381037,&quot;skewX&quot;:0,&quot;scale&quot;:{&quot;x&quot;:1,&quot;y&quot;:1}},&quot;opacity&quot;:1,&quot;path&quot;:{&quot;type&quot;:&quot;POLY_LINE&quot;,&quot;points&quot;:[{&quot;x&quot;:2.3367789004395808e-15,&quot;y&quot;:13.414527591562445},{&quot;x&quot;:-2.3367789004395808e-15,&quot;y&quot;:-13.414527591562445}],&quot;closed&quot;:false},&quot;pathStyles&quot;:[{&quot;type&quot;:&quot;FILL&quot;,&quot;fillStyle&quot;:&quot;rgba(0,0,0,0)&quot;},{&quot;type&quot;:&quot;STROKE&quot;,&quot;strokeStyle&quot;:&quot;#232323&quot;,&quot;lineWidth&quot;:11.903598226047722,&quot;lineJoin&quot;:&quot;round&quot;}],&quot;isLocked&quot;:false,&quot;parent&quot;:{&quot;type&quot;:&quot;CHILD&quot;,&quot;parentId&quot;:&quot;9bbecc9a-19e7-4c77-91cf-81829ada8845&quot;,&quot;order&quot;:&quot;5&quot;},&quot;connectorInfo&quot;:{&quot;connectedObjects&quot;:[],&quot;type&quot;:&quot;LINE&quot;,&quot;offset&quot;:{&quot;x&quot;:0,&quot;y&quot;:0},&quot;bending&quot;:0.1,&quot;firstElementIsHead&quot;:true,&quot;customized&quot;:false},&quot;pathPattern&quot;:{&quot;type&quot;:&quot;ROW&quot;,&quot;patternId&quot;:&quot;9b5779d1-02b4-4b68-a246-240fcceb5b8e&quot;,&quot;patternTransform&quot;:{&quot;translate&quot;:{&quot;x&quot;:-0.08886199457583854,&quot;y&quot;:-0.5},&quot;rotate&quot;:1.2246467991473532e-16,&quot;skewX&quot;:0,&quot;scale&quot;:{&quot;x&quot;:0.03143665566768266,&quot;y&quot;:0.03143665566768266}},&quot;xUnits&quot;:&quot;STROKE_WIDTH&quot;,&quot;yUnits&quot;:&quot;STROKE_WIDTH&quot;,&quot;bending&quot;:true,&quot;repeat&quot;:{&quot;distance&quot;:0.909984296950143,&quot;align&quot;:&quot;LEFT&quot;},&quot;isPremium&quot;:false}},&quot;0b2b1eba-3d6f-41bf-ae75-89be6ece0264&quot;:{&quot;id&quot;:&quot;0b2b1eba-3d6f-41bf-ae75-89be6ece0264&quot;,&quot;name&quot;:&quot;Lipid A (simple)&quot;,&quot;displayName&quot;:&quot;&quot;,&quot;type&quot;:&quot;FIGURE_OBJECT&quot;,&quot;relativeTransform&quot;:{&quot;translate&quot;:{&quot;x&quot;:148.2156645118397,&quot;y&quot;:140.2497059280045},&quot;rotate&quot;:2.4492935982947064e-16,&quot;skewX&quot;:0,&quot;scale&quot;:{&quot;x&quot;:0.7917489088283088,&quot;y&quot;:0.7917489088283085}},&quot;image&quot;:{&quot;url&quot;:&quot;https://icons.biorender.com/biorender/635c2f7592218900200fe0fa/lipid-a-simple.png&quot;,&quot;fallbackUrl&quot;:&quot;https://res.cloudinary.com/dlcjuc3ej/image/upload/v1666985842/a7srrm6mltfb8pxm2h2a.svg#/keystone/api/icons/635c2f7592218900200fe0fa/lipid-a-simple.svg#/keystone/api/icons/635c2f7592218900200fe0fa/lipid-a-simple.svg#/keystone/api/icons/635c2f7592218900200fe0fa/lipid-a-simple.svg&quot;,&quot;isPremium&quot;:false,&quot;size&quot;:{&quot;x&quot;:45,&quot;y&quot;:63.145161290322584}},&quot;source&quot;:{&quot;id&quot;:&quot;635c2f1192218900200fe0db&quot;,&quot;type&quot;:&quot;ASSETS&quot;},&quot;isPremium&quot;:false,&quot;parent&quot;:{&quot;type&quot;:&quot;CHILD&quot;,&quot;parentId&quot;:&quot;9bbecc9a-19e7-4c77-91cf-81829ada8845&quot;,&quot;order&quot;:&quot;25&quot;}},&quot;e5b1dad7-9303-4498-aadb-33fc95be247d&quot;:{&quot;relativeTransform&quot;:{&quot;translate&quot;:{&quot;x&quot;:98.99709335215562,&quot;y&quot;:209.39951442478238},&quot;rotate&quot;:0},&quot;type&quot;:&quot;FIGURE_OBJECT&quot;,&quot;id&quot;:&quot;e5b1dad7-9303-4498-aadb-33fc95be247d&quot;,&quot;name&quot;:&quot;25. Phospholipid monolayer brush (straight)&quot;,&quot;displayName&quot;:&quot;Phospholipid monolayer brush (straight)&quot;,&quot;opacity&quot;:0.7,&quot;source&quot;:{&quot;id&quot;:&quot;5e75574852bb9000abea623e&quot;,&quot;type&quot;:&quot;ASSETS&quot;},&quot;path&quot;:{&quot;type&quot;:&quot;POLY_LINE&quot;,&quot;points&quot;:[{&quot;x&quot;:-75.68283924899956,&quot;y&quot;:0},{&quot;x&quot;:75.68283924899951,&quot;y&quot;:0}],&quot;closed&quot;:false},&quot;pathStyles&quot;:[{&quot;type&quot;:&quot;FILL&quot;,&quot;fillStyle&quot;:&quot;rgba(0,0,0,0)&quot;},{&quot;type&quot;:&quot;STROKE&quot;,&quot;strokeStyle&quot;:&quot;rgba(0,0,0,0)&quot;,&quot;lineWidth&quot;:47.59041446485092,&quot;lineJoin&quot;:&quot;round&quot;}],&quot;pathSmoothing&quot;:{&quot;type&quot;:&quot;CATMULL_SMOOTHING&quot;,&quot;smoothing&quot;:0.2},&quot;pathPattern&quot;:{&quot;type&quot;:&quot;ROW&quot;,&quot;patternId&quot;:&quot;087cdc93-613c-4f30-abe6-ac998a63d207&quot;,&quot;patternTransform&quot;:{&quot;translate&quot;:{&quot;x&quot;:-0.0007260766359839109,&quot;y&quot;:-0.5},&quot;rotate&quot;:0,&quot;skewX&quot;:0,&quot;scale&quot;:{&quot;x&quot;:0.0033003300330033004,&quot;y&quot;:0.0033003300330033004}},&quot;xUnits&quot;:&quot;STROKE_WIDTH&quot;,&quot;yUnits&quot;:&quot;STROKE_WIDTH&quot;,&quot;bending&quot;:true,&quot;repeat&quot;:{&quot;distance&quot;:0.35313531353135313,&quot;align&quot;:&quot;CENTER&quot;},&quot;isPremium&quot;:false},&quot;isLocked&quot;:false,&quot;parent&quot;:{&quot;type&quot;:&quot;CHILD&quot;,&quot;parentId&quot;:&quot;af707135-aaf7-4934-abb0-421fe39cd91f&quot;,&quot;order&quot;:&quot;9999999999&quot;},&quot;isPremium&quot;:false},&quot;46417877-dcfa-4781-90c9-263b948f7136&quot;:{&quot;type&quot;:&quot;FIGURE_OBJECT&quot;,&quot;id&quot;:&quot;46417877-dcfa-4781-90c9-263b948f7136&quot;,&quot;parent&quot;:{&quot;type&quot;:&quot;CHILD&quot;,&quot;parentId&quot;:&quot;af707135-aaf7-4934-abb0-421fe39cd91f&quot;,&quot;order&quot;:&quot;99999999999&quot;},&quot;relativeTransform&quot;:{&quot;translate&quot;:{&quot;x&quot;:-350.26205225499285,&quot;y&quot;:-197.12581777343314},&quot;rotate&quot;:0,&quot;skewX&quot;:0,&quot;scale&quot;:{&quot;x&quot;:1,&quot;y&quot;:1}}},&quot;226af65e-2391-4b7f-9940-cb48c0ea7d0a&quot;:{&quot;id&quot;:&quot;226af65e-2391-4b7f-9940-cb48c0ea7d0a&quot;,&quot;name&quot;:&quot;Sphere&quot;,&quot;displayName&quot;:&quot;&quot;,&quot;type&quot;:&quot;FIGURE_OBJECT&quot;,&quot;relativeTransform&quot;:{&quot;translate&quot;:{&quot;x&quot;:-98.85989277780374,&quot;y&quot;:-126.53396493860443},&quot;rotate&quot;:0,&quot;skewX&quot;:0,&quot;scale&quot;:{&quot;x&quot;:0.3984490257442165,&quot;y&quot;:0.3984490257442165}},&quot;image&quot;:{&quot;url&quot;:&quot;https://icons.biorender.com/biorender/5f4529c2929bce0028c9f877/sphere.png&quot;,&quot;fallbackUrl&quot;:&quot;https://res.cloudinary.com/dlcjuc3ej/image/upload/v1598368171/ew6k84mtkvzvpdegkgon.svg#/keystone/api/icons/5f4529c2929bce0028c9f877/sphere.svg#/keystone/api/icons/5f4529c2929bce0028c9f877/sphere.svg&quot;,&quot;isPremium&quot;:false,&quot;size&quot;:{&quot;x&quot;:50,&quot;y&quot;:50}},&quot;source&quot;:{&quot;id&quot;:&quot;5b8847989629ce1400901caa&quot;,&quot;type&quot;:&quot;ASSETS&quot;},&quot;isPremium&quot;:false,&quot;parent&quot;:{&quot;type&quot;:&quot;CHILD&quot;,&quot;parentId&quot;:&quot;46417877-dcfa-4781-90c9-263b948f7136&quot;,&quot;order&quot;:&quot;5&quot;}},&quot;5a9f3da2-6815-43aa-83fb-6c08331a67fd&quot;:{&quot;type&quot;:&quot;FIGURE_OBJECT&quot;,&quot;id&quot;:&quot;5a9f3da2-6815-43aa-83fb-6c08331a67fd&quot;,&quot;relativeTransform&quot;:{&quot;translate&quot;:{&quot;x&quot;:-98.8598513251132,&quot;y&quot;:-132.7093675387338},&quot;rotate&quot;:1.5707963267948966},&quot;opacity&quot;:1,&quot;path&quot;:{&quot;type&quot;:&quot;POLY_LINE&quot;,&quot;points&quot;:[{&quot;x&quot;:12.747998857824594,&quot;y&quot;:0},{&quot;x&quot;:38.007879046069675,&quot;y&quot;:0}],&quot;closed&quot;:false},&quot;pathStyles&quot;:[{&quot;type&quot;:&quot;FILL&quot;,&quot;fillStyle&quot;:&quot;rgba(0,0,0,0)&quot;},{&quot;type&quot;:&quot;STROKE&quot;,&quot;strokeStyle&quot;:&quot;rgba(148,34,31,1)&quot;,&quot;lineWidth&quot;:3.040630323685574,&quot;lineJoin&quot;:&quot;round&quot;}],&quot;isLocked&quot;:false,&quot;parent&quot;:{&quot;type&quot;:&quot;CHILD&quot;,&quot;parentId&quot;:&quot;46417877-dcfa-4781-90c9-263b948f7136&quot;,&quot;order&quot;:&quot;2&quot;},&quot;connectorInfo&quot;:{&quot;connectedObjects&quot;:[],&quot;type&quot;:&quot;LINE&quot;,&quot;offset&quot;:{&quot;x&quot;:0,&quot;y&quot;:0},&quot;bending&quot;:0.1,&quot;firstElementIsHead&quot;:true,&quot;customized&quot;:false},&quot;pathMarkers&quot;:{&quot;markerEnd&quot;:{&quot;type&quot;:&quot;PATH&quot;,&quot;units&quot;:{&quot;type&quot;:&quot;STROKE_WIDTH&quot;,&quot;scale&quot;:1},&quot;orient&quot;:{&quot;type&quot;:&quot;AUTO_START_REVERSE&quot;},&quot;name&quot;:&quot;rounded-end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-0.5,&quot;y&quot;:0,&quot;isEndPoint&quot;:true},{&quot;x&quot;:-0.49999999999999994,&quot;y&quot;:0.2761423749153967,&quot;isEndPoint&quot;:false},{&quot;x&quot;:-0.2761423749153966,&quot;y&quot;:0.5,&quot;isEndPoint&quot;:false},{&quot;x&quot;:3.061616997868383e-17,&quot;y&quot;:0.5,&quot;isEndPoint&quot;:true},{&quot;x&quot;:0.2761423749153967,&quot;y&quot;:0.5,&quot;isEndPoint&quot;:false},{&quot;x&quot;:0.5,&quot;y&quot;:0.27614237491539667,&quot;isEndPoint&quot;:false},{&quot;x&quot;:0.5,&quot;y&quot;:0,&quot;isEndPoint&quot;:true},{&quot;x&quot;:0.5,&quot;y&quot;:-0.27614237491539667,&quot;isEndPoint&quot;:false},{&quot;x&quot;:0.2761423749153967,&quot;y&quot;:-0.5,&quot;isEndPoint&quot;:false},{&quot;x&quot;:3.061616997868383e-17,&quot;y&quot;:-0.5,&quot;isEndPoint&quot;:true},{&quot;x&quot;:-0.2761423749153966,&quot;y&quot;:-0.5,&quot;isEndPoint&quot;:false},{&quot;x&quot;:-0.49999999999999994,&quot;y&quot;:-0.2761423749153967,&quot;isEndPoint&quot;:false},{&quot;x&quot;:-0.5,&quot;y&quot;:-6.123233995736766e-17,&quot;isEndPoint&quot;:true}],&quot;closed&quot;:false}},&quot;pathStyles&quot;:[{&quot;type&quot;:&quot;FILL&quot;,&quot;fillStyle&quot;:&quot;context-stroke-flat&quot;}]}}},&quot;ba7a274c-318b-4024-9424-c925ba6bcfea&quot;:{&quot;type&quot;:&quot;FIGURE_OBJECT&quot;,&quot;id&quot;:&quot;ba7a274c-318b-4024-9424-c925ba6bcfea&quot;,&quot;parent&quot;:{&quot;type&quot;:&quot;CHILD&quot;,&quot;parentId&quot;:&quot;af707135-aaf7-4934-abb0-421fe39cd91f&quot;,&quot;order&quot;:&quot;999999999997&quot;},&quot;relativeTransform&quot;:{&quot;translate&quot;:{&quot;x&quot;:-328.6061133605357,&quot;y&quot;:-249.32610774133718},&quot;rotate&quot;:-0.4907237324141413,&quot;skewX&quot;:0,&quot;scale&quot;:{&quot;x&quot;:1,&quot;y&quot;:1}}},&quot;3037f7d8-1903-4e34-b0b7-5586fb20fe7c&quot;:{&quot;id&quot;:&quot;3037f7d8-1903-4e34-b0b7-5586fb20fe7c&quot;,&quot;name&quot;:&quot;Sphere&quot;,&quot;displayName&quot;:&quot;&quot;,&quot;type&quot;:&quot;FIGURE_OBJECT&quot;,&quot;relativeTransform&quot;:{&quot;translate&quot;:{&quot;x&quot;:-98.85989277780374,&quot;y&quot;:-126.53396493860443},&quot;rotate&quot;:0,&quot;skewX&quot;:0,&quot;scale&quot;:{&quot;x&quot;:0.3984490257442165,&quot;y&quot;:0.3984490257442165}},&quot;image&quot;:{&quot;url&quot;:&quot;https://icons.biorender.com/biorender/5f4529c2929bce0028c9f877/sphere.png&quot;,&quot;fallbackUrl&quot;:&quot;https://res.cloudinary.com/dlcjuc3ej/image/upload/v1598368171/ew6k84mtkvzvpdegkgon.svg#/keystone/api/icons/5f4529c2929bce0028c9f877/sphere.svg#/keystone/api/icons/5f4529c2929bce0028c9f877/sphere.svg&quot;,&quot;isPremium&quot;:false,&quot;size&quot;:{&quot;x&quot;:50,&quot;y&quot;:50}},&quot;source&quot;:{&quot;id&quot;:&quot;5b8847989629ce1400901caa&quot;,&quot;type&quot;:&quot;ASSETS&quot;},&quot;isPremium&quot;:false,&quot;parent&quot;:{&quot;type&quot;:&quot;CHILD&quot;,&quot;parentId&quot;:&quot;ba7a274c-318b-4024-9424-c925ba6bcfea&quot;,&quot;order&quot;:&quot;5&quot;}},&quot;d66f46c6-2e4c-44ab-b87a-3cd0a5bb2f30&quot;:{&quot;type&quot;:&quot;FIGURE_OBJECT&quot;,&quot;id&quot;:&quot;d66f46c6-2e4c-44ab-b87a-3cd0a5bb2f30&quot;,&quot;relativeTransform&quot;:{&quot;translate&quot;:{&quot;x&quot;:-98.8598513251132,&quot;y&quot;:-132.7093675387338},&quot;rotate&quot;:1.5707963267948966},&quot;opacity&quot;:1,&quot;path&quot;:{&quot;type&quot;:&quot;POLY_LINE&quot;,&quot;points&quot;:[{&quot;x&quot;:12.747998857824594,&quot;y&quot;:0},{&quot;x&quot;:38.007879046069675,&quot;y&quot;:0}],&quot;closed&quot;:false},&quot;pathStyles&quot;:[{&quot;type&quot;:&quot;FILL&quot;,&quot;fillStyle&quot;:&quot;rgba(0,0,0,0)&quot;},{&quot;type&quot;:&quot;STROKE&quot;,&quot;strokeStyle&quot;:&quot;rgba(148,34,31,1)&quot;,&quot;lineWidth&quot;:3.040630323685574,&quot;lineJoin&quot;:&quot;round&quot;}],&quot;isLocked&quot;:false,&quot;parent&quot;:{&quot;type&quot;:&quot;CHILD&quot;,&quot;parentId&quot;:&quot;ba7a274c-318b-4024-9424-c925ba6bcfea&quot;,&quot;order&quot;:&quot;2&quot;},&quot;connectorInfo&quot;:{&quot;connectedObjects&quot;:[],&quot;type&quot;:&quot;LINE&quot;,&quot;offset&quot;:{&quot;x&quot;:0,&quot;y&quot;:0},&quot;bending&quot;:0.1,&quot;firstElementIsHead&quot;:true,&quot;customized&quot;:false},&quot;pathMarkers&quot;:{&quot;markerEnd&quot;:{&quot;type&quot;:&quot;PATH&quot;,&quot;units&quot;:{&quot;type&quot;:&quot;STROKE_WIDTH&quot;,&quot;scale&quot;:1},&quot;orient&quot;:{&quot;type&quot;:&quot;AUTO_START_REVERSE&quot;},&quot;name&quot;:&quot;rounded-end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-0.5,&quot;y&quot;:0,&quot;isEndPoint&quot;:true},{&quot;x&quot;:-0.49999999999999994,&quot;y&quot;:0.2761423749153967,&quot;isEndPoint&quot;:false},{&quot;x&quot;:-0.2761423749153966,&quot;y&quot;:0.5,&quot;isEndPoint&quot;:false},{&quot;x&quot;:3.061616997868383e-17,&quot;y&quot;:0.5,&quot;isEndPoint&quot;:true},{&quot;x&quot;:0.2761423749153967,&quot;y&quot;:0.5,&quot;isEndPoint&quot;:false},{&quot;x&quot;:0.5,&quot;y&quot;:0.27614237491539667,&quot;isEndPoint&quot;:false},{&quot;x&quot;:0.5,&quot;y&quot;:0,&quot;isEndPoint&quot;:true},{&quot;x&quot;:0.5,&quot;y&quot;:-0.27614237491539667,&quot;isEndPoint&quot;:false},{&quot;x&quot;:0.2761423749153967,&quot;y&quot;:-0.5,&quot;isEndPoint&quot;:false},{&quot;x&quot;:3.061616997868383e-17,&quot;y&quot;:-0.5,&quot;isEndPoint&quot;:true},{&quot;x&quot;:-0.2761423749153966,&quot;y&quot;:-0.5,&quot;isEndPoint&quot;:false},{&quot;x&quot;:-0.49999999999999994,&quot;y&quot;:-0.2761423749153967,&quot;isEndPoint&quot;:false},{&quot;x&quot;:-0.5,&quot;y&quot;:-6.123233995736766e-17,&quot;isEndPoint&quot;:true}],&quot;closed&quot;:false}},&quot;pathStyles&quot;:[{&quot;type&quot;:&quot;FILL&quot;,&quot;fillStyle&quot;:&quot;context-stroke-flat&quot;}]}}},&quot;7af88afe-8c08-40cc-be40-c699a0a37073&quot;:{&quot;type&quot;:&quot;FIGURE_OBJECT&quot;,&quot;id&quot;:&quot;7af88afe-8c08-40cc-be40-c699a0a37073&quot;,&quot;parent&quot;:{&quot;type&quot;:&quot;CHILD&quot;,&quot;parentId&quot;:&quot;af707135-aaf7-4934-abb0-421fe39cd91f&quot;,&quot;order&quot;:&quot;999999999998&quot;},&quot;relativeTransform&quot;:{&quot;translate&quot;:{&quot;x&quot;:-569.6377767050578,&quot;y&quot;:-249.32610774133718},&quot;rotate&quot;:0.4907237324141413,&quot;skewX&quot;:0,&quot;scale&quot;:{&quot;x&quot;:1,&quot;y&quot;:1}}},&quot;8338af01-8cd2-4f49-9be7-b97a323e7c70&quot;:{&quot;id&quot;:&quot;8338af01-8cd2-4f49-9be7-b97a323e7c70&quot;,&quot;name&quot;:&quot;Sphere&quot;,&quot;displayName&quot;:&quot;&quot;,&quot;type&quot;:&quot;FIGURE_OBJECT&quot;,&quot;relativeTransform&quot;:{&quot;translate&quot;:{&quot;x&quot;:98.85989277780374,&quot;y&quot;:-126.53396493860443},&quot;rotate&quot;:6.283185307179586,&quot;skewX&quot;:0,&quot;scale&quot;:{&quot;x&quot;:-0.3984490257442165,&quot;y&quot;:0.3984490257442165}},&quot;image&quot;:{&quot;url&quot;:&quot;https://icons.biorender.com/biorender/5f4529c2929bce0028c9f877/sphere.png&quot;,&quot;fallbackUrl&quot;:&quot;https://res.cloudinary.com/dlcjuc3ej/image/upload/v1598368171/ew6k84mtkvzvpdegkgon.svg#/keystone/api/icons/5f4529c2929bce0028c9f877/sphere.svg#/keystone/api/icons/5f4529c2929bce0028c9f877/sphere.svg&quot;,&quot;isPremium&quot;:false,&quot;size&quot;:{&quot;x&quot;:50,&quot;y&quot;:50}},&quot;source&quot;:{&quot;id&quot;:&quot;5b8847989629ce1400901caa&quot;,&quot;type&quot;:&quot;ASSETS&quot;},&quot;isPremium&quot;:false,&quot;parent&quot;:{&quot;type&quot;:&quot;CHILD&quot;,&quot;parentId&quot;:&quot;7af88afe-8c08-40cc-be40-c699a0a37073&quot;,&quot;order&quot;:&quot;5&quot;}},&quot;1fcb3374-3896-40ff-858e-9713e3a5dc73&quot;:{&quot;type&quot;:&quot;FIGURE_OBJECT&quot;,&quot;id&quot;:&quot;1fcb3374-3896-40ff-858e-9713e3a5dc73&quot;,&quot;relativeTransform&quot;:{&quot;translate&quot;:{&quot;x&quot;:98.8598513251132,&quot;y&quot;:-132.7093675387338},&quot;rotate&quot;:4.71238898038469},&quot;opacity&quot;:1,&quot;path&quot;:{&quot;type&quot;:&quot;POLY_LINE&quot;,&quot;points&quot;:[{&quot;x&quot;:-12.747998857824594,&quot;y&quot;:0},{&quot;x&quot;:-38.007879046069675,&quot;y&quot;:0}],&quot;closed&quot;:false},&quot;pathStyles&quot;:[{&quot;type&quot;:&quot;FILL&quot;,&quot;fillStyle&quot;:&quot;rgba(0,0,0,0)&quot;},{&quot;type&quot;:&quot;STROKE&quot;,&quot;strokeStyle&quot;:&quot;rgba(148,34,31,1)&quot;,&quot;lineWidth&quot;:3.040630323685574,&quot;lineJoin&quot;:&quot;round&quot;}],&quot;isLocked&quot;:false,&quot;parent&quot;:{&quot;type&quot;:&quot;CHILD&quot;,&quot;parentId&quot;:&quot;7af88afe-8c08-40cc-be40-c699a0a37073&quot;,&quot;order&quot;:&quot;2&quot;},&quot;connectorInfo&quot;:{&quot;connectedObjects&quot;:[],&quot;type&quot;:&quot;LINE&quot;,&quot;offset&quot;:{&quot;x&quot;:0,&quot;y&quot;:0},&quot;bending&quot;:0.1,&quot;firstElementIsHead&quot;:true,&quot;customized&quot;:false},&quot;pathMarkers&quot;:{&quot;markerEnd&quot;:{&quot;type&quot;:&quot;PATH&quot;,&quot;units&quot;:{&quot;type&quot;:&quot;STROKE_WIDTH&quot;,&quot;scale&quot;:1},&quot;orient&quot;:{&quot;type&quot;:&quot;AUTO_START_REVERSE&quot;},&quot;name&quot;:&quot;rounded-end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-0.5,&quot;y&quot;:0,&quot;isEndPoint&quot;:true},{&quot;x&quot;:-0.49999999999999994,&quot;y&quot;:0.2761423749153967,&quot;isEndPoint&quot;:false},{&quot;x&quot;:-0.2761423749153966,&quot;y&quot;:0.5,&quot;isEndPoint&quot;:false},{&quot;x&quot;:3.061616997868383e-17,&quot;y&quot;:0.5,&quot;isEndPoint&quot;:true},{&quot;x&quot;:0.2761423749153967,&quot;y&quot;:0.5,&quot;isEndPoint&quot;:false},{&quot;x&quot;:0.5,&quot;y&quot;:0.27614237491539667,&quot;isEndPoint&quot;:false},{&quot;x&quot;:0.5,&quot;y&quot;:0,&quot;isEndPoint&quot;:true},{&quot;x&quot;:0.5,&quot;y&quot;:-0.27614237491539667,&quot;isEndPoint&quot;:false},{&quot;x&quot;:0.2761423749153967,&quot;y&quot;:-0.5,&quot;isEndPoint&quot;:false},{&quot;x&quot;:3.061616997868383e-17,&quot;y&quot;:-0.5,&quot;isEndPoint&quot;:true},{&quot;x&quot;:-0.2761423749153966,&quot;y&quot;:-0.5,&quot;isEndPoint&quot;:false},{&quot;x&quot;:-0.49999999999999994,&quot;y&quot;:-0.2761423749153967,&quot;isEndPoint&quot;:false},{&quot;x&quot;:-0.5,&quot;y&quot;:-6.123233995736766e-17,&quot;isEndPoint&quot;:true}],&quot;closed&quot;:false}},&quot;pathStyles&quot;:[{&quot;type&quot;:&quot;FILL&quot;,&quot;fillStyle&quot;:&quot;context-stroke-flat&quot;}]}}},&quot;25e71994-3900-476b-aad8-62ae683b9b24&quot;:{&quot;type&quot;:&quot;FIGURE_OBJECT&quot;,&quot;id&quot;:&quot;25e71994-3900-476b-aad8-62ae683b9b24&quot;,&quot;parent&quot;:{&quot;type&quot;:&quot;CHILD&quot;,&quot;parentId&quot;:&quot;af707135-aaf7-4934-abb0-421fe39cd91f&quot;,&quot;order&quot;:&quot;999999999999&quot;},&quot;relativeTransform&quot;:{&quot;translate&quot;:{&quot;x&quot;:-314.6164997281326,&quot;y&quot;:-290.8501709030868},&quot;rotate&quot;:2.7001921477203754,&quot;skewX&quot;:0,&quot;scale&quot;:{&quot;x&quot;:0.9999999999999999,&quot;y&quot;:0.9999999999999999}}},&quot;4f346ee4-f05b-41f7-a53a-4d6ded8ec510&quot;:{&quot;id&quot;:&quot;4f346ee4-f05b-41f7-a53a-4d6ded8ec510&quot;,&quot;name&quot;:&quot;Sphere&quot;,&quot;displayName&quot;:&quot;&quot;,&quot;type&quot;:&quot;FIGURE_OBJECT&quot;,&quot;relativeTransform&quot;:{&quot;translate&quot;:{&quot;x&quot;:98.85989277780374,&quot;y&quot;:-126.53396493860443},&quot;rotate&quot;:6.283185307179586,&quot;skewX&quot;:0,&quot;scale&quot;:{&quot;x&quot;:-0.3984490257442165,&quot;y&quot;:0.3984490257442165}},&quot;image&quot;:{&quot;url&quot;:&quot;https://icons.biorender.com/biorender/5f4529c2929bce0028c9f877/sphere.png&quot;,&quot;fallbackUrl&quot;:&quot;https://res.cloudinary.com/dlcjuc3ej/image/upload/v1598368171/ew6k84mtkvzvpdegkgon.svg#/keystone/api/icons/5f4529c2929bce0028c9f877/sphere.svg#/keystone/api/icons/5f4529c2929bce0028c9f877/sphere.svg&quot;,&quot;isPremium&quot;:false,&quot;size&quot;:{&quot;x&quot;:50,&quot;y&quot;:50}},&quot;source&quot;:{&quot;id&quot;:&quot;5b8847989629ce1400901caa&quot;,&quot;type&quot;:&quot;ASSETS&quot;},&quot;isPremium&quot;:false,&quot;parent&quot;:{&quot;type&quot;:&quot;CHILD&quot;,&quot;parentId&quot;:&quot;25e71994-3900-476b-aad8-62ae683b9b24&quot;,&quot;order&quot;:&quot;5&quot;}},&quot;53702b69-1642-4cbc-a72e-f92232a99130&quot;:{&quot;type&quot;:&quot;FIGURE_OBJECT&quot;,&quot;id&quot;:&quot;53702b69-1642-4cbc-a72e-f92232a99130&quot;,&quot;relativeTransform&quot;:{&quot;translate&quot;:{&quot;x&quot;:98.8598513251132,&quot;y&quot;:-132.7093675387338},&quot;rotate&quot;:4.71238898038469},&quot;opacity&quot;:1,&quot;path&quot;:{&quot;type&quot;:&quot;POLY_LINE&quot;,&quot;points&quot;:[{&quot;x&quot;:-12.747998857824594,&quot;y&quot;:0},{&quot;x&quot;:-38.007879046069675,&quot;y&quot;:0}],&quot;closed&quot;:false},&quot;pathStyles&quot;:[{&quot;type&quot;:&quot;FILL&quot;,&quot;fillStyle&quot;:&quot;rgba(0,0,0,0)&quot;},{&quot;type&quot;:&quot;STROKE&quot;,&quot;strokeStyle&quot;:&quot;rgba(148,34,31,1)&quot;,&quot;lineWidth&quot;:3.040630323685574,&quot;lineJoin&quot;:&quot;round&quot;}],&quot;isLocked&quot;:false,&quot;parent&quot;:{&quot;type&quot;:&quot;CHILD&quot;,&quot;parentId&quot;:&quot;25e71994-3900-476b-aad8-62ae683b9b24&quot;,&quot;order&quot;:&quot;2&quot;},&quot;connectorInfo&quot;:{&quot;connectedObjects&quot;:[],&quot;type&quot;:&quot;LINE&quot;,&quot;offset&quot;:{&quot;x&quot;:0,&quot;y&quot;:0},&quot;bending&quot;:0.1,&quot;firstElementIsHead&quot;:true,&quot;customized&quot;:false},&quot;pathMarkers&quot;:{&quot;markerEnd&quot;:{&quot;type&quot;:&quot;PATH&quot;,&quot;units&quot;:{&quot;type&quot;:&quot;STROKE_WIDTH&quot;,&quot;scale&quot;:1},&quot;orient&quot;:{&quot;type&quot;:&quot;AUTO_START_REVERSE&quot;},&quot;name&quot;:&quot;rounded-end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-0.5,&quot;y&quot;:0,&quot;isEndPoint&quot;:true},{&quot;x&quot;:-0.49999999999999994,&quot;y&quot;:0.2761423749153967,&quot;isEndPoint&quot;:false},{&quot;x&quot;:-0.2761423749153966,&quot;y&quot;:0.5,&quot;isEndPoint&quot;:false},{&quot;x&quot;:3.061616997868383e-17,&quot;y&quot;:0.5,&quot;isEndPoint&quot;:true},{&quot;x&quot;:0.2761423749153967,&quot;y&quot;:0.5,&quot;isEndPoint&quot;:false},{&quot;x&quot;:0.5,&quot;y&quot;:0.27614237491539667,&quot;isEndPoint&quot;:false},{&quot;x&quot;:0.5,&quot;y&quot;:0,&quot;isEndPoint&quot;:true},{&quot;x&quot;:0.5,&quot;y&quot;:-0.27614237491539667,&quot;isEndPoint&quot;:false},{&quot;x&quot;:0.2761423749153967,&quot;y&quot;:-0.5,&quot;isEndPoint&quot;:false},{&quot;x&quot;:3.061616997868383e-17,&quot;y&quot;:-0.5,&quot;isEndPoint&quot;:true},{&quot;x&quot;:-0.2761423749153966,&quot;y&quot;:-0.5,&quot;isEndPoint&quot;:false},{&quot;x&quot;:-0.49999999999999994,&quot;y&quot;:-0.2761423749153967,&quot;isEndPoint&quot;:false},{&quot;x&quot;:-0.5,&quot;y&quot;:-6.123233995736766e-17,&quot;isEndPoint&quot;:true}],&quot;closed&quot;:false}},&quot;pathStyles&quot;:[{&quot;type&quot;:&quot;FILL&quot;,&quot;fillStyle&quot;:&quot;context-stroke-flat&quot;}]}}},&quot;793b7214-c45e-4abd-9fce-a3bd1e1aa892&quot;:{&quot;type&quot;:&quot;FIGURE_OBJECT&quot;,&quot;id&quot;:&quot;793b7214-c45e-4abd-9fce-a3bd1e1aa892&quot;,&quot;parent&quot;:{&quot;type&quot;:&quot;CHILD&quot;,&quot;parentId&quot;:&quot;af707135-aaf7-4934-abb0-421fe39cd91f&quot;,&quot;order&quot;:&quot;9999999999995&quot;},&quot;relativeTransform&quot;:{&quot;translate&quot;:{&quot;x&quot;:-298.9537104197854,&quot;y&quot;:-40.176198696585026},&quot;rotate&quot;:0.38196444601007307,&quot;skewX&quot;:-1.1102230246251602e-16,&quot;scale&quot;:{&quot;x&quot;:0.9999999999999983,&quot;y&quot;:0.9999999999999983}}},&quot;64b078a3-1ca8-4b6d-acd8-e8c7b3416094&quot;:{&quot;id&quot;:&quot;64b078a3-1ca8-4b6d-acd8-e8c7b3416094&quot;,&quot;name&quot;:&quot;Sphere&quot;,&quot;displayName&quot;:&quot;&quot;,&quot;type&quot;:&quot;FIGURE_OBJECT&quot;,&quot;relativeTransform&quot;:{&quot;translate&quot;:{&quot;x&quot;:98.85989277780374,&quot;y&quot;:-126.53396493860443},&quot;rotate&quot;:6.283185307179586,&quot;skewX&quot;:0,&quot;scale&quot;:{&quot;x&quot;:-0.3984490257442165,&quot;y&quot;:0.3984490257442165}},&quot;image&quot;:{&quot;url&quot;:&quot;https://icons.biorender.com/biorender/5f4529c2929bce0028c9f877/sphere.png&quot;,&quot;fallbackUrl&quot;:&quot;https://res.cloudinary.com/dlcjuc3ej/image/upload/v1598368171/ew6k84mtkvzvpdegkgon.svg#/keystone/api/icons/5f4529c2929bce0028c9f877/sphere.svg#/keystone/api/icons/5f4529c2929bce0028c9f877/sphere.svg&quot;,&quot;isPremium&quot;:false,&quot;size&quot;:{&quot;x&quot;:50,&quot;y&quot;:50}},&quot;source&quot;:{&quot;id&quot;:&quot;5b8847989629ce1400901caa&quot;,&quot;type&quot;:&quot;ASSETS&quot;},&quot;isPremium&quot;:false,&quot;parent&quot;:{&quot;type&quot;:&quot;CHILD&quot;,&quot;parentId&quot;:&quot;793b7214-c45e-4abd-9fce-a3bd1e1aa892&quot;,&quot;order&quot;:&quot;5&quot;}},&quot;5ae0030a-8ac3-49a3-8d20-ce2d477fe454&quot;:{&quot;type&quot;:&quot;FIGURE_OBJECT&quot;,&quot;id&quot;:&quot;5ae0030a-8ac3-49a3-8d20-ce2d477fe454&quot;,&quot;relativeTransform&quot;:{&quot;translate&quot;:{&quot;x&quot;:98.8598513251132,&quot;y&quot;:-132.7093675387338},&quot;rotate&quot;:4.71238898038469},&quot;opacity&quot;:1,&quot;path&quot;:{&quot;type&quot;:&quot;POLY_LINE&quot;,&quot;points&quot;:[{&quot;x&quot;:-12.747998857824594,&quot;y&quot;:0},{&quot;x&quot;:-38.007879046069675,&quot;y&quot;:0}],&quot;closed&quot;:false},&quot;pathStyles&quot;:[{&quot;type&quot;:&quot;FILL&quot;,&quot;fillStyle&quot;:&quot;rgba(0,0,0,0)&quot;},{&quot;type&quot;:&quot;STROKE&quot;,&quot;strokeStyle&quot;:&quot;rgba(148,34,31,1)&quot;,&quot;lineWidth&quot;:3.040630323685574,&quot;lineJoin&quot;:&quot;round&quot;}],&quot;isLocked&quot;:false,&quot;parent&quot;:{&quot;type&quot;:&quot;CHILD&quot;,&quot;parentId&quot;:&quot;793b7214-c45e-4abd-9fce-a3bd1e1aa892&quot;,&quot;order&quot;:&quot;2&quot;},&quot;connectorInfo&quot;:{&quot;connectedObjects&quot;:[],&quot;type&quot;:&quot;LINE&quot;,&quot;offset&quot;:{&quot;x&quot;:0,&quot;y&quot;:0},&quot;bending&quot;:0.1,&quot;firstElementIsHead&quot;:true,&quot;customized&quot;:false},&quot;pathMarkers&quot;:{&quot;markerEnd&quot;:{&quot;type&quot;:&quot;PATH&quot;,&quot;units&quot;:{&quot;type&quot;:&quot;STROKE_WIDTH&quot;,&quot;scale&quot;:1},&quot;orient&quot;:{&quot;type&quot;:&quot;AUTO_START_REVERSE&quot;},&quot;name&quot;:&quot;rounded-end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-0.5,&quot;y&quot;:0,&quot;isEndPoint&quot;:true},{&quot;x&quot;:-0.49999999999999994,&quot;y&quot;:0.2761423749153967,&quot;isEndPoint&quot;:false},{&quot;x&quot;:-0.2761423749153966,&quot;y&quot;:0.5,&quot;isEndPoint&quot;:false},{&quot;x&quot;:3.061616997868383e-17,&quot;y&quot;:0.5,&quot;isEndPoint&quot;:true},{&quot;x&quot;:0.2761423749153967,&quot;y&quot;:0.5,&quot;isEndPoint&quot;:false},{&quot;x&quot;:0.5,&quot;y&quot;:0.27614237491539667,&quot;isEndPoint&quot;:false},{&quot;x&quot;:0.5,&quot;y&quot;:0,&quot;isEndPoint&quot;:true},{&quot;x&quot;:0.5,&quot;y&quot;:-0.27614237491539667,&quot;isEndPoint&quot;:false},{&quot;x&quot;:0.2761423749153967,&quot;y&quot;:-0.5,&quot;isEndPoint&quot;:false},{&quot;x&quot;:3.061616997868383e-17,&quot;y&quot;:-0.5,&quot;isEndPoint&quot;:true},{&quot;x&quot;:-0.2761423749153966,&quot;y&quot;:-0.5,&quot;isEndPoint&quot;:false},{&quot;x&quot;:-0.49999999999999994,&quot;y&quot;:-0.2761423749153967,&quot;isEndPoint&quot;:false},{&quot;x&quot;:-0.5,&quot;y&quot;:-6.123233995736766e-17,&quot;isEndPoint&quot;:true}],&quot;closed&quot;:false}},&quot;pathStyles&quot;:[{&quot;type&quot;:&quot;FILL&quot;,&quot;fillStyle&quot;:&quot;context-stroke-flat&quot;}]}}},&quot;cdfa816a-0bdd-4eff-b438-2448e682b311&quot;:{&quot;type&quot;:&quot;FIGURE_OBJECT&quot;,&quot;id&quot;:&quot;cdfa816a-0bdd-4eff-b438-2448e682b311&quot;,&quot;parent&quot;:{&quot;type&quot;:&quot;CHILD&quot;,&quot;parentId&quot;:&quot;af707135-aaf7-4934-abb0-421fe39cd91f&quot;,&quot;order&quot;:&quot;9999999999999&quot;},&quot;relativeTransform&quot;:{&quot;translate&quot;:{&quot;x&quot;:56.55504540809438,&quot;y&quot;:99.12242684792774},&quot;rotate&quot;:-2.464106980207777,&quot;skewX&quot;:2.2204460492503155e-16,&quot;scale&quot;:{&quot;x&quot;:0.9999999999999994,&quot;y&quot;:1.0000000000000004}}},&quot;a112174c-af34-4df8-adc0-91b395716d1b&quot;:{&quot;id&quot;:&quot;a112174c-af34-4df8-adc0-91b395716d1b&quot;,&quot;name&quot;:&quot;Sphere&quot;,&quot;displayName&quot;:&quot;&quot;,&quot;type&quot;:&quot;FIGURE_OBJECT&quot;,&quot;relativeTransform&quot;:{&quot;translate&quot;:{&quot;x&quot;:98.85989277780374,&quot;y&quot;:-126.53396493860443},&quot;rotate&quot;:6.283185307179586,&quot;skewX&quot;:0,&quot;scale&quot;:{&quot;x&quot;:-0.3984490257442165,&quot;y&quot;:0.3984490257442165}},&quot;image&quot;:{&quot;url&quot;:&quot;https://icons.biorender.com/biorender/5f4529c2929bce0028c9f877/sphere.png&quot;,&quot;fallbackUrl&quot;:&quot;https://res.cloudinary.com/dlcjuc3ej/image/upload/v1598368171/ew6k84mtkvzvpdegkgon.svg#/keystone/api/icons/5f4529c2929bce0028c9f877/sphere.svg#/keystone/api/icons/5f4529c2929bce0028c9f877/sphere.svg&quot;,&quot;isPremium&quot;:false,&quot;size&quot;:{&quot;x&quot;:50,&quot;y&quot;:50}},&quot;source&quot;:{&quot;id&quot;:&quot;5b8847989629ce1400901caa&quot;,&quot;type&quot;:&quot;ASSETS&quot;},&quot;isPremium&quot;:false,&quot;parent&quot;:{&quot;type&quot;:&quot;CHILD&quot;,&quot;parentId&quot;:&quot;cdfa816a-0bdd-4eff-b438-2448e682b311&quot;,&quot;order&quot;:&quot;5&quot;}},&quot;e44ff24e-941c-43ed-b3b8-91f037d247ba&quot;:{&quot;type&quot;:&quot;FIGURE_OBJECT&quot;,&quot;id&quot;:&quot;e44ff24e-941c-43ed-b3b8-91f037d247ba&quot;,&quot;relativeTransform&quot;:{&quot;translate&quot;:{&quot;x&quot;:98.8598513251132,&quot;y&quot;:-132.7093675387338},&quot;rotate&quot;:4.71238898038469},&quot;opacity&quot;:1,&quot;path&quot;:{&quot;type&quot;:&quot;POLY_LINE&quot;,&quot;points&quot;:[{&quot;x&quot;:-12.747998857824594,&quot;y&quot;:0},{&quot;x&quot;:-38.007879046069675,&quot;y&quot;:0}],&quot;closed&quot;:false},&quot;pathStyles&quot;:[{&quot;type&quot;:&quot;FILL&quot;,&quot;fillStyle&quot;:&quot;rgba(0,0,0,0)&quot;},{&quot;type&quot;:&quot;STROKE&quot;,&quot;strokeStyle&quot;:&quot;rgba(148,34,31,1)&quot;,&quot;lineWidth&quot;:3.040630323685574,&quot;lineJoin&quot;:&quot;round&quot;}],&quot;isLocked&quot;:false,&quot;parent&quot;:{&quot;type&quot;:&quot;CHILD&quot;,&quot;parentId&quot;:&quot;cdfa816a-0bdd-4eff-b438-2448e682b311&quot;,&quot;order&quot;:&quot;2&quot;},&quot;connectorInfo&quot;:{&quot;connectedObjects&quot;:[],&quot;type&quot;:&quot;LINE&quot;,&quot;offset&quot;:{&quot;x&quot;:0,&quot;y&quot;:0},&quot;bending&quot;:0.1,&quot;firstElementIsHead&quot;:true,&quot;customized&quot;:false},&quot;pathMarkers&quot;:{&quot;markerEnd&quot;:{&quot;type&quot;:&quot;PATH&quot;,&quot;units&quot;:{&quot;type&quot;:&quot;STROKE_WIDTH&quot;,&quot;scale&quot;:1},&quot;orient&quot;:{&quot;type&quot;:&quot;AUTO_START_REVERSE&quot;},&quot;name&quot;:&quot;rounded-end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-0.5,&quot;y&quot;:0,&quot;isEndPoint&quot;:true},{&quot;x&quot;:-0.49999999999999994,&quot;y&quot;:0.2761423749153967,&quot;isEndPoint&quot;:false},{&quot;x&quot;:-0.2761423749153966,&quot;y&quot;:0.5,&quot;isEndPoint&quot;:false},{&quot;x&quot;:3.061616997868383e-17,&quot;y&quot;:0.5,&quot;isEndPoint&quot;:true},{&quot;x&quot;:0.2761423749153967,&quot;y&quot;:0.5,&quot;isEndPoint&quot;:false},{&quot;x&quot;:0.5,&quot;y&quot;:0.27614237491539667,&quot;isEndPoint&quot;:false},{&quot;x&quot;:0.5,&quot;y&quot;:0,&quot;isEndPoint&quot;:true},{&quot;x&quot;:0.5,&quot;y&quot;:-0.27614237491539667,&quot;isEndPoint&quot;:false},{&quot;x&quot;:0.2761423749153967,&quot;y&quot;:-0.5,&quot;isEndPoint&quot;:false},{&quot;x&quot;:3.061616997868383e-17,&quot;y&quot;:-0.5,&quot;isEndPoint&quot;:true},{&quot;x&quot;:-0.2761423749153966,&quot;y&quot;:-0.5,&quot;isEndPoint&quot;:false},{&quot;x&quot;:-0.49999999999999994,&quot;y&quot;:-0.2761423749153967,&quot;isEndPoint&quot;:false},{&quot;x&quot;:-0.5,&quot;y&quot;:-6.123233995736766e-17,&quot;isEndPoint&quot;:true}],&quot;closed&quot;:false}},&quot;pathStyles&quot;:[{&quot;type&quot;:&quot;FILL&quot;,&quot;fillStyle&quot;:&quot;context-stroke-flat&quot;}]}}},&quot;5a199510-5a35-4dfd-b62d-9bc7006e36e8&quot;:{&quot;type&quot;:&quot;FIGURE_OBJECT&quot;,&quot;id&quot;:&quot;5a199510-5a35-4dfd-b62d-9bc7006e36e8&quot;,&quot;relativeTransform&quot;:{&quot;translate&quot;:{&quot;x&quot;:244.57372092554664,&quot;y&quot;:-199.82731969631703},&quot;rotate&quot;:0,&quot;skewX&quot;:0,&quot;scale&quot;:{&quot;x&quot;:1,&quot;y&quot;:1}},&quot;opacity&quot;:1,&quot;path&quot;:{&quot;type&quot;:&quot;RECT&quot;,&quot;size&quot;:{&quot;x&quot;:100,&quot;y&quot;:40.86212541915195},&quot;cornerRounding&quot;:{&quot;type&quot;:&quot;ARC_LENGTH&quot;,&quot;global&quot;:15.707963267948966}},&quot;pathStyles&quot;:[{&quot;type&quot;:&quot;FILL&quot;,&quot;fillStyle&quot;:&quot;rgba(192,56,48,1)&quot;},{&quot;type&quot;:&quot;STROKE&quot;,&quot;strokeStyle&quot;:&quot;rgba(138, 42, 68, 1)&quot;,&quot;lineWidth&quot;:2,&quot;lineJoin&quot;:&quot;round&quot;}],&quot;isLocked&quot;:false,&quot;parent&quot;:{&quot;type&quot;:&quot;CHILD&quot;,&quot;parentId&quot;:&quot;af707135-aaf7-4934-abb0-421fe39cd91f&quot;,&quot;order&quot;:&quot;999999999999997&quot;},&quot;layout&quot;:{&quot;sizeRatio&quot;:{&quot;x&quot;:0.88,&quot;y&quot;:0.88},&quot;keepAspectRatio&quot;:false}},&quot;17f6810c-3ed1-4fe6-bdd3-496859a58354&quot;:{&quot;id&quot;:&quot;17f6810c-3ed1-4fe6-bdd3-496859a58354&quot;,&quot;type&quot;:&quot;FIGURE_OBJECT&quot;,&quot;relativeTransform&quot;:{&quot;translate&quot;:{&quot;x&quot;:0,&quot;y&quot;:0},&quot;rotate&quot;:0},&quot;text&quot;:{&quot;textData&quot;:{&quot;lineSpacing&quot;:&quot;normal&quot;,&quot;alignment&quot;:&quot;center&quot;,&quot;verticalAlign&quot;:&quot;TOP&quot;,&quot;lines&quot;:[{&quot;runs&quot;:[{&quot;style&quot;:{&quot;fontFamily&quot;:&quot;Roboto&quot;,&quot;fontSize&quot;:16,&quot;color&quot;:&quot;rgba(255,255,255,1)&quot;,&quot;fontWeight&quot;:&quot;bold&quot;,&quot;fontStyle&quot;:&quot;normal&quot;,&quot;decoration&quot;:&quot;none&quot;},&quot;range&quot;:[0,10]}],&quot;text&quot;:&quot;Cell  lysis&quot;}],&quot;_lastCaretLocation&quot;:{&quot;lineIndex&quot;:0,&quot;runIndex&quot;:0,&quot;charIndex&quot;:5}},&quot;format&quot;:&quot;BETTER_TEXT&quot;,&quot;size&quot;:{&quot;x&quot;:88,&quot;y&quot;:19},&quot;targetSize&quot;:{&quot;x&quot;:88,&quot;y&quot;:2}},&quot;parent&quot;:{&quot;type&quot;:&quot;CHILD&quot;,&quot;parentId&quot;:&quot;5a199510-5a35-4dfd-b62d-9bc7006e36e8&quot;,&quot;order&quot;:&quot;5&quot;}},&quot;22bc0c4a-34f4-4ada-9bef-3e4ac6eea6e8&quot;:{&quot;id&quot;:&quot;22bc0c4a-34f4-4ada-9bef-3e4ac6eea6e8&quot;,&quot;type&quot;:&quot;FIGURE_OBJECT&quot;,&quot;relativeTransform&quot;:{&quot;translate&quot;:{&quot;x&quot;:-449.1225535114012,&quot;y&quot;:-346.5893982907007},&quot;rotate&quot;:0,&quot;skewX&quot;:0,&quot;scale&quot;:{&quot;x&quot;:1,&quot;y&quot;:1}},&quot;text&quot;:{&quot;textData&quot;:{&quot;lineSpacing&quot;:&quot;normal&quot;,&quot;alignment&quot;:&quot;center&quot;,&quot;verticalAlign&quot;:&quot;TOP&quot;,&quot;lines&quot;:[{&quot;runs&quot;:[{&quot;style&quot;:{&quot;fontFamily&quot;:&quot;Roboto&quot;,&quot;fontSize&quot;:16,&quot;color&quot;:&quot;rgba(192,56,48,1)&quot;,&quot;fontWeight&quot;:&quot;bold&quot;,&quot;fontStyle&quot;:&quot;normal&quot;,&quot;decoration&quot;:&quot;none&quot;},&quot;range&quot;:[0,7]}],&quot;text&quot;:&quot;Colistin&quot;,&quot;baseStyle&quot;:{&quot;fontFamily&quot;:&quot;Roboto&quot;,&quot;fontSize&quot;:16,&quot;color&quot;:&quot;black&quot;,&quot;fontWeight&quot;:&quot;bold&quot;,&quot;fontStyle&quot;:&quot;normal&quot;,&quot;decoration&quot;:&quot;none&quot;,&quot;script&quot;:&quot;none&quot;}}],&quot;_lastCaretLocation&quot;:{&quot;lineIndex&quot;:0,&quot;runIndex&quot;:0,&quot;charIndex&quot;:0}},&quot;format&quot;:&quot;BETTER_TEXT&quot;,&quot;size&quot;:{&quot;x&quot;:54.8359375,&quot;y&quot;:19},&quot;targetSize&quot;:{&quot;x&quot;:54.8359375,&quot;y&quot;:19}},&quot;parent&quot;:{&quot;type&quot;:&quot;CHILD&quot;,&quot;parentId&quot;:&quot;af707135-aaf7-4934-abb0-421fe39cd91f&quot;,&quot;order&quot;:&quot;999999999999998&quot;}},&quot;909dfefe-5401-43ca-9088-5e8356362a46&quot;:{&quot;id&quot;:&quot;909dfefe-5401-43ca-9088-5e8356362a46&quot;,&quot;type&quot;:&quot;FIGURE_OBJECT&quot;,&quot;relativeTransform&quot;:{&quot;translate&quot;:{&quot;x&quot;:-474.4841423855868,&quot;y&quot;:-134.52619773478034},&quot;rotate&quot;:0,&quot;skewX&quot;:0,&quot;scale&quot;:{&quot;x&quot;:1,&quot;y&quot;:1}},&quot;text&quot;:{&quot;textData&quot;:{&quot;lineSpacing&quot;:&quot;normal&quot;,&quot;alignment&quot;:&quot;right&quot;,&quot;verticalAlign&quot;:&quot;TOP&quot;,&quot;lines&quot;:[{&quot;runs&quot;:[{&quot;style&quot;:{&quot;fontFamily&quot;:&quot;Roboto&quot;,&quot;fontSize&quot;:16,&quot;color&quot;:&quot;rgba(114,190,183,1)&quot;,&quot;fontWeight&quot;:&quot;normal&quot;,&quot;fontStyle&quot;:&quot;normal&quot;,&quot;decoration&quot;:&quot;none&quot;,&quot;script&quot;:&quot;none&quot;},&quot;range&quot;:[0,2]}],&quot;text&quot;:&quot;LPS&quot;}],&quot;_lastCaretLocation&quot;:{&quot;lineIndex&quot;:0,&quot;runIndex&quot;:-1,&quot;charIndex&quot;:-1,&quot;endOfLine&quot;:true}},&quot;format&quot;:&quot;BETTER_TEXT&quot;,&quot;size&quot;:{&quot;x&quot;:31.4609375,&quot;y&quot;:19},&quot;targetSize&quot;:{&quot;x&quot;:24.96875,&quot;y&quot;:19}},&quot;parent&quot;:{&quot;type&quot;:&quot;CHILD&quot;,&quot;parentId&quot;:&quot;af707135-aaf7-4934-abb0-421fe39cd91f&quot;,&quot;order&quot;:&quot;9999999999999995&quot;}},&quot;280bc5cf-5ea7-44b7-ae2d-b1bf80d7c6d1&quot;:{&quot;id&quot;:&quot;280bc5cf-5ea7-44b7-ae2d-b1bf80d7c6d1&quot;,&quot;type&quot;:&quot;FIGURE_OBJECT&quot;,&quot;relativeTransform&quot;:{&quot;translate&quot;:{&quot;x&quot;:244.57372092554667,&quot;y&quot;:345.54114536871424},&quot;rotate&quot;:0,&quot;skewX&quot;:0,&quot;scale&quot;:{&quot;x&quot;:1,&quot;y&quot;:1}},&quot;text&quot;:{&quot;textData&quot;:{&quot;lineSpacing&quot;:&quot;normal&quot;,&quot;alignment&quot;:&quot;center&quot;,&quot;verticalAlign&quot;:&quot;CENTER&quot;,&quot;lines&quot;:[{&quot;runs&quot;:[{&quot;style&quot;:{&quot;fontFamily&quot;:&quot;Roboto&quot;,&quot;fontSize&quot;:16,&quot;color&quot;:&quot;rgba(23,23,23,1)&quot;,&quot;fontWeight&quot;:&quot;bold&quot;,&quot;fontStyle&quot;:&quot;normal&quot;,&quot;decoration&quot;:&quot;none&quot;},&quot;range&quot;:[0,26]}],&quot;text&quot;:&quot;Cytoplasmic content release&quot;}],&quot;_lastCaretLocation&quot;:{&quot;lineIndex&quot;:0,&quot;runIndex&quot;:-1,&quot;charIndex&quot;:-1,&quot;endOfLine&quot;:true}},&quot;format&quot;:&quot;BETTER_TEXT&quot;,&quot;size&quot;:{&quot;x&quot;:129.10437452316285,&quot;y&quot;:37.08000029802315},&quot;targetSize&quot;:{&quot;x&quot;:129.10437452316285,&quot;y&quot;:37.08000029802315}},&quot;parent&quot;:{&quot;type&quot;:&quot;CHILD&quot;,&quot;parentId&quot;:&quot;af707135-aaf7-4934-abb0-421fe39cd91f&quot;,&quot;order&quot;:&quot;9999999999999999&quot;}},&quot;d2423725-c38a-484a-a80a-2937b98e8baf&quot;:{&quot;type&quot;:&quot;FIGURE_OBJECT&quot;,&quot;id&quot;:&quot;d2423725-c38a-484a-a80a-2937b98e8baf&quot;,&quot;relativeTransform&quot;:{&quot;translate&quot;:{&quot;x&quot;:-393.3804030252809,&quot;y&quot;:-238.25465684632113},&quot;rotate&quot;:0,&quot;skewX&quot;:0,&quot;scale&quot;:{&quot;x&quot;:1,&quot;y&quot;:1}},&quot;layout&quot;:{&quot;sizeRatio&quot;:{&quot;x&quot;:0.88,&quot;y&quot;:0.88},&quot;keepAspectRatio&quot;:true},&quot;opacity&quot;:1,&quot;path&quot;:{&quot;type&quot;:&quot;ELLIPSE&quot;,&quot;size&quot;:{&quot;x&quot;:23.54323806936601,&quot;y&quot;:24.24011791621923}},&quot;pathStyles&quot;:[{&quot;type&quot;:&quot;FILL&quot;,&quot;fillStyle&quot;:&quot;rgba(255,255,255,1)&quot;},{&quot;type&quot;:&quot;STROKE&quot;,&quot;strokeStyle&quot;:&quot;rgba(23,23,23,1)&quot;,&quot;lineWidth&quot;:1.5,&quot;lineJoin&quot;:&quot;round&quot;}],&quot;isLocked&quot;:false,&quot;parent&quot;:{&quot;type&quot;:&quot;CHILD&quot;,&quot;parentId&quot;:&quot;af707135-aaf7-4934-abb0-421fe39cd91f&quot;,&quot;order&quot;:&quot;99999999999999999998&quot;}},&quot;15c8a22c-3829-4d8c-8ff8-b45d55336d6b&quot;:{&quot;type&quot;:&quot;FIGURE_OBJECT&quot;,&quot;id&quot;:&quot;15c8a22c-3829-4d8c-8ff8-b45d55336d6b&quot;,&quot;relativeTransform&quot;:{&quot;translate&quot;:{&quot;x&quot;:0,&quot;y&quot;:0},&quot;rotate&quot;:0},&quot;text&quot;:{&quot;textData&quot;:{&quot;lineSpacing&quot;:&quot;normal&quot;,&quot;alignment&quot;:&quot;center&quot;,&quot;lines&quot;:[{&quot;runs&quot;:[{&quot;style&quot;:{&quot;fontFamily&quot;:&quot;Roboto&quot;,&quot;fontSize&quot;:16,&quot;color&quot;:&quot;rgba(23,23,23,1)&quot;,&quot;fontWeight&quot;:&quot;bold&quot;,&quot;fontStyle&quot;:&quot;normal&quot;,&quot;decoration&quot;:&quot;none&quot;,&quot;script&quot;:&quot;none&quot;},&quot;range&quot;:[0,0]}],&quot;text&quot;:&quot;1&quot;,&quot;baseStyle&quot;:{&quot;fontFamily&quot;:&quot;Roboto&quot;,&quot;fontSize&quot;:16,&quot;color&quot;:&quot;black&quot;,&quot;fontWeight&quot;:&quot;normal&quot;,&quot;fontStyle&quot;:&quot;normal&quot;,&quot;decoration&quot;:&quot;none&quot;,&quot;script&quot;:&quot;none&quot;}}],&quot;verticalAlign&quot;:&quot;TOP&quot;},&quot;size&quot;:{&quot;x&quot;:20.718049501042092,&quot;y&quot;:19},&quot;targetSize&quot;:{&quot;x&quot;:20.718049501042092,&quot;y&quot;:2},&quot;format&quot;:&quot;BETTER_TEXT&quot;},&quot;parent&quot;:{&quot;type&quot;:&quot;CHILD&quot;,&quot;parentId&quot;:&quot;d2423725-c38a-484a-a80a-2937b98e8baf&quot;,&quot;order&quot;:&quot;5&quot;}},&quot;4e4f042e-0e23-4c20-a083-fab6c69ba93c&quot;:{&quot;type&quot;:&quot;FIGURE_OBJECT&quot;,&quot;id&quot;:&quot;4e4f042e-0e23-4c20-a083-fab6c69ba93c&quot;,&quot;relativeTransform&quot;:{&quot;translate&quot;:{&quot;x&quot;:32.51721911302378,&quot;y&quot;:141.9594345196742},&quot;rotate&quot;:0,&quot;skewX&quot;:0,&quot;scale&quot;:{&quot;x&quot;:1,&quot;y&quot;:1}},&quot;layout&quot;:{&quot;sizeRatio&quot;:{&quot;x&quot;:0.88,&quot;y&quot;:0.88},&quot;keepAspectRatio&quot;:true},&quot;opacity&quot;:1,&quot;path&quot;:{&quot;type&quot;:&quot;ELLIPSE&quot;,&quot;size&quot;:{&quot;x&quot;:23.54323806936601,&quot;y&quot;:24.24011791621923}},&quot;pathStyles&quot;:[{&quot;type&quot;:&quot;FILL&quot;,&quot;fillStyle&quot;:&quot;rgba(255,255,255,1)&quot;},{&quot;type&quot;:&quot;STROKE&quot;,&quot;strokeStyle&quot;:&quot;rgba(23,23,23,1)&quot;,&quot;lineWidth&quot;:1.5,&quot;lineJoin&quot;:&quot;round&quot;}],&quot;isLocked&quot;:false,&quot;parent&quot;:{&quot;type&quot;:&quot;CHILD&quot;,&quot;parentId&quot;:&quot;af707135-aaf7-4934-abb0-421fe39cd91f&quot;,&quot;order&quot;:&quot;999999999999999999998&quot;}},&quot;e4f8680b-2927-48b4-8540-88a2381e7088&quot;:{&quot;type&quot;:&quot;FIGURE_OBJECT&quot;,&quot;id&quot;:&quot;e4f8680b-2927-48b4-8540-88a2381e7088&quot;,&quot;relativeTransform&quot;:{&quot;translate&quot;:{&quot;x&quot;:0,&quot;y&quot;:0},&quot;rotate&quot;:0},&quot;text&quot;:{&quot;textData&quot;:{&quot;lineSpacing&quot;:&quot;normal&quot;,&quot;alignment&quot;:&quot;center&quot;,&quot;lines&quot;:[{&quot;runs&quot;:[{&quot;style&quot;:{&quot;fontFamily&quot;:&quot;Roboto&quot;,&quot;fontSize&quot;:16,&quot;color&quot;:&quot;rgba(23,23,23,1)&quot;,&quot;fontWeight&quot;:&quot;bold&quot;,&quot;fontStyle&quot;:&quot;normal&quot;,&quot;decoration&quot;:&quot;none&quot;,&quot;script&quot;:&quot;none&quot;},&quot;range&quot;:[0,0]}],&quot;text&quot;:&quot;5&quot;}],&quot;verticalAlign&quot;:&quot;TOP&quot;,&quot;_lastCaretLocation&quot;:{&quot;lineIndex&quot;:0,&quot;runIndex&quot;:-1,&quot;charIndex&quot;:-1,&quot;endOfLine&quot;:true}},&quot;size&quot;:{&quot;x&quot;:20.718049501042092,&quot;y&quot;:19},&quot;targetSize&quot;:{&quot;x&quot;:20.718049501042092,&quot;y&quot;:2},&quot;format&quot;:&quot;BETTER_TEXT&quot;},&quot;parent&quot;:{&quot;type&quot;:&quot;CHILD&quot;,&quot;parentId&quot;:&quot;4e4f042e-0e23-4c20-a083-fab6c69ba93c&quot;,&quot;order&quot;:&quot;5&quot;}},&quot;eb896e46-30d5-499c-b5e7-2cdb4f7c0952&quot;:{&quot;type&quot;:&quot;FIGURE_OBJECT&quot;,&quot;id&quot;:&quot;eb896e46-30d5-499c-b5e7-2cdb4f7c0952&quot;,&quot;relativeTransform&quot;:{&quot;translate&quot;:{&quot;x&quot;:244.5737209255466,&quot;y&quot;:310.13632402663694},&quot;rotate&quot;:0,&quot;skewX&quot;:0,&quot;scale&quot;:{&quot;x&quot;:1,&quot;y&quot;:1}},&quot;layout&quot;:{&quot;sizeRatio&quot;:{&quot;x&quot;:0.88,&quot;y&quot;:0.88},&quot;keepAspectRatio&quot;:true},&quot;opacity&quot;:1,&quot;path&quot;:{&quot;type&quot;:&quot;ELLIPSE&quot;,&quot;size&quot;:{&quot;x&quot;:23.54323806936601,&quot;y&quot;:24.24011791621923}},&quot;pathStyles&quot;:[{&quot;type&quot;:&quot;FILL&quot;,&quot;fillStyle&quot;:&quot;rgba(255,255,255,1)&quot;},{&quot;type&quot;:&quot;STROKE&quot;,&quot;strokeStyle&quot;:&quot;rgba(23,23,23,1)&quot;,&quot;lineWidth&quot;:1.5,&quot;lineJoin&quot;:&quot;round&quot;}],&quot;isLocked&quot;:false,&quot;parent&quot;:{&quot;type&quot;:&quot;CHILD&quot;,&quot;parentId&quot;:&quot;af707135-aaf7-4934-abb0-421fe39cd91f&quot;,&quot;order&quot;:&quot;999999999999999999999&quot;}},&quot;38f54280-95f2-4177-82bf-8bf085300c7f&quot;:{&quot;type&quot;:&quot;FIGURE_OBJECT&quot;,&quot;id&quot;:&quot;38f54280-95f2-4177-82bf-8bf085300c7f&quot;,&quot;relativeTransform&quot;:{&quot;translate&quot;:{&quot;x&quot;:0,&quot;y&quot;:0},&quot;rotate&quot;:0},&quot;text&quot;:{&quot;textData&quot;:{&quot;lineSpacing&quot;:&quot;normal&quot;,&quot;alignment&quot;:&quot;center&quot;,&quot;lines&quot;:[{&quot;runs&quot;:[{&quot;style&quot;:{&quot;fontFamily&quot;:&quot;Roboto&quot;,&quot;fontSize&quot;:16,&quot;color&quot;:&quot;rgba(23,23,23,1)&quot;,&quot;fontWeight&quot;:&quot;bold&quot;,&quot;fontStyle&quot;:&quot;normal&quot;,&quot;decoration&quot;:&quot;none&quot;,&quot;script&quot;:&quot;none&quot;},&quot;range&quot;:[0,0]}],&quot;text&quot;:&quot;6&quot;}],&quot;verticalAlign&quot;:&quot;TOP&quot;,&quot;_lastCaretLocation&quot;:{&quot;lineIndex&quot;:0,&quot;runIndex&quot;:-1,&quot;charIndex&quot;:-1,&quot;endOfLine&quot;:true}},&quot;size&quot;:{&quot;x&quot;:20.718049501042092,&quot;y&quot;:19},&quot;targetSize&quot;:{&quot;x&quot;:20.718049501042092,&quot;y&quot;:2},&quot;format&quot;:&quot;BETTER_TEXT&quot;},&quot;parent&quot;:{&quot;type&quot;:&quot;CHILD&quot;,&quot;parentId&quot;:&quot;eb896e46-30d5-499c-b5e7-2cdb4f7c0952&quot;,&quot;order&quot;:&quot;5&quot;}},&quot;f9e3e922-260c-49a6-a1a5-8645e09a8d34&quot;:{&quot;type&quot;:&quot;FIGURE_OBJECT&quot;,&quot;id&quot;:&quot;f9e3e922-260c-49a6-a1a5-8645e09a8d34&quot;,&quot;relativeTransform&quot;:{&quot;translate&quot;:{&quot;x&quot;:244.57372092554664,&quot;y&quot;:-238.25465684632113},&quot;rotate&quot;:0,&quot;skewX&quot;:0,&quot;scale&quot;:{&quot;x&quot;:1,&quot;y&quot;:1}},&quot;layout&quot;:{&quot;sizeRatio&quot;:{&quot;x&quot;:0.88,&quot;y&quot;:0.88},&quot;keepAspectRatio&quot;:true},&quot;opacity&quot;:1,&quot;path&quot;:{&quot;type&quot;:&quot;ELLIPSE&quot;,&quot;size&quot;:{&quot;x&quot;:23.54323806936601,&quot;y&quot;:24.24011791621923}},&quot;pathStyles&quot;:[{&quot;type&quot;:&quot;FILL&quot;,&quot;fillStyle&quot;:&quot;rgba(255,255,255,1)&quot;},{&quot;type&quot;:&quot;STROKE&quot;,&quot;strokeStyle&quot;:&quot;rgba(23,23,23,1)&quot;,&quot;lineWidth&quot;:1.5,&quot;lineJoin&quot;:&quot;round&quot;}],&quot;isLocked&quot;:false,&quot;parent&quot;:{&quot;type&quot;:&quot;CHILD&quot;,&quot;parentId&quot;:&quot;af707135-aaf7-4934-abb0-421fe39cd91f&quot;,&quot;order&quot;:&quot;9999999999999999999995&quot;}},&quot;1120e664-2ed1-4142-962a-42e664fe0312&quot;:{&quot;type&quot;:&quot;FIGURE_OBJECT&quot;,&quot;id&quot;:&quot;1120e664-2ed1-4142-962a-42e664fe0312&quot;,&quot;relativeTransform&quot;:{&quot;translate&quot;:{&quot;x&quot;:0,&quot;y&quot;:0},&quot;rotate&quot;:0},&quot;text&quot;:{&quot;textData&quot;:{&quot;lineSpacing&quot;:&quot;normal&quot;,&quot;alignment&quot;:&quot;center&quot;,&quot;lines&quot;:[{&quot;runs&quot;:[{&quot;style&quot;:{&quot;fontFamily&quot;:&quot;Roboto&quot;,&quot;fontSize&quot;:16,&quot;color&quot;:&quot;rgba(23,23,23,1)&quot;,&quot;fontWeight&quot;:&quot;bold&quot;,&quot;fontStyle&quot;:&quot;normal&quot;,&quot;decoration&quot;:&quot;none&quot;,&quot;script&quot;:&quot;none&quot;},&quot;range&quot;:[0,0]}],&quot;text&quot;:&quot;7&quot;}],&quot;verticalAlign&quot;:&quot;TOP&quot;,&quot;_lastCaretLocation&quot;:{&quot;lineIndex&quot;:0,&quot;runIndex&quot;:-1,&quot;charIndex&quot;:-1,&quot;endOfLine&quot;:true}},&quot;size&quot;:{&quot;x&quot;:20.718049501042092,&quot;y&quot;:19},&quot;targetSize&quot;:{&quot;x&quot;:20.718049501042092,&quot;y&quot;:2},&quot;format&quot;:&quot;BETTER_TEXT&quot;},&quot;parent&quot;:{&quot;type&quot;:&quot;CHILD&quot;,&quot;parentId&quot;:&quot;f9e3e922-260c-49a6-a1a5-8645e09a8d34&quot;,&quot;order&quot;:&quot;5&quot;}},&quot;2242dd02-00f0-4239-9145-0a247672e79c&quot;:{&quot;id&quot;:&quot;2242dd02-00f0-4239-9145-0a247672e79c&quot;,&quot;type&quot;:&quot;FIGURE_OBJECT&quot;,&quot;relativeTransform&quot;:{&quot;translate&quot;:{&quot;x&quot;:-393.3804030252809,&quot;y&quot;:-201.718382405893},&quot;rotate&quot;:0,&quot;skewX&quot;:0,&quot;scale&quot;:{&quot;x&quot;:1,&quot;y&quot;:1}},&quot;text&quot;:{&quot;textData&quot;:{&quot;lineSpacing&quot;:&quot;normal&quot;,&quot;alignment&quot;:&quot;center&quot;,&quot;verticalAlign&quot;:&quot;TOP&quot;,&quot;lines&quot;:[{&quot;runs&quot;:[{&quot;style&quot;:{&quot;fontFamily&quot;:&quot;Roboto&quot;,&quot;fontSize&quot;:16,&quot;color&quot;:&quot;black&quot;,&quot;fontWeight&quot;:&quot;bold&quot;,&quot;fontStyle&quot;:&quot;normal&quot;,&quot;decoration&quot;:&quot;none&quot;},&quot;range&quot;:[0,6]}],&quot;text&quot;:&quot;Binding&quot;},{&quot;runs&quot;:[{&quot;style&quot;:{&quot;fontFamily&quot;:&quot;Roboto&quot;,&quot;fontSize&quot;:16,&quot;color&quot;:&quot;black&quot;,&quot;fontWeight&quot;:&quot;bold&quot;,&quot;fontStyle&quot;:&quot;normal&quot;,&quot;decoration&quot;:&quot;none&quot;,&quot;script&quot;:&quot;none&quot;},&quot;range&quot;:[0,5]}],&quot;text&quot;:&quot;to LPS&quot;}],&quot;_lastCaretLocation&quot;:{&quot;lineIndex&quot;:1,&quot;runIndex&quot;:-1,&quot;charIndex&quot;:-1,&quot;endOfLine&quot;:true}},&quot;format&quot;:&quot;BETTER_TEXT&quot;,&quot;size&quot;:{&quot;x&quot;:58.03125,&quot;y&quot;:37.08},&quot;targetSize&quot;:{&quot;x&quot;:56.6484375,&quot;y&quot;:19}},&quot;parent&quot;:{&quot;type&quot;:&quot;CHILD&quot;,&quot;parentId&quot;:&quot;af707135-aaf7-4934-abb0-421fe39cd91f&quot;,&quot;order&quot;:&quot;9999999999999999999998&quot;}},&quot;b75ec579-6a89-46a8-8448-10175b95f5e9&quot;:{&quot;type&quot;:&quot;FIGURE_OBJECT&quot;,&quot;id&quot;:&quot;b75ec579-6a89-46a8-8448-10175b95f5e9&quot;,&quot;relativeTransform&quot;:{&quot;translate&quot;:{&quot;x&quot;:-278.568878994201,&quot;y&quot;:-238.25465684632113},&quot;rotate&quot;:0,&quot;skewX&quot;:0,&quot;scale&quot;:{&quot;x&quot;:1,&quot;y&quot;:1}},&quot;layout&quot;:{&quot;sizeRatio&quot;:{&quot;x&quot;:0.88,&quot;y&quot;:0.88},&quot;keepAspectRatio&quot;:true},&quot;opacity&quot;:1,&quot;path&quot;:{&quot;type&quot;:&quot;ELLIPSE&quot;,&quot;size&quot;:{&quot;x&quot;:23.54323806936601,&quot;y&quot;:24.24011791621923}},&quot;pathStyles&quot;:[{&quot;type&quot;:&quot;FILL&quot;,&quot;fillStyle&quot;:&quot;rgba(255,255,255,1)&quot;},{&quot;type&quot;:&quot;STROKE&quot;,&quot;strokeStyle&quot;:&quot;rgba(23,23,23,1)&quot;,&quot;lineWidth&quot;:1.5,&quot;lineJoin&quot;:&quot;round&quot;}],&quot;isLocked&quot;:false,&quot;parent&quot;:{&quot;type&quot;:&quot;CHILD&quot;,&quot;parentId&quot;:&quot;af707135-aaf7-4934-abb0-421fe39cd91f&quot;,&quot;order&quot;:&quot;99999999999999999999985&quot;}},&quot;2eb882c8-471a-490a-8338-d118ace92fed&quot;:{&quot;type&quot;:&quot;FIGURE_OBJECT&quot;,&quot;id&quot;:&quot;2eb882c8-471a-490a-8338-d118ace92fed&quot;,&quot;relativeTransform&quot;:{&quot;translate&quot;:{&quot;x&quot;:0,&quot;y&quot;:0},&quot;rotate&quot;:0},&quot;text&quot;:{&quot;textData&quot;:{&quot;lineSpacing&quot;:&quot;normal&quot;,&quot;alignment&quot;:&quot;center&quot;,&quot;lines&quot;:[{&quot;runs&quot;:[{&quot;style&quot;:{&quot;fontFamily&quot;:&quot;Roboto&quot;,&quot;fontSize&quot;:16,&quot;color&quot;:&quot;rgba(23,23,23,1)&quot;,&quot;fontWeight&quot;:&quot;bold&quot;,&quot;fontStyle&quot;:&quot;normal&quot;,&quot;decoration&quot;:&quot;none&quot;,&quot;script&quot;:&quot;none&quot;},&quot;range&quot;:[0,0]}],&quot;text&quot;:&quot;2&quot;}],&quot;verticalAlign&quot;:&quot;TOP&quot;,&quot;_lastCaretLocation&quot;:{&quot;lineIndex&quot;:0,&quot;runIndex&quot;:-1,&quot;charIndex&quot;:-1,&quot;endOfLine&quot;:true}},&quot;size&quot;:{&quot;x&quot;:20.718049501042092,&quot;y&quot;:19},&quot;targetSize&quot;:{&quot;x&quot;:20.718049501042092,&quot;y&quot;:2},&quot;format&quot;:&quot;BETTER_TEXT&quot;},&quot;parent&quot;:{&quot;type&quot;:&quot;CHILD&quot;,&quot;parentId&quot;:&quot;b75ec579-6a89-46a8-8448-10175b95f5e9&quot;,&quot;order&quot;:&quot;5&quot;}},&quot;a470607d-dd8c-4eb3-97ff-4357aa8410f8&quot;:{&quot;id&quot;:&quot;a470607d-dd8c-4eb3-97ff-4357aa8410f8&quot;,&quot;type&quot;:&quot;FIGURE_OBJECT&quot;,&quot;relativeTransform&quot;:{&quot;translate&quot;:{&quot;x&quot;:-278.568878994201,&quot;y&quot;:-201.71838240589304},&quot;rotate&quot;:0,&quot;skewX&quot;:0,&quot;scale&quot;:{&quot;x&quot;:1,&quot;y&quot;:1}},&quot;text&quot;:{&quot;textData&quot;:{&quot;lineSpacing&quot;:&quot;normal&quot;,&quot;alignment&quot;:&quot;center&quot;,&quot;verticalAlign&quot;:&quot;TOP&quot;,&quot;lines&quot;:[{&quot;runs&quot;:[{&quot;style&quot;:{&quot;fontFamily&quot;:&quot;Roboto&quot;,&quot;fontSize&quot;:16,&quot;color&quot;:&quot;black&quot;,&quot;fontWeight&quot;:&quot;bold&quot;,&quot;fontStyle&quot;:&quot;normal&quot;,&quot;decoration&quot;:&quot;none&quot;,&quot;script&quot;:&quot;none&quot;},&quot;range&quot;:[0,13]}],&quot;text&quot;:&quot;Release of LPS&quot;}],&quot;_lastCaretLocation&quot;:{&quot;lineIndex&quot;:0,&quot;runIndex&quot;:-1,&quot;charIndex&quot;:-1,&quot;endOfLine&quot;:true}},&quot;format&quot;:&quot;BETTER_TEXT&quot;,&quot;size&quot;:{&quot;x&quot;:61.1875,&quot;y&quot;:37.08},&quot;targetSize&quot;:{&quot;x&quot;:56.6484375,&quot;y&quot;:19}},&quot;parent&quot;:{&quot;type&quot;:&quot;CHILD&quot;,&quot;parentId&quot;:&quot;af707135-aaf7-4934-abb0-421fe39cd91f&quot;,&quot;order&quot;:&quot;9999999999999999999999&quot;}},&quot;6245c198-6b8d-400f-b1fd-342d2e612138&quot;:{&quot;type&quot;:&quot;FIGURE_OBJECT&quot;,&quot;id&quot;:&quot;6245c198-6b8d-400f-b1fd-342d2e612138&quot;,&quot;relativeTransform&quot;:{&quot;translate&quot;:{&quot;x&quot;:-82.23046618326299,&quot;y&quot;:-238.25465684632113},&quot;rotate&quot;:0,&quot;skewX&quot;:0,&quot;scale&quot;:{&quot;x&quot;:1,&quot;y&quot;:1}},&quot;layout&quot;:{&quot;sizeRatio&quot;:{&quot;x&quot;:0.88,&quot;y&quot;:0.88},&quot;keepAspectRatio&quot;:true},&quot;opacity&quot;:1,&quot;path&quot;:{&quot;type&quot;:&quot;ELLIPSE&quot;,&quot;size&quot;:{&quot;x&quot;:23.54323806936601,&quot;y&quot;:24.24011791621923}},&quot;pathStyles&quot;:[{&quot;type&quot;:&quot;FILL&quot;,&quot;fillStyle&quot;:&quot;rgba(255,255,255,1)&quot;},{&quot;type&quot;:&quot;STROKE&quot;,&quot;strokeStyle&quot;:&quot;rgba(23,23,23,1)&quot;,&quot;lineWidth&quot;:1.5,&quot;lineJoin&quot;:&quot;round&quot;}],&quot;isLocked&quot;:false,&quot;parent&quot;:{&quot;type&quot;:&quot;CHILD&quot;,&quot;parentId&quot;:&quot;af707135-aaf7-4934-abb0-421fe39cd91f&quot;,&quot;order&quot;:&quot;99999999999999999999992&quot;}},&quot;ef8bfd92-ad82-43fa-80b5-cedfad7c5e30&quot;:{&quot;type&quot;:&quot;FIGURE_OBJECT&quot;,&quot;id&quot;:&quot;ef8bfd92-ad82-43fa-80b5-cedfad7c5e30&quot;,&quot;relativeTransform&quot;:{&quot;translate&quot;:{&quot;x&quot;:0,&quot;y&quot;:0},&quot;rotate&quot;:0},&quot;text&quot;:{&quot;textData&quot;:{&quot;lineSpacing&quot;:&quot;normal&quot;,&quot;alignment&quot;:&quot;center&quot;,&quot;lines&quot;:[{&quot;runs&quot;:[{&quot;style&quot;:{&quot;fontFamily&quot;:&quot;Roboto&quot;,&quot;fontSize&quot;:16,&quot;color&quot;:&quot;rgba(23,23,23,1)&quot;,&quot;fontWeight&quot;:&quot;bold&quot;,&quot;fontStyle&quot;:&quot;normal&quot;,&quot;decoration&quot;:&quot;none&quot;,&quot;script&quot;:&quot;none&quot;},&quot;range&quot;:[0,0]}],&quot;text&quot;:&quot;3&quot;}],&quot;verticalAlign&quot;:&quot;TOP&quot;,&quot;_lastCaretLocation&quot;:{&quot;lineIndex&quot;:0,&quot;runIndex&quot;:-1,&quot;charIndex&quot;:-1,&quot;endOfLine&quot;:true}},&quot;size&quot;:{&quot;x&quot;:20.718049501042092,&quot;y&quot;:19},&quot;targetSize&quot;:{&quot;x&quot;:20.718049501042092,&quot;y&quot;:2},&quot;format&quot;:&quot;BETTER_TEXT&quot;},&quot;parent&quot;:{&quot;type&quot;:&quot;CHILD&quot;,&quot;parentId&quot;:&quot;6245c198-6b8d-400f-b1fd-342d2e612138&quot;,&quot;order&quot;:&quot;5&quot;}},&quot;e82de0b4-8257-447d-8f8a-ff52fcbee94c&quot;:{&quot;id&quot;:&quot;e82de0b4-8257-447d-8f8a-ff52fcbee94c&quot;,&quot;type&quot;:&quot;FIGURE_OBJECT&quot;,&quot;relativeTransform&quot;:{&quot;translate&quot;:{&quot;x&quot;:-82.230466183263,&quot;y&quot;:-183.63838240589303},&quot;rotate&quot;:0,&quot;skewX&quot;:0,&quot;scale&quot;:{&quot;x&quot;:1,&quot;y&quot;:1}},&quot;text&quot;:{&quot;textData&quot;:{&quot;lineSpacing&quot;:&quot;normal&quot;,&quot;alignment&quot;:&quot;center&quot;,&quot;verticalAlign&quot;:&quot;TOP&quot;,&quot;lines&quot;:[{&quot;runs&quot;:[{&quot;style&quot;:{&quot;fontFamily&quot;:&quot;Roboto&quot;,&quot;fontSize&quot;:16,&quot;color&quot;:&quot;black&quot;,&quot;fontWeight&quot;:&quot;bold&quot;,&quot;fontStyle&quot;:&quot;normal&quot;,&quot;decoration&quot;:&quot;none&quot;,&quot;script&quot;:&quot;none&quot;},&quot;range&quot;:[0,23]}],&quot;text&quot;:&quot;Damage to outer membrane&quot;,&quot;baseStyle&quot;:{&quot;fontFamily&quot;:&quot;Roboto&quot;,&quot;fontSize&quot;:16,&quot;color&quot;:&quot;black&quot;,&quot;fontWeight&quot;:&quot;bold&quot;,&quot;fontStyle&quot;:&quot;normal&quot;,&quot;decoration&quot;:&quot;none&quot;,&quot;script&quot;:&quot;none&quot;}},{&quot;runs&quot;:[{&quot;style&quot;:{&quot;fontFamily&quot;:&quot;Roboto&quot;,&quot;fontSize&quot;:16,&quot;color&quot;:&quot;black&quot;,&quot;fontWeight&quot;:&quot;bold&quot;,&quot;fontStyle&quot;:&quot;normal&quot;,&quot;decoration&quot;:&quot;none&quot;,&quot;script&quot;:&quot;none&quot;},&quot;range&quot;:[0,22]}],&quot;text&quot;:&quot;and access to periplasm&quot;,&quot;baseStyle&quot;:{&quot;fontFamily&quot;:&quot;Roboto&quot;,&quot;fontSize&quot;:16,&quot;color&quot;:&quot;black&quot;,&quot;fontWeight&quot;:&quot;bold&quot;,&quot;fontStyle&quot;:&quot;normal&quot;,&quot;decoration&quot;:&quot;none&quot;,&quot;script&quot;:&quot;none&quot;}}],&quot;_lastCaretLocation&quot;:{&quot;lineIndex&quot;:0,&quot;runIndex&quot;:0,&quot;charIndex&quot;:20}},&quot;format&quot;:&quot;BETTER_TEXT&quot;,&quot;size&quot;:{&quot;x&quot;:129.7101238385735,&quot;y&quot;:73.24},&quot;targetSize&quot;:{&quot;x&quot;:129.7101238385735,&quot;y&quot;:73.24}},&quot;parent&quot;:{&quot;type&quot;:&quot;CHILD&quot;,&quot;parentId&quot;:&quot;af707135-aaf7-4934-abb0-421fe39cd91f&quot;,&quot;order&quot;:&quot;99999999999999999999995&quot;}},&quot;a3d7146c-0da7-4edd-a278-fe261ee867c0&quot;:{&quot;type&quot;:&quot;FIGURE_OBJECT&quot;,&quot;id&quot;:&quot;a3d7146c-0da7-4edd-a278-fe261ee867c0&quot;,&quot;relativeTransform&quot;:{&quot;translate&quot;:{&quot;x&quot;:-53.26367654652726,&quot;y&quot;:18.740558487208315},&quot;rotate&quot;:0,&quot;skewX&quot;:0,&quot;scale&quot;:{&quot;x&quot;:1,&quot;y&quot;:1}},&quot;layout&quot;:{&quot;sizeRatio&quot;:{&quot;x&quot;:0.88,&quot;y&quot;:0.88},&quot;keepAspectRatio&quot;:true},&quot;opacity&quot;:1,&quot;path&quot;:{&quot;type&quot;:&quot;ELLIPSE&quot;,&quot;size&quot;:{&quot;x&quot;:23.54323806936601,&quot;y&quot;:24.24011791621923}},&quot;pathStyles&quot;:[{&quot;type&quot;:&quot;FILL&quot;,&quot;fillStyle&quot;:&quot;rgba(255,255,255,1)&quot;},{&quot;type&quot;:&quot;STROKE&quot;,&quot;strokeStyle&quot;:&quot;rgba(23,23,23,1)&quot;,&quot;lineWidth&quot;:1.5,&quot;lineJoin&quot;:&quot;round&quot;}],&quot;isLocked&quot;:false,&quot;parent&quot;:{&quot;type&quot;:&quot;CHILD&quot;,&quot;parentId&quot;:&quot;af707135-aaf7-4934-abb0-421fe39cd91f&quot;,&quot;order&quot;:&quot;99999999999999999999996&quot;}},&quot;b9eb0ec7-994c-42d0-a436-a277516ed3a3&quot;:{&quot;type&quot;:&quot;FIGURE_OBJECT&quot;,&quot;id&quot;:&quot;b9eb0ec7-994c-42d0-a436-a277516ed3a3&quot;,&quot;relativeTransform&quot;:{&quot;translate&quot;:{&quot;x&quot;:0,&quot;y&quot;:0},&quot;rotate&quot;:0},&quot;text&quot;:{&quot;textData&quot;:{&quot;lineSpacing&quot;:&quot;normal&quot;,&quot;alignment&quot;:&quot;center&quot;,&quot;lines&quot;:[{&quot;runs&quot;:[{&quot;style&quot;:{&quot;fontFamily&quot;:&quot;Roboto&quot;,&quot;fontSize&quot;:16,&quot;color&quot;:&quot;rgba(23,23,23,1)&quot;,&quot;fontWeight&quot;:&quot;bold&quot;,&quot;fontStyle&quot;:&quot;normal&quot;,&quot;decoration&quot;:&quot;none&quot;,&quot;script&quot;:&quot;none&quot;},&quot;range&quot;:[0,0]}],&quot;text&quot;:&quot;4&quot;}],&quot;verticalAlign&quot;:&quot;TOP&quot;,&quot;_lastCaretLocation&quot;:{&quot;lineIndex&quot;:0,&quot;runIndex&quot;:-1,&quot;charIndex&quot;:-1,&quot;endOfLine&quot;:true}},&quot;size&quot;:{&quot;x&quot;:20.718049501042092,&quot;y&quot;:19},&quot;targetSize&quot;:{&quot;x&quot;:20.718049501042092,&quot;y&quot;:2},&quot;format&quot;:&quot;BETTER_TEXT&quot;},&quot;parent&quot;:{&quot;type&quot;:&quot;CHILD&quot;,&quot;parentId&quot;:&quot;a3d7146c-0da7-4edd-a278-fe261ee867c0&quot;,&quot;order&quot;:&quot;5&quot;}},&quot;bc1e3a88-bf0b-4dba-b15b-a3224b8f409a&quot;:{&quot;id&quot;:&quot;bc1e3a88-bf0b-4dba-b15b-a3224b8f409a&quot;,&quot;type&quot;:&quot;FIGURE_OBJECT&quot;,&quot;relativeTransform&quot;:{&quot;translate&quot;:{&quot;x&quot;:19.09102451837133,&quot;y&quot;:18.740558487208315},&quot;rotate&quot;:0,&quot;skewX&quot;:0,&quot;scale&quot;:{&quot;x&quot;:1,&quot;y&quot;:1}},&quot;text&quot;:{&quot;textData&quot;:{&quot;lineSpacing&quot;:&quot;normal&quot;,&quot;alignment&quot;:&quot;left&quot;,&quot;verticalAlign&quot;:&quot;TOP&quot;,&quot;lines&quot;:[{&quot;runs&quot;:[{&quot;style&quot;:{&quot;fontFamily&quot;:&quot;Roboto&quot;,&quot;fontSize&quot;:16,&quot;color&quot;:&quot;black&quot;,&quot;fontWeight&quot;:&quot;bold&quot;,&quot;fontStyle&quot;:&quot;normal&quot;,&quot;decoration&quot;:&quot;none&quot;},&quot;range&quot;:[0,13]}],&quot;text&quot;:&quot;Binding to LPS&quot;}],&quot;_lastCaretLocation&quot;:{&quot;lineIndex&quot;:0,&quot;runIndex&quot;:0,&quot;charIndex&quot;:8}},&quot;format&quot;:&quot;BETTER_TEXT&quot;,&quot;size&quot;:{&quot;x&quot;:111.5920518673629,&quot;y&quot;:19},&quot;targetSize&quot;:{&quot;x&quot;:111.5920518673629,&quot;y&quot;:19}},&quot;parent&quot;:{&quot;type&quot;:&quot;CHILD&quot;,&quot;parentId&quot;:&quot;af707135-aaf7-4934-abb0-421fe39cd91f&quot;,&quot;order&quot;:&quot;99999999999999999999997&quot;}},&quot;e253a376-6a68-41ac-bc07-37ba2867c4fa&quot;:{&quot;id&quot;:&quot;e253a376-6a68-41ac-bc07-37ba2867c4fa&quot;,&quot;type&quot;:&quot;FIGURE_OBJECT&quot;,&quot;relativeTransform&quot;:{&quot;translate&quot;:{&quot;x&quot;:138.1885873083616,&quot;y&quot;:141.9594345196742},&quot;rotate&quot;:0,&quot;skewX&quot;:0,&quot;scale&quot;:{&quot;x&quot;:1,&quot;y&quot;:1}},&quot;text&quot;:{&quot;textData&quot;:{&quot;lineSpacing&quot;:&quot;normal&quot;,&quot;alignment&quot;:&quot;left&quot;,&quot;verticalAlign&quot;:&quot;TOP&quot;,&quot;lines&quot;:[{&quot;runs&quot;:[{&quot;style&quot;:{&quot;fontFamily&quot;:&quot;Roboto&quot;,&quot;fontSize&quot;:16,&quot;color&quot;:&quot;black&quot;,&quot;fontWeight&quot;:&quot;bold&quot;,&quot;fontStyle&quot;:&quot;normal&quot;,&quot;decoration&quot;:&quot;none&quot;,&quot;script&quot;:&quot;none&quot;},&quot;range&quot;:[0,48]}],&quot;text&quot;:&quot;Release of LPS and damage to cytoplasmic membrane&quot;}],&quot;_lastCaretLocation&quot;:{&quot;lineIndex&quot;:0,&quot;runIndex&quot;:0,&quot;charIndex&quot;:29}},&quot;format&quot;:&quot;BETTER_TEXT&quot;,&quot;size&quot;:{&quot;x&quot;:173.47755728161098,&quot;y&quot;:55.16},&quot;targetSize&quot;:{&quot;x&quot;:173.47755728161098,&quot;y&quot;:55.16}},&quot;parent&quot;:{&quot;type&quot;:&quot;CHILD&quot;,&quot;parentId&quot;:&quot;af707135-aaf7-4934-abb0-421fe39cd91f&quot;,&quot;order&quot;:&quot;99999999999999999999998&quot;}},&quot;f9a08650-9e31-4b0e-ba9c-23f51a98f8fd&quot;:{&quot;type&quot;:&quot;FIGURE_OBJECT&quot;,&quot;id&quot;:&quot;f9a08650-9e31-4b0e-ba9c-23f51a98f8fd&quot;,&quot;relativeTransform&quot;:{&quot;translate&quot;:{&quot;x&quot;:-14.473601649429193,&quot;y&quot;:150.9157243671735},&quot;rotate&quot;:0,&quot;skewX&quot;:0,&quot;scale&quot;:{&quot;x&quot;:1,&quot;y&quot;:1}},&quot;opacity&quot;:1,&quot;path&quot;:{&quot;type&quot;:&quot;POLY_LINE&quot;,&quot;points&quot;:[{&quot;x&quot;:-58.148774326908125,&quot;y&quot;:0},{&quot;x&quot;:-9.206551381690323,&quot;y&quot;:0}],&quot;closed&quot;:false},&quot;pathStyles&quot;:[{&quot;type&quot;:&quot;FILL&quot;,&quot;fillStyle&quot;:&quot;rgba(0,0,0,0)&quot;},{&quot;type&quot;:&quot;STROKE&quot;,&quot;strokeStyle&quot;:&quot;#C03830&quot;,&quot;lineWidth&quot;:2,&quot;lineJoin&quot;:&quot;round&quot;}],&quot;pathMarkers&quot;:{&quot;markerEnd&quot;:{&quot;type&quot;:&quot;PATH&quot;,&quot;units&quot;:{&quot;type&quot;:&quot;STROKE_WIDTH&quot;,&quot;scale&quot;:1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isLocked&quot;:false,&quot;parent&quot;:{&quot;type&quot;:&quot;CHILD&quot;,&quot;parentId&quot;:&quot;af707135-aaf7-4934-abb0-421fe39cd91f&quot;,&quot;order&quot;:&quot;99999999999999999999999&quot;},&quot;connectorInfo&quot;:{&quot;connectedObjects&quot;:[],&quot;type&quot;:&quot;LINE&quot;,&quot;offset&quot;:{&quot;x&quot;:0,&quot;y&quot;:0},&quot;bending&quot;:0.1,&quot;firstElementIsHead&quot;:true,&quot;customized&quot;:false}},&quot;e419cddb-1f07-426f-af4d-16ec433b7f6d&quot;:{&quot;type&quot;:&quot;FIGURE_OBJECT&quot;,&quot;id&quot;:&quot;e419cddb-1f07-426f-af4d-16ec433b7f6d&quot;,&quot;relativeTransform&quot;:{&quot;translate&quot;:{&quot;x&quot;:-166.24497637655125,&quot;y&quot;:-158.3347780870537},&quot;rotate&quot;:1.2325951644078312e-32},&quot;opacity&quot;:1,&quot;path&quot;:{&quot;type&quot;:&quot;POLY_LINE&quot;,&quot;points&quot;:[{&quot;x&quot;:-154.84515793200782,&quot;y&quot;:0},{&quot;x&quot;:-80.25633004651844,&quot;y&quot;:0},{&quot;x&quot;:-72.3498651879916,&quot;y&quot;:0}],&quot;closed&quot;:false},&quot;pathStyles&quot;:[{&quot;type&quot;:&quot;FILL&quot;,&quot;fillStyle&quot;:&quot;rgba(0,0,0,0)&quot;},{&quot;type&quot;:&quot;STROKE&quot;,&quot;strokeStyle&quot;:&quot;#C03830&quot;,&quot;lineWidth&quot;:2,&quot;lineJoin&quot;:&quot;round&quot;}],&quot;pathMarkers&quot;:{&quot;markerEnd&quot;:{&quot;type&quot;:&quot;PATH&quot;,&quot;units&quot;:{&quot;type&quot;:&quot;STROKE_WIDTH&quot;,&quot;scale&quot;:1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isLocked&quot;:false,&quot;parent&quot;:{&quot;type&quot;:&quot;CHILD&quot;,&quot;parentId&quot;:&quot;af707135-aaf7-4934-abb0-421fe39cd91f&quot;,&quot;order&quot;:&quot;999999999999999999999995&quot;},&quot;connectorInfo&quot;:{&quot;connectedObjects&quot;:[],&quot;type&quot;:&quot;LINE&quot;,&quot;offset&quot;:{&quot;x&quot;:0,&quot;y&quot;:0},&quot;bending&quot;:0.1,&quot;firstElementIsHead&quot;:true,&quot;customized&quot;:false}},&quot;710faf92-cff8-4023-be56-e2ffef8482e1&quot;:{&quot;type&quot;:&quot;FIGURE_OBJECT&quot;,&quot;id&quot;:&quot;710faf92-cff8-4023-be56-e2ffef8482e1&quot;,&quot;relativeTransform&quot;:{&quot;translate&quot;:{&quot;x&quot;:-289.0376362273829,&quot;y&quot;:-216.2348353053782},&quot;rotate&quot;:1.5707963267948966},&quot;opacity&quot;:1,&quot;path&quot;:{&quot;type&quot;:&quot;POLY_LINE&quot;,&quot;points&quot;:[{&quot;x&quot;:-76.27620271413402,&quot;y&quot;:131.66720013017937},{&quot;x&quot;:-76.27620271413402,&quot;y&quot;:-131.66720013017937},{&quot;x&quot;:76.27620271413402,&quot;y&quot;:-131.66720013017937}],&quot;closed&quot;:false,&quot;cornerRounding&quot;:{&quot;type&quot;:&quot;ARC_LENGTH&quot;,&quot;global&quot;:204.046982721319},&quot;selectedObjectIds&quot;:[&quot;fbdfa3cd-f7c2-4333-99ed-70fad1a94e55&quot;]},&quot;pathStyles&quot;:[{&quot;type&quot;:&quot;FILL&quot;,&quot;fillStyle&quot;:&quot;rgba(0,0,0,0)&quot;},{&quot;type&quot;:&quot;STROKE&quot;,&quot;strokeStyle&quot;:&quot;#C03830&quot;,&quot;lineWidth&quot;:2,&quot;lineJoin&quot;:&quot;round&quot;}],&quot;pathMarkers&quot;:{&quot;markerEnd&quot;:{&quot;type&quot;:&quot;PATH&quot;,&quot;units&quot;:{&quot;type&quot;:&quot;STROKE_WIDTH&quot;,&quot;scale&quot;:1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isLocked&quot;:false,&quot;parent&quot;:{&quot;type&quot;:&quot;CHILD&quot;,&quot;parentId&quot;:&quot;af707135-aaf7-4934-abb0-421fe39cd91f&quot;,&quot;order&quot;:&quot;999999999999999999999997&quot;},&quot;connectorInfo&quot;:{&quot;connectedObjects&quot;:[],&quot;type&quot;:&quot;ELBOW&quot;,&quot;offset&quot;:{&quot;x&quot;:0,&quot;y&quot;:0},&quot;bending&quot;:-0.1,&quot;firstElementIsHead&quot;:true,&quot;customized&quot;:false}},&quot;86f1bfac-a1d7-4f04-9936-e8c16b323f32&quot;:{&quot;type&quot;:&quot;FIGURE_OBJECT&quot;,&quot;id&quot;:&quot;86f1bfac-a1d7-4f04-9936-e8c16b323f32&quot;,&quot;relativeTransform&quot;:{&quot;translate&quot;:{&quot;x&quot;:-106.46617440656229,&quot;y&quot;:8.359570968847246},&quot;rotate&quot;:1.5707963267948966,&quot;skewX&quot;:0,&quot;scale&quot;:{&quot;x&quot;:1,&quot;y&quot;:1}},&quot;opacity&quot;:1,&quot;path&quot;:{&quot;type&quot;:&quot;POLY_LINE&quot;,&quot;points&quot;:[{&quot;x&quot;:-93.74300775664423,&quot;y&quot;:-24.235708223299298},{&quot;x&quot;:93.74300775664423,&quot;y&quot;:-24.235708223299298}],&quot;closed&quot;:false,&quot;cornerRounding&quot;:{&quot;type&quot;:&quot;ARC_LENGTH&quot;,&quot;global&quot;:28.72243418967387},&quot;selectedObjectIds&quot;:[&quot;62b36fe8-d151-4e3f-8052-ec4c0346b14a&quot;]},&quot;pathStyles&quot;:[{&quot;type&quot;:&quot;FILL&quot;,&quot;fillStyle&quot;:&quot;rgba(0,0,0,0)&quot;},{&quot;type&quot;:&quot;STROKE&quot;,&quot;strokeStyle&quot;:&quot;#C03830&quot;,&quot;lineWidth&quot;:2,&quot;lineJoin&quot;:&quot;round&quot;}],&quot;pathMarkers&quot;:{&quot;markerEnd&quot;:{&quot;type&quot;:&quot;PATH&quot;,&quot;units&quot;:{&quot;type&quot;:&quot;STROKE_WIDTH&quot;,&quot;scale&quot;:1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isLocked&quot;:false,&quot;parent&quot;:{&quot;type&quot;:&quot;CHILD&quot;,&quot;parentId&quot;:&quot;af707135-aaf7-4934-abb0-421fe39cd91f&quot;,&quot;order&quot;:&quot;999999999999999999999999992&quot;},&quot;connectorInfo&quot;:{&quot;connectedObjects&quot;:[],&quot;type&quot;:&quot;ELBOW&quot;,&quot;offset&quot;:{&quot;x&quot;:0,&quot;y&quot;:0},&quot;bending&quot;:-0.1,&quot;firstElementIsHead&quot;:true,&quot;customized&quot;:false}},&quot;c4b43cc1-7050-45e2-a5c3-91bdc54e704b&quot;:{&quot;type&quot;:&quot;FIGURE_OBJECT&quot;,&quot;id&quot;:&quot;c4b43cc1-7050-45e2-a5c3-91bdc54e704b&quot;,&quot;parent&quot;:{&quot;type&quot;:&quot;CHILD&quot;,&quot;parentId&quot;:&quot;af707135-aaf7-4934-abb0-421fe39cd91f&quot;,&quot;order&quot;:&quot;999999999999999999999999995&quot;},&quot;relativeTransform&quot;:{&quot;translate&quot;:{&quot;x&quot;:-101.62079705119976,&quot;y&quot;:40.270658591271726},&quot;rotate&quot;:-0.5796793220048497,&quot;skewX&quot;:-1.6653345369377405e-16,&quot;scale&quot;:{&quot;x&quot;:0.9999999999999983,&quot;y&quot;:0.9999999999999983}}},&quot;3a9a5df2-8ce2-4de9-9de4-0e70f242979d&quot;:{&quot;id&quot;:&quot;3a9a5df2-8ce2-4de9-9de4-0e70f242979d&quot;,&quot;name&quot;:&quot;Sphere&quot;,&quot;displayName&quot;:&quot;&quot;,&quot;type&quot;:&quot;FIGURE_OBJECT&quot;,&quot;relativeTransform&quot;:{&quot;translate&quot;:{&quot;x&quot;:98.85989277780374,&quot;y&quot;:-126.53396493860443},&quot;rotate&quot;:6.283185307179586,&quot;skewX&quot;:0,&quot;scale&quot;:{&quot;x&quot;:-0.3984490257442165,&quot;y&quot;:0.3984490257442165}},&quot;image&quot;:{&quot;url&quot;:&quot;https://icons.biorender.com/biorender/5f4529c2929bce0028c9f877/sphere.png&quot;,&quot;fallbackUrl&quot;:&quot;https://res.cloudinary.com/dlcjuc3ej/image/upload/v1598368171/ew6k84mtkvzvpdegkgon.svg#/keystone/api/icons/5f4529c2929bce0028c9f877/sphere.svg#/keystone/api/icons/5f4529c2929bce0028c9f877/sphere.svg&quot;,&quot;isPremium&quot;:false,&quot;size&quot;:{&quot;x&quot;:50,&quot;y&quot;:50}},&quot;source&quot;:{&quot;id&quot;:&quot;5b8847989629ce1400901caa&quot;,&quot;type&quot;:&quot;ASSETS&quot;},&quot;isPremium&quot;:false,&quot;parent&quot;:{&quot;type&quot;:&quot;CHILD&quot;,&quot;parentId&quot;:&quot;c4b43cc1-7050-45e2-a5c3-91bdc54e704b&quot;,&quot;order&quot;:&quot;5&quot;}},&quot;ea25ba66-6443-4cd3-9025-2e803458f38e&quot;:{&quot;type&quot;:&quot;FIGURE_OBJECT&quot;,&quot;id&quot;:&quot;ea25ba66-6443-4cd3-9025-2e803458f38e&quot;,&quot;relativeTransform&quot;:{&quot;translate&quot;:{&quot;x&quot;:98.8598513251132,&quot;y&quot;:-132.7093675387338},&quot;rotate&quot;:4.71238898038469},&quot;opacity&quot;:1,&quot;path&quot;:{&quot;type&quot;:&quot;POLY_LINE&quot;,&quot;points&quot;:[{&quot;x&quot;:-12.747998857824594,&quot;y&quot;:0},{&quot;x&quot;:-38.007879046069675,&quot;y&quot;:0}],&quot;closed&quot;:false},&quot;pathStyles&quot;:[{&quot;type&quot;:&quot;FILL&quot;,&quot;fillStyle&quot;:&quot;rgba(0,0,0,0)&quot;},{&quot;type&quot;:&quot;STROKE&quot;,&quot;strokeStyle&quot;:&quot;rgba(148,34,31,1)&quot;,&quot;lineWidth&quot;:3.040630323685574,&quot;lineJoin&quot;:&quot;round&quot;}],&quot;isLocked&quot;:false,&quot;parent&quot;:{&quot;type&quot;:&quot;CHILD&quot;,&quot;parentId&quot;:&quot;c4b43cc1-7050-45e2-a5c3-91bdc54e704b&quot;,&quot;order&quot;:&quot;2&quot;},&quot;connectorInfo&quot;:{&quot;connectedObjects&quot;:[],&quot;type&quot;:&quot;LINE&quot;,&quot;offset&quot;:{&quot;x&quot;:0,&quot;y&quot;:0},&quot;bending&quot;:0.1,&quot;firstElementIsHead&quot;:true,&quot;customized&quot;:false},&quot;pathMarkers&quot;:{&quot;markerEnd&quot;:{&quot;type&quot;:&quot;PATH&quot;,&quot;units&quot;:{&quot;type&quot;:&quot;STROKE_WIDTH&quot;,&quot;scale&quot;:1},&quot;orient&quot;:{&quot;type&quot;:&quot;AUTO_START_REVERSE&quot;},&quot;name&quot;:&quot;rounded-end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-0.5,&quot;y&quot;:0,&quot;isEndPoint&quot;:true},{&quot;x&quot;:-0.49999999999999994,&quot;y&quot;:0.2761423749153967,&quot;isEndPoint&quot;:false},{&quot;x&quot;:-0.2761423749153966,&quot;y&quot;:0.5,&quot;isEndPoint&quot;:false},{&quot;x&quot;:3.061616997868383e-17,&quot;y&quot;:0.5,&quot;isEndPoint&quot;:true},{&quot;x&quot;:0.2761423749153967,&quot;y&quot;:0.5,&quot;isEndPoint&quot;:false},{&quot;x&quot;:0.5,&quot;y&quot;:0.27614237491539667,&quot;isEndPoint&quot;:false},{&quot;x&quot;:0.5,&quot;y&quot;:0,&quot;isEndPoint&quot;:true},{&quot;x&quot;:0.5,&quot;y&quot;:-0.27614237491539667,&quot;isEndPoint&quot;:false},{&quot;x&quot;:0.2761423749153967,&quot;y&quot;:-0.5,&quot;isEndPoint&quot;:false},{&quot;x&quot;:3.061616997868383e-17,&quot;y&quot;:-0.5,&quot;isEndPoint&quot;:true},{&quot;x&quot;:-0.2761423749153966,&quot;y&quot;:-0.5,&quot;isEndPoint&quot;:false},{&quot;x&quot;:-0.49999999999999994,&quot;y&quot;:-0.2761423749153967,&quot;isEndPoint&quot;:false},{&quot;x&quot;:-0.5,&quot;y&quot;:-6.123233995736766e-17,&quot;isEndPoint&quot;:true}],&quot;closed&quot;:false}},&quot;pathStyles&quot;:[{&quot;type&quot;:&quot;FILL&quot;,&quot;fillStyle&quot;:&quot;context-stroke-flat&quot;}]}}},&quot;d16d5220-45e9-4b5e-a0f5-3ca5a8d7b06c&quot;:{&quot;type&quot;:&quot;FIGURE_OBJECT&quot;,&quot;id&quot;:&quot;d16d5220-45e9-4b5e-a0f5-3ca5a8d7b06c&quot;,&quot;relativeTransform&quot;:{&quot;translate&quot;:{&quot;x&quot;:-75.64944384003445,&quot;y&quot;:-120.60134414469842},&quot;rotate&quot;:1.2325951644078308e-32,&quot;skewX&quot;:0,&quot;scale&quot;:{&quot;x&quot;:1,&quot;y&quot;:1}},&quot;opacity&quot;:1,&quot;path&quot;:{&quot;type&quot;:&quot;POLY_LINE&quot;,&quot;points&quot;:[{&quot;x&quot;:-69.46680843944281,&quot;y&quot;:0},{&quot;x&quot;:-40.64366863937087,&quot;y&quot;:0},{&quot;x&quot;:-36.63965129105038,&quot;y&quot;:0}],&quot;closed&quot;:false},&quot;pathStyles&quot;:[{&quot;type&quot;:&quot;FILL&quot;,&quot;fillStyle&quot;:&quot;rgba(0,0,0,0)&quot;},{&quot;type&quot;:&quot;STROKE&quot;,&quot;strokeStyle&quot;:&quot;#C03830&quot;,&quot;lineWidth&quot;:2,&quot;lineJoin&quot;:&quot;round&quot;}],&quot;pathMarkers&quot;:{&quot;markerEnd&quot;:{&quot;type&quot;:&quot;PATH&quot;,&quot;units&quot;:{&quot;type&quot;:&quot;STROKE_WIDTH&quot;,&quot;scale&quot;:1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isLocked&quot;:false,&quot;parent&quot;:{&quot;type&quot;:&quot;CHILD&quot;,&quot;parentId&quot;:&quot;af707135-aaf7-4934-abb0-421fe39cd91f&quot;,&quot;order&quot;:&quot;999999999999999999999999997&quot;},&quot;connectorInfo&quot;:{&quot;connectedObjects&quot;:[],&quot;type&quot;:&quot;LINE&quot;,&quot;offset&quot;:{&quot;x&quot;:0,&quot;y&quot;:0},&quot;bending&quot;:0.1,&quot;firstElementIsHead&quot;:true,&quot;customized&quot;:false}},&quot;dace00d4-2b0f-4443-b377-59815f3193eb&quot;:{&quot;relativeTransform&quot;:{&quot;translate&quot;:{&quot;x&quot;:-546.5560107674979,&quot;y&quot;:-85.3642201300514},&quot;rotate&quot;:0,&quot;skewX&quot;:0,&quot;scale&quot;:{&quot;x&quot;:1,&quot;y&quot;:1}},&quot;type&quot;:&quot;FIGURE_OBJECT&quot;,&quot;id&quot;:&quot;dace00d4-2b0f-4443-b377-59815f3193eb&quot;,&quot;name&quot;:&quot;25. Phospholipid monolayer brush (straight)&quot;,&quot;displayName&quot;:&quot;Phospholipid monolayer brush (straight)&quot;,&quot;opacity&quot;:0.7,&quot;source&quot;:{&quot;id&quot;:&quot;5e75574852bb9000abea623e&quot;,&quot;type&quot;:&quot;ASSETS&quot;},&quot;path&quot;:{&quot;type&quot;:&quot;POLY_LINE&quot;,&quot;points&quot;:[{&quot;x&quot;:25.673002349428238,&quot;y&quot;:0},{&quot;x&quot;:94.77350815748585,&quot;y&quot;:0}],&quot;closed&quot;:false},&quot;pathStyles&quot;:[{&quot;type&quot;:&quot;FILL&quot;,&quot;fillStyle&quot;:&quot;rgba(0,0,0,0)&quot;},{&quot;type&quot;:&quot;STROKE&quot;,&quot;strokeStyle&quot;:&quot;rgba(0,0,0,0)&quot;,&quot;lineWidth&quot;:47.59041446485092,&quot;lineJoin&quot;:&quot;round&quot;}],&quot;pathSmoothing&quot;:{&quot;type&quot;:&quot;CATMULL_SMOOTHING&quot;,&quot;smoothing&quot;:0.2},&quot;pathPattern&quot;:{&quot;type&quot;:&quot;ROW&quot;,&quot;patternId&quot;:&quot;ea42fcdc-b5fb-4297-a084-58816b05a188&quot;,&quot;patternTransform&quot;:{&quot;translate&quot;:{&quot;x&quot;:-0.0007260766359839109,&quot;y&quot;:-0.5},&quot;rotate&quot;:0,&quot;skewX&quot;:0,&quot;scale&quot;:{&quot;x&quot;:0.0033003300330033004,&quot;y&quot;:0.0033003300330033004}},&quot;xUnits&quot;:&quot;STROKE_WIDTH&quot;,&quot;yUnits&quot;:&quot;STROKE_WIDTH&quot;,&quot;bending&quot;:true,&quot;repeat&quot;:{&quot;distance&quot;:0.35313531353135313,&quot;align&quot;:&quot;CENTER&quot;},&quot;isPremium&quot;:false},&quot;isLocked&quot;:false,&quot;parent&quot;:{&quot;type&quot;:&quot;CHILD&quot;,&quot;parentId&quot;:&quot;af707135-aaf7-4934-abb0-421fe39cd91f&quot;,&quot;order&quot;:&quot;9999999999999999999999997&quot;},&quot;isPremium&quot;:false},&quot;1e949393-0854-4cfb-b4e8-33e0b6070c68&quot;:{&quot;type&quot;:&quot;FIGURE_OBJECT&quot;,&quot;id&quot;:&quot;1e949393-0854-4cfb-b4e8-33e0b6070c68&quot;,&quot;relativeTransform&quot;:{&quot;translate&quot;:{&quot;x&quot;:472.4200811019619,&quot;y&quot;:83.21294336145272},&quot;rotate&quot;:0,&quot;skewX&quot;:0,&quot;scale&quot;:{&quot;x&quot;:1,&quot;y&quot;:1}},&quot;opacity&quot;:1,&quot;path&quot;:{&quot;type&quot;:&quot;RECT&quot;,&quot;size&quot;:{&quot;x&quot;:71.69442198882432,&quot;y&quot;:21.59090909090909},&quot;cornerRounding&quot;:{&quot;type&quot;:&quot;ARC_LENGTH&quot;,&quot;global&quot;:7.853981633974483}},&quot;pathStyles&quot;:[{&quot;type&quot;:&quot;FILL&quot;,&quot;fillStyle&quot;:&quot;rgba(255, 255, 255, 0.7)&quot;},{&quot;type&quot;:&quot;STROKE&quot;,&quot;strokeStyle&quot;:&quot;rgba(0,0,0,0)&quot;,&quot;lineWidth&quot;:2,&quot;lineJoin&quot;:&quot;round&quot;}],&quot;isLocked&quot;:false,&quot;parent&quot;:{&quot;type&quot;:&quot;CHILD&quot;,&quot;parentId&quot;:&quot;af707135-aaf7-4934-abb0-421fe39cd91f&quot;,&quot;order&quot;:&quot;9999999999999999999999998&quot;},&quot;layout&quot;:{&quot;sizeRatio&quot;:{&quot;x&quot;:0.88,&quot;y&quot;:0.88},&quot;keepAspectRatio&quot;:false}},&quot;80148f11-c26f-45b3-91df-4f2f8ef63bd3&quot;:{&quot;id&quot;:&quot;80148f11-c26f-45b3-91df-4f2f8ef63bd3&quot;,&quot;type&quot;:&quot;FIGURE_OBJECT&quot;,&quot;relativeTransform&quot;:{&quot;translate&quot;:{&quot;x&quot;:0,&quot;y&quot;:0},&quot;rotate&quot;:0},&quot;text&quot;:{&quot;textData&quot;:{&quot;lineSpacing&quot;:&quot;normal&quot;,&quot;alignment&quot;:&quot;center&quot;,&quot;verticalAlign&quot;:&quot;TOP&quot;,&quot;lines&quot;:[{&quot;runs&quot;:[{&quot;style&quot;:{&quot;fontFamily&quot;:&quot;Roboto&quot;,&quot;fontSize&quot;:16,&quot;color&quot;:&quot;rgba(193,149,196,1)&quot;,&quot;fontWeight&quot;:&quot;normal&quot;,&quot;fontStyle&quot;:&quot;normal&quot;,&quot;decoration&quot;:&quot;none&quot;,&quot;script&quot;:&quot;none&quot;},&quot;range&quot;:[0,8]}],&quot;text&quot;:&quot;Cell wall&quot;}],&quot;_lastCaretLocation&quot;:{&quot;lineIndex&quot;:0,&quot;runIndex&quot;:-1,&quot;charIndex&quot;:-1,&quot;endOfLine&quot;:true}},&quot;format&quot;:&quot;BETTER_TEXT&quot;,&quot;size&quot;:{&quot;x&quot;:63.0910913501654,&quot;y&quot;:19},&quot;targetSize&quot;:{&quot;x&quot;:63.0910913501654,&quot;y&quot;:2}},&quot;parent&quot;:{&quot;type&quot;:&quot;CHILD&quot;,&quot;parentId&quot;:&quot;1e949393-0854-4cfb-b4e8-33e0b6070c68&quot;,&quot;order&quot;:&quot;5&quot;}},&quot;9300ba1c-a752-4a59-9c40-4e99cf6bed9f&quot;:{&quot;type&quot;:&quot;FIGURE_OBJECT&quot;,&quot;id&quot;:&quot;9300ba1c-a752-4a59-9c40-4e99cf6bed9f&quot;,&quot;relativeTransform&quot;:{&quot;translate&quot;:{&quot;x&quot;:472.4200811019619,&quot;y&quot;:-60.41133546079314},&quot;rotate&quot;:0,&quot;skewX&quot;:0,&quot;scale&quot;:{&quot;x&quot;:1,&quot;y&quot;:1}},&quot;opacity&quot;:1,&quot;path&quot;:{&quot;type&quot;:&quot;RECT&quot;,&quot;size&quot;:{&quot;x&quot;:87.05610795454545,&quot;y&quot;:42.13636363636363},&quot;cornerRounding&quot;:{&quot;type&quot;:&quot;ARC_LENGTH&quot;,&quot;global&quot;:7.853981633974483}},&quot;pathStyles&quot;:[{&quot;type&quot;:&quot;FILL&quot;,&quot;fillStyle&quot;:&quot;rgba(255, 255, 255, 0.6)&quot;},{&quot;type&quot;:&quot;STROKE&quot;,&quot;strokeStyle&quot;:&quot;rgba(0,0,0,0)&quot;,&quot;lineWidth&quot;:2,&quot;lineJoin&quot;:&quot;round&quot;}],&quot;isLocked&quot;:false,&quot;parent&quot;:{&quot;type&quot;:&quot;CHILD&quot;,&quot;parentId&quot;:&quot;af707135-aaf7-4934-abb0-421fe39cd91f&quot;,&quot;order&quot;:&quot;9999999999999999999999999&quot;},&quot;layout&quot;:{&quot;sizeRatio&quot;:{&quot;x&quot;:0.88,&quot;y&quot;:0.88},&quot;keepAspectRatio&quot;:false}},&quot;cba54a6e-58b8-4f12-9e9a-597ff839c7de&quot;:{&quot;id&quot;:&quot;cba54a6e-58b8-4f12-9e9a-597ff839c7de&quot;,&quot;type&quot;:&quot;FIGURE_OBJECT&quot;,&quot;relativeTransform&quot;:{&quot;translate&quot;:{&quot;x&quot;:0,&quot;y&quot;:0},&quot;rotate&quot;:0},&quot;text&quot;:{&quot;textData&quot;:{&quot;lineSpacing&quot;:&quot;normal&quot;,&quot;alignment&quot;:&quot;center&quot;,&quot;verticalAlign&quot;:&quot;TOP&quot;,&quot;lines&quot;:[{&quot;runs&quot;:[{&quot;style&quot;:{&quot;fontFamily&quot;:&quot;Roboto&quot;,&quot;fontSize&quot;:16,&quot;color&quot;:&quot;rgb(131, 134, 174)&quot;,&quot;fontWeight&quot;:&quot;normal&quot;,&quot;fontStyle&quot;:&quot;normal&quot;,&quot;decoration&quot;:&quot;none&quot;},&quot;range&quot;:[0,4]}],&quot;text&quot;:&quot;Outer&quot;},{&quot;runs&quot;:[{&quot;style&quot;:{&quot;fontFamily&quot;:&quot;Roboto&quot;,&quot;fontSize&quot;:16,&quot;color&quot;:&quot;rgb(131, 134, 174)&quot;,&quot;fontWeight&quot;:&quot;normal&quot;,&quot;fontStyle&quot;:&quot;normal&quot;,&quot;decoration&quot;:&quot;none&quot;,&quot;script&quot;:&quot;none&quot;},&quot;range&quot;:[0,7]}],&quot;text&quot;:&quot;membrane&quot;}],&quot;_lastCaretLocation&quot;:{&quot;lineIndex&quot;:1,&quot;runIndex&quot;:-1,&quot;charIndex&quot;:-1,&quot;endOfLine&quot;:true}},&quot;format&quot;:&quot;BETTER_TEXT&quot;,&quot;size&quot;:{&quot;x&quot;:76.609375,&quot;y&quot;:37.08},&quot;targetSize&quot;:{&quot;x&quot;:63.0910913501654,&quot;y&quot;:2}},&quot;parent&quot;:{&quot;type&quot;:&quot;CHILD&quot;,&quot;parentId&quot;:&quot;9300ba1c-a752-4a59-9c40-4e99cf6bed9f&quot;,&quot;order&quot;:&quot;5&quot;}},&quot;a3b12fef-5312-47b7-aed0-840bfb563b2f&quot;:{&quot;type&quot;:&quot;FIGURE_OBJECT&quot;,&quot;id&quot;:&quot;a3b12fef-5312-47b7-aed0-840bfb563b2f&quot;,&quot;relativeTransform&quot;:{&quot;translate&quot;:{&quot;x&quot;:472.4200811019619,&quot;y&quot;:233.8727334835769},&quot;rotate&quot;:0,&quot;skewX&quot;:0,&quot;scale&quot;:{&quot;x&quot;:1,&quot;y&quot;:1}},&quot;opacity&quot;:1,&quot;path&quot;:{&quot;type&quot;:&quot;RECT&quot;,&quot;size&quot;:{&quot;x&quot;:100.31072443181819,&quot;y&quot;:42.13636363636363},&quot;cornerRounding&quot;:{&quot;type&quot;:&quot;ARC_LENGTH&quot;,&quot;global&quot;:7.853981633974483}},&quot;pathStyles&quot;:[{&quot;type&quot;:&quot;FILL&quot;,&quot;fillStyle&quot;:&quot;rgba(255, 255, 255, 0.6)&quot;},{&quot;type&quot;:&quot;STROKE&quot;,&quot;strokeStyle&quot;:&quot;rgba(0,0,0,0)&quot;,&quot;lineWidth&quot;:2,&quot;lineJoin&quot;:&quot;round&quot;}],&quot;isLocked&quot;:false,&quot;parent&quot;:{&quot;type&quot;:&quot;CHILD&quot;,&quot;parentId&quot;:&quot;af707135-aaf7-4934-abb0-421fe39cd91f&quot;,&quot;order&quot;:&quot;99999999999999999999999995&quot;},&quot;layout&quot;:{&quot;sizeRatio&quot;:{&quot;x&quot;:0.88,&quot;y&quot;:0.88},&quot;keepAspectRatio&quot;:false}},&quot;0b41621e-25f2-42a0-8397-b2e160673cc7&quot;:{&quot;id&quot;:&quot;0b41621e-25f2-42a0-8397-b2e160673cc7&quot;,&quot;type&quot;:&quot;FIGURE_OBJECT&quot;,&quot;relativeTransform&quot;:{&quot;translate&quot;:{&quot;x&quot;:0,&quot;y&quot;:0},&quot;rotate&quot;:0},&quot;text&quot;:{&quot;textData&quot;:{&quot;lineSpacing&quot;:&quot;normal&quot;,&quot;alignment&quot;:&quot;center&quot;,&quot;verticalAlign&quot;:&quot;TOP&quot;,&quot;lines&quot;:[{&quot;runs&quot;:[{&quot;style&quot;:{&quot;fontFamily&quot;:&quot;Roboto&quot;,&quot;fontSize&quot;:16,&quot;color&quot;:&quot;rgb(131, 134, 174)&quot;,&quot;fontWeight&quot;:&quot;normal&quot;,&quot;fontStyle&quot;:&quot;normal&quot;,&quot;decoration&quot;:&quot;none&quot;},&quot;range&quot;:[0,10]}],&quot;text&quot;:&quot;Cytoplasmic&quot;},{&quot;runs&quot;:[{&quot;style&quot;:{&quot;fontFamily&quot;:&quot;Roboto&quot;,&quot;fontSize&quot;:16,&quot;color&quot;:&quot;rgb(131, 134, 174)&quot;,&quot;fontWeight&quot;:&quot;normal&quot;,&quot;fontStyle&quot;:&quot;normal&quot;,&quot;decoration&quot;:&quot;none&quot;,&quot;script&quot;:&quot;none&quot;},&quot;range&quot;:[0,7]}],&quot;text&quot;:&quot;membrane&quot;}],&quot;_lastCaretLocation&quot;:{&quot;lineIndex&quot;:1,&quot;runIndex&quot;:-1,&quot;charIndex&quot;:-1,&quot;endOfLine&quot;:true}},&quot;format&quot;:&quot;BETTER_TEXT&quot;,&quot;size&quot;:{&quot;x&quot;:88.2734375,&quot;y&quot;:37.08},&quot;targetSize&quot;:{&quot;x&quot;:63.0910913501654,&quot;y&quot;:2}},&quot;parent&quot;:{&quot;type&quot;:&quot;CHILD&quot;,&quot;parentId&quot;:&quot;a3b12fef-5312-47b7-aed0-840bfb563b2f&quot;,&quot;order&quot;:&quot;5&quot;}},&quot;7d1bb77a-466f-4b8a-be9b-f3c27c3d879a&quot;:{&quot;type&quot;:&quot;FIGURE_OBJECT&quot;,&quot;id&quot;:&quot;7d1bb77a-466f-4b8a-be9b-f3c27c3d879a&quot;,&quot;relativeTransform&quot;:{&quot;translate&quot;:{&quot;x&quot;:-370.0385937899165,&quot;y&quot;:-232.6371295972912},&quot;rotate&quot;:1.5707963267948966,&quot;skewX&quot;:0,&quot;scale&quot;:{&quot;x&quot;:1,&quot;y&quot;:1}},&quot;opacity&quot;:1,&quot;path&quot;:{&quot;type&quot;:&quot;POLY_LINE&quot;,&quot;points&quot;:[{&quot;x&quot;:-59.874286811752626,&quot;y&quot;:22.200907153664488},{&quot;x&quot;:-59.874286811752626,&quot;y&quot;:-22.200907153664488},{&quot;x&quot;:59.874286811752626,&quot;y&quot;:-22.200907153664488}],&quot;closed&quot;:false,&quot;cornerRounding&quot;:{&quot;type&quot;:&quot;ARC_LENGTH&quot;,&quot;global&quot;:169.2979731024344},&quot;selectedObjectIds&quot;:[&quot;7d3aa40d-1b70-4b0b-b7d4-b2dc4cc50693&quot;]},&quot;pathStyles&quot;:[{&quot;type&quot;:&quot;FILL&quot;,&quot;fillStyle&quot;:&quot;rgba(0,0,0,0)&quot;},{&quot;type&quot;:&quot;STROKE&quot;,&quot;strokeStyle&quot;:&quot;#C03830&quot;,&quot;lineWidth&quot;:2,&quot;lineJoin&quot;:&quot;round&quot;}],&quot;pathMarkers&quot;:{&quot;markerEnd&quot;:{&quot;type&quot;:&quot;PATH&quot;,&quot;units&quot;:{&quot;type&quot;:&quot;STROKE_WIDTH&quot;,&quot;scale&quot;:1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isLocked&quot;:false,&quot;parent&quot;:{&quot;type&quot;:&quot;CHILD&quot;,&quot;parentId&quot;:&quot;af707135-aaf7-4934-abb0-421fe39cd91f&quot;,&quot;order&quot;:&quot;99999999999999999995&quot;},&quot;connectorInfo&quot;:{&quot;connectedObjects&quot;:[],&quot;type&quot;:&quot;ELBOW&quot;,&quot;offset&quot;:{&quot;x&quot;:0,&quot;y&quot;:0},&quot;bending&quot;:-0.1,&quot;firstElementIsHead&quot;:true,&quot;customized&quot;:false}},&quot;f8eac3c3-d288-48b1-901f-4b69070f78c5&quot;:{&quot;type&quot;:&quot;FIGURE_OBJECT&quot;,&quot;id&quot;:&quot;f8eac3c3-d288-48b1-901f-4b69070f78c5&quot;,&quot;relativeTransform&quot;:{&quot;translate&quot;:{&quot;x&quot;:8.888945639799601,&quot;y&quot;:156.53515311137352},&quot;rotate&quot;:0},&quot;opacity&quot;:1,&quot;path&quot;:{&quot;type&quot;:&quot;RECT&quot;,&quot;size&quot;:{&quot;x&quot;:1054.475619382443,&quot;y&quot;:500.9303902151375},&quot;cornerRounding&quot;:{&quot;type&quot;:&quot;ARC_LENGTH&quot;,&quot;global&quot;:0}},&quot;pathStyles&quot;:[{&quot;type&quot;:&quot;FILL&quot;,&quot;fillStyle&quot;:{&quot;type&quot;:&quot;linear&quot;,&quot;angle&quot;:0,&quot;colorStops&quot;:{&quot;0&quot;:&quot;rgb(218, 230, 238)&quot;,&quot;0.923&quot;:&quot;rgba(251, 245, 255, 0)&quot;,&quot;0.713&quot;:&quot;rgb(252, 246, 255)&quot;}}},{&quot;type&quot;:&quot;STROKE&quot;,&quot;strokeStyle&quot;:&quot;rgba(0,0,0,0)&quot;,&quot;lineWidth&quot;:2,&quot;lineJoin&quot;:&quot;round&quot;}],&quot;isLocked&quot;:false,&quot;parent&quot;:{&quot;type&quot;:&quot;CHILD&quot;,&quot;parentId&quot;:&quot;af707135-aaf7-4934-abb0-421fe39cd91f&quot;,&quot;order&quot;:&quot;3&quot;}},&quot;699e1339-b485-4033-926c-fb5321c5cae9&quot;:{&quot;id&quot;:&quot;699e1339-b485-4033-926c-fb5321c5cae9&quot;,&quot;type&quot;:&quot;FIGURE_OBJECT&quot;,&quot;relativeTransform&quot;:{&quot;translate&quot;:{&quot;x&quot;:472.4200811019619,&quot;y&quot;:345.54114536871424},&quot;rotate&quot;:-2.4492935982947064e-16,&quot;skewX&quot;:0,&quot;scale&quot;:{&quot;x&quot;:1,&quot;y&quot;:1}},&quot;text&quot;:{&quot;textData&quot;:{&quot;lineSpacing&quot;:&quot;normal&quot;,&quot;alignment&quot;:&quot;center&quot;,&quot;verticalAlign&quot;:&quot;CENTER&quot;,&quot;lines&quot;:[{&quot;runs&quot;:[{&quot;style&quot;:{&quot;fontFamily&quot;:&quot;Roboto&quot;,&quot;fontSize&quot;:16,&quot;color&quot;:&quot;rgb(133, 161, 205)&quot;,&quot;fontWeight&quot;:&quot;normal&quot;,&quot;fontStyle&quot;:&quot;normal&quot;,&quot;decoration&quot;:&quot;none&quot;,&quot;script&quot;:&quot;none&quot;},&quot;range&quot;:[0,8]}],&quot;text&quot;:&quot;Cytoplasm&quot;}],&quot;_lastCaretLocation&quot;:{&quot;lineIndex&quot;:0,&quot;runIndex&quot;:-1,&quot;charIndex&quot;:-1,&quot;endOfLine&quot;:true}},&quot;format&quot;:&quot;BETTER_TEXT&quot;,&quot;size&quot;:{&quot;x&quot;:76.625,&quot;y&quot;:19},&quot;targetSize&quot;:{&quot;x&quot;:76.625,&quot;y&quot;:19}},&quot;parent&quot;:{&quot;type&quot;:&quot;CHILD&quot;,&quot;parentId&quot;:&quot;af707135-aaf7-4934-abb0-421fe39cd91f&quot;,&quot;order&quot;:&quot;99999999999999999999999997&quot;}},&quot;d55b04ab-a49f-49cb-b88d-8d4a16f43f53&quot;:{&quot;id&quot;:&quot;d55b04ab-a49f-49cb-b88d-8d4a16f43f53&quot;,&quot;type&quot;:&quot;FIGURE_OBJECT&quot;,&quot;relativeTransform&quot;:{&quot;translate&quot;:{&quot;x&quot;:472.4200811019619,&quot;y&quot;:29.63516970914801},&quot;rotate&quot;:-2.4492935982947064e-16,&quot;skewX&quot;:0,&quot;scale&quot;:{&quot;x&quot;:1,&quot;y&quot;:1}},&quot;text&quot;:{&quot;textData&quot;:{&quot;lineSpacing&quot;:&quot;normal&quot;,&quot;alignment&quot;:&quot;center&quot;,&quot;verticalAlign&quot;:&quot;TOP&quot;,&quot;lines&quot;:[{&quot;runs&quot;:[{&quot;style&quot;:{&quot;fontFamily&quot;:&quot;Roboto&quot;,&quot;fontSize&quot;:16,&quot;color&quot;:&quot;rgb(169, 168, 216)&quot;,&quot;fontWeight&quot;:&quot;normal&quot;,&quot;fontStyle&quot;:&quot;normal&quot;,&quot;decoration&quot;:&quot;none&quot;,&quot;script&quot;:&quot;none&quot;},&quot;range&quot;:[0,8]}],&quot;text&quot;:&quot;Periplasm&quot;}],&quot;_lastCaretLocation&quot;:{&quot;lineIndex&quot;:0,&quot;runIndex&quot;:-1,&quot;charIndex&quot;:-1,&quot;endOfLine&quot;:true}},&quot;format&quot;:&quot;BETTER_TEXT&quot;,&quot;size&quot;:{&quot;x&quot;:76.625,&quot;y&quot;:19},&quot;targetSize&quot;:{&quot;x&quot;:76.625,&quot;y&quot;:19}},&quot;parent&quot;:{&quot;type&quot;:&quot;CHILD&quot;,&quot;parentId&quot;:&quot;af707135-aaf7-4934-abb0-421fe39cd91f&quot;,&quot;order&quot;:&quot;99999999999999999999999998&quot;}},&quot;2fcd0e2a-e5ee-4583-a2b0-8544a2bc0d7e&quot;:{&quot;type&quot;:&quot;FIGURE_OBJECT&quot;,&quot;id&quot;:&quot;2fcd0e2a-e5ee-4583-a2b0-8544a2bc0d7e&quot;,&quot;relativeTransform&quot;:{&quot;translate&quot;:{&quot;x&quot;:-84.2264508613755,&quot;y&quot;:-61.14089444059525},&quot;rotate&quot;:0,&quot;skewX&quot;:0,&quot;scale&quot;:{&quot;x&quot;:1,&quot;y&quot;:1}},&quot;opacity&quot;:1,&quot;path&quot;:{&quot;type&quot;:&quot;ELLIPSE&quot;,&quot;size&quot;:{&quot;x&quot;:125.66670980925889,&quot;y&quot;:125.66670980925889}},&quot;isLocked&quot;:false,&quot;pathStyles&quot;:[{&quot;type&quot;:&quot;FILL&quot;,&quot;fillStyle&quot;:{&quot;type&quot;:&quot;radial&quot;,&quot;colorStops&quot;:{&quot;0&quot;:&quot;rgb(255, 149, 149)&quot;,&quot;0.617&quot;:&quot;rgba(224, 132, 132, 0)&quot;}}},{&quot;type&quot;:&quot;STROKE&quot;,&quot;strokeStyle&quot;:&quot;rgba(0,0,0,0)&quot;,&quot;lineWidth&quot;:2,&quot;lineJoin&quot;:&quot;round&quot;}],&quot;parent&quot;:{&quot;type&quot;:&quot;CHILD&quot;,&quot;parentId&quot;:&quot;af707135-aaf7-4934-abb0-421fe39cd91f&quot;,&quot;order&quot;:&quot;99999999999999999999999999&quot;},&quot;layout&quot;:{&quot;sizeRatio&quot;:{&quot;x&quot;:0.7071067811865476,&quot;y&quot;:0.7071067811865476},&quot;keepAspectRatio&quot;:true}},&quot;8f4f64df-5f59-475a-a40d-90f4f9e4e1fc&quot;:{&quot;id&quot;:&quot;8f4f64df-5f59-475a-a40d-90f4f9e4e1fc&quot;,&quot;type&quot;:&quot;FIGURE_OBJECT&quot;,&quot;relativeTransform&quot;:{&quot;translate&quot;:{&quot;x&quot;:0,&quot;y&quot;:0},&quot;rotate&quot;:0,&quot;skewX&quot;:0,&quot;scale&quot;:{&quot;x&quot;:1,&quot;y&quot;:1}},&quot;text&quot;:{&quot;textData&quot;:{&quot;lineSpacing&quot;:&quot;normal&quot;,&quot;alignment&quot;:&quot;center&quot;,&quot;verticalAlign&quot;:&quot;TOP&quot;,&quot;lines&quot;:[{&quot;runs&quot;:[],&quot;text&quot;:&quot;&quot;,&quot;baseStyle&quot;:{&quot;fontFamily&quot;:&quot;Roboto&quot;,&quot;fontSize&quot;:18.666666666666664,&quot;color&quot;:&quot;black&quot;,&quot;fontWeight&quot;:&quot;normal&quot;,&quot;fontStyle&quot;:&quot;normal&quot;,&quot;decoration&quot;:&quot;none&quot;}}]},&quot;format&quot;:&quot;BETTER_TEXT&quot;,&quot;size&quot;:{&quot;x&quot;:125.66670980925889,&quot;y&quot;:22},&quot;targetSize&quot;:{&quot;x&quot;:125.66670980925889,&quot;y&quot;:2.32}},&quot;parent&quot;:{&quot;type&quot;:&quot;CHILD&quot;,&quot;parentId&quot;:&quot;2fcd0e2a-e5ee-4583-a2b0-8544a2bc0d7e&quot;,&quot;order&quot;:&quot;5&quot;}},&quot;623d1c8d-2039-49da-8ef7-d06fff42d969&quot;:{&quot;relativeTransform&quot;:{&quot;translate&quot;:{&quot;x&quot;:-312.85146664955096,&quot;y&quot;:209.94234554983493},&quot;rotate&quot;:0},&quot;type&quot;:&quot;FIGURE_OBJECT&quot;,&quot;id&quot;:&quot;623d1c8d-2039-49da-8ef7-d06fff42d969&quot;,&quot;name&quot;:&quot;25. Phospholipid monolayer brush (straight)&quot;,&quot;displayName&quot;:&quot;Phospholipid monolayer brush (straight)&quot;,&quot;opacity&quot;:0.7,&quot;source&quot;:{&quot;id&quot;:&quot;5e75574852bb9000abea623e&quot;,&quot;type&quot;:&quot;ASSETS&quot;},&quot;path&quot;:{&quot;type&quot;:&quot;POLY_LINE&quot;,&quot;points&quot;:[{&quot;x&quot;:-205.82627755492564,&quot;y&quot;:0},{&quot;x&quot;:205.82627755492555,&quot;y&quot;:0}],&quot;closed&quot;:false},&quot;pathStyles&quot;:[{&quot;type&quot;:&quot;FILL&quot;,&quot;fillStyle&quot;:&quot;rgba(0,0,0,0)&quot;},{&quot;type&quot;:&quot;STROKE&quot;,&quot;strokeStyle&quot;:&quot;rgba(0,0,0,0)&quot;,&quot;lineWidth&quot;:47.59041446485092,&quot;lineJoin&quot;:&quot;round&quot;}],&quot;pathSmoothing&quot;:{&quot;type&quot;:&quot;CATMULL_SMOOTHING&quot;,&quot;smoothing&quot;:0.2},&quot;pathPattern&quot;:{&quot;type&quot;:&quot;ROW&quot;,&quot;patternId&quot;:&quot;56ec105c-e412-4cf4-96eb-323b9a621ced&quot;,&quot;patternTransform&quot;:{&quot;translate&quot;:{&quot;x&quot;:-0.0007260766359839109,&quot;y&quot;:-0.5},&quot;rotate&quot;:0,&quot;skewX&quot;:0,&quot;scale&quot;:{&quot;x&quot;:0.0033003300330033004,&quot;y&quot;:0.0033003300330033004}},&quot;xUnits&quot;:&quot;STROKE_WIDTH&quot;,&quot;yUnits&quot;:&quot;STROKE_WIDTH&quot;,&quot;bending&quot;:true,&quot;repeat&quot;:{&quot;distance&quot;:0.35313531353135313,&quot;align&quot;:&quot;CENTER&quot;},&quot;isPremium&quot;:false},&quot;isLocked&quot;:false,&quot;parent&quot;:{&quot;type&quot;:&quot;CHILD&quot;,&quot;parentId&quot;:&quot;af707135-aaf7-4934-abb0-421fe39cd91f&quot;,&quot;order&quot;:&quot;999999999999999999999999998&quot;},&quot;isPremium&quot;:false},&quot;9a70ade0-d5cf-4bad-99d2-88885fe4b748&quot;:{&quot;type&quot;:&quot;FIGURE_OBJECT&quot;,&quot;id&quot;:&quot;9a70ade0-d5cf-4bad-99d2-88885fe4b748&quot;,&quot;relativeTransform&quot;:{&quot;translate&quot;:{&quot;x&quot;:244.50525928195842,&quot;y&quot;:233.43352596498988},&quot;rotate&quot;:0,&quot;skewX&quot;:0,&quot;scale&quot;:{&quot;x&quot;:1,&quot;y&quot;:1}},&quot;opacity&quot;:1,&quot;path&quot;:{&quot;type&quot;:&quot;ELLIPSE&quot;,&quot;size&quot;:{&quot;x&quot;:125.66670980925889,&quot;y&quot;:125.66670980925889}},&quot;isLocked&quot;:false,&quot;pathStyles&quot;:[{&quot;type&quot;:&quot;FILL&quot;,&quot;fillStyle&quot;:{&quot;type&quot;:&quot;radial&quot;,&quot;colorStops&quot;:{&quot;0&quot;:&quot;rgb(252, 147, 147)&quot;,&quot;0.692&quot;:&quot;rgba(252, 147, 147, 0)&quot;}}},{&quot;type&quot;:&quot;STROKE&quot;,&quot;strokeStyle&quot;:&quot;rgba(0,0,0,0)&quot;,&quot;lineWidth&quot;:2,&quot;lineJoin&quot;:&quot;round&quot;}],&quot;parent&quot;:{&quot;type&quot;:&quot;CHILD&quot;,&quot;parentId&quot;:&quot;af707135-aaf7-4934-abb0-421fe39cd91f&quot;,&quot;order&quot;:&quot;999999999999999999999999999985&quot;},&quot;layout&quot;:{&quot;sizeRatio&quot;:{&quot;x&quot;:0.7071067811865476,&quot;y&quot;:0.7071067811865476},&quot;keepAspectRatio&quot;:true}},&quot;b494229a-0c72-48fd-b468-e85315268b22&quot;:{&quot;id&quot;:&quot;b494229a-0c72-48fd-b468-e85315268b22&quot;,&quot;type&quot;:&quot;FIGURE_OBJECT&quot;,&quot;relativeTransform&quot;:{&quot;translate&quot;:{&quot;x&quot;:0,&quot;y&quot;:0},&quot;rotate&quot;:0,&quot;skewX&quot;:0,&quot;scale&quot;:{&quot;x&quot;:1,&quot;y&quot;:1}},&quot;text&quot;:{&quot;textData&quot;:{&quot;lineSpacing&quot;:&quot;normal&quot;,&quot;alignment&quot;:&quot;center&quot;,&quot;verticalAlign&quot;:&quot;TOP&quot;,&quot;lines&quot;:[{&quot;runs&quot;:[],&quot;text&quot;:&quot;&quot;,&quot;baseStyle&quot;:{&quot;fontFamily&quot;:&quot;Roboto&quot;,&quot;fontSize&quot;:18.666666666666664,&quot;color&quot;:&quot;black&quot;,&quot;fontWeight&quot;:&quot;normal&quot;,&quot;fontStyle&quot;:&quot;normal&quot;,&quot;decoration&quot;:&quot;none&quot;}}]},&quot;format&quot;:&quot;BETTER_TEXT&quot;,&quot;size&quot;:{&quot;x&quot;:125.66670980925889,&quot;y&quot;:22},&quot;targetSize&quot;:{&quot;x&quot;:125.66670980925889,&quot;y&quot;:2.32}},&quot;parent&quot;:{&quot;type&quot;:&quot;CHILD&quot;,&quot;parentId&quot;:&quot;9a70ade0-d5cf-4bad-99d2-88885fe4b748&quot;,&quot;order&quot;:&quot;5&quot;}},&quot;fe0666cd-15c3-4197-b742-16eef5384cdd&quot;:{&quot;type&quot;:&quot;FIGURE_OBJECT&quot;,&quot;id&quot;:&quot;fe0666cd-15c3-4197-b742-16eef5384cdd&quot;,&quot;parent&quot;:{&quot;type&quot;:&quot;CHILD&quot;,&quot;parentId&quot;:&quot;af707135-aaf7-4934-abb0-421fe39cd91f&quot;,&quot;order&quot;:&quot;9999999999999999999999999992&quot;},&quot;relativeTransform&quot;:{&quot;translate&quot;:{&quot;x&quot;:548.0527261802448,&quot;y&quot;:195.665949130863},&quot;rotate&quot;:-2.4492935982947064e-16,&quot;skewX&quot;:0,&quot;scale&quot;:{&quot;x&quot;:1,&quot;y&quot;:1}},&quot;opacity&quot;:0.7},&quot;b53d348d-b5ca-43bf-9962-6e2853d60988&quot;:{&quot;id&quot;:&quot;b53d348d-b5ca-43bf-9962-6e2853d60988&quot;,&quot;name&quot;:&quot;Phospholipid&quot;,&quot;displayName&quot;:&quot;&quot;,&quot;type&quot;:&quot;FIGURE_OBJECT&quot;,&quot;relativeTransform&quot;:{&quot;translate&quot;:{&quot;x&quot;:-246.07561904779845,&quot;y&quot;:8.119848458266587},&quot;rotate&quot;:-0.5235987755982987,&quot;skewX&quot;:-3.828652487581629e-16,&quot;scale&quot;:{&quot;x&quot;:0.3561813446790644,&quot;y&quot;:0.35618134467906504}},&quot;image&quot;:{&quot;url&quot;:&quot;https://icons.biorender.com/biorender/617826643d98ef002970526b/phospholipid-1.png&quot;,&quot;fallbackUrl&quot;:&quot;https://res.cloudinary.com/dlcjuc3ej/image/upload/v1635264092/wmosfjddzfwpeepjvhyl.svg#/keystone/api/icons/617826643d98ef002970526b/phospholipid-1.svg#/keystone/api/icons/617826643d98ef002970526b/phospholipid-1.svg#/keystone/api/icons/617826643d98ef002970526b/phospholipid-1.svg&quot;,&quot;isPremium&quot;:false,&quot;size&quot;:{&quot;x&quot;:50,&quot;y&quot;:136.42857142857144}},&quot;source&quot;:{&quot;id&quot;:&quot;5b5f651905c0e0001425b49e&quot;,&quot;type&quot;:&quot;ASSETS&quot;},&quot;isPremium&quot;:false,&quot;parent&quot;:{&quot;type&quot;:&quot;CHILD&quot;,&quot;parentId&quot;:&quot;fe0666cd-15c3-4197-b742-16eef5384cdd&quot;,&quot;order&quot;:&quot;1&quot;},&quot;styles&quot;:{&quot;editable&quot;:[{&quot;styleName&quot;:&quot;SATURATE&quot;,&quot;index&quot;:0,&quot;value&quot;:100}]}},&quot;18b1fd9f-377c-44ff-9bef-f543c162cd14&quot;:{&quot;id&quot;:&quot;18b1fd9f-377c-44ff-9bef-f543c162cd14&quot;,&quot;name&quot;:&quot;Phospholipid&quot;,&quot;displayName&quot;:&quot;&quot;,&quot;type&quot;:&quot;FIGURE_OBJECT&quot;,&quot;relativeTransform&quot;:{&quot;translate&quot;:{&quot;x&quot;:-256.36786564273757,&quot;y&quot;:17.821309151935615},&quot;rotate&quot;:-0.8138283475203955,&quot;skewX&quot;:-4.375602842950429e-16,&quot;scale&quot;:{&quot;x&quot;:0.3561813446790646,&quot;y&quot;:0.3561813446790649}},&quot;image&quot;:{&quot;url&quot;:&quot;https://icons.biorender.com/biorender/617826643d98ef002970526b/phospholipid-1.png&quot;,&quot;fallbackUrl&quot;:&quot;https://res.cloudinary.com/dlcjuc3ej/image/upload/v1635264092/wmosfjddzfwpeepjvhyl.svg#/keystone/api/icons/617826643d98ef002970526b/phospholipid-1.svg#/keystone/api/icons/617826643d98ef002970526b/phospholipid-1.svg#/keystone/api/icons/617826643d98ef002970526b/phospholipid-1.svg&quot;,&quot;isPremium&quot;:false,&quot;size&quot;:{&quot;x&quot;:50,&quot;y&quot;:136.42857142857144}},&quot;source&quot;:{&quot;id&quot;:&quot;5b5f651905c0e0001425b49e&quot;,&quot;type&quot;:&quot;ASSETS&quot;},&quot;isPremium&quot;:false,&quot;parent&quot;:{&quot;type&quot;:&quot;CHILD&quot;,&quot;parentId&quot;:&quot;fe0666cd-15c3-4197-b742-16eef5384cdd&quot;,&quot;order&quot;:&quot;2&quot;},&quot;styles&quot;:{&quot;editable&quot;:[{&quot;styleName&quot;:&quot;SATURATE&quot;,&quot;index&quot;:0,&quot;value&quot;:100}]}},&quot;c6f544a2-9c03-414b-9784-30801425837b&quot;:{&quot;id&quot;:&quot;c6f544a2-9c03-414b-9784-30801425837b&quot;,&quot;name&quot;:&quot;Phospholipid&quot;,&quot;displayName&quot;:&quot;&quot;,&quot;type&quot;:&quot;FIGURE_OBJECT&quot;,&quot;relativeTransform&quot;:{&quot;translate&quot;:{&quot;x&quot;:-254.39201909286004,&quot;y&quot;:32.92344387409008},&quot;rotate&quot;:-1.8241152105141218,&quot;skewX&quot;:-1.2032907818113676e-15,&quot;scale&quot;:{&quot;x&quot;:0.35618134467906465,&quot;y&quot;:0.35618134467906504}},&quot;image&quot;:{&quot;url&quot;:&quot;https://icons.biorender.com/biorender/617826643d98ef002970526b/phospholipid-1.png&quot;,&quot;fallbackUrl&quot;:&quot;https://res.cloudinary.com/dlcjuc3ej/image/upload/v1635264092/wmosfjddzfwpeepjvhyl.svg#/keystone/api/icons/617826643d98ef002970526b/phospholipid-1.svg#/keystone/api/icons/617826643d98ef002970526b/phospholipid-1.svg#/keystone/api/icons/617826643d98ef002970526b/phospholipid-1.svg&quot;,&quot;isPremium&quot;:false,&quot;size&quot;:{&quot;x&quot;:50,&quot;y&quot;:136.42857142857144}},&quot;source&quot;:{&quot;id&quot;:&quot;5b5f651905c0e0001425b49e&quot;,&quot;type&quot;:&quot;ASSETS&quot;},&quot;isPremium&quot;:false,&quot;parent&quot;:{&quot;type&quot;:&quot;CHILD&quot;,&quot;parentId&quot;:&quot;fe0666cd-15c3-4197-b742-16eef5384cdd&quot;,&quot;order&quot;:&quot;5&quot;},&quot;styles&quot;:{&quot;editable&quot;:[{&quot;styleName&quot;:&quot;SATURATE&quot;,&quot;index&quot;:0,&quot;value&quot;:100}]}},&quot;eddb1980-7dc6-4f38-beb5-3cddf3d07838&quot;:{&quot;id&quot;:&quot;eddb1980-7dc6-4f38-beb5-3cddf3d07838&quot;,&quot;name&quot;:&quot;Phospholipid&quot;,&quot;displayName&quot;:&quot;&quot;,&quot;type&quot;:&quot;FIGURE_OBJECT&quot;,&quot;relativeTransform&quot;:{&quot;translate&quot;:{&quot;x&quot;:-264.6089196480107,&quot;y&quot;:51.25035054010824},&quot;rotate&quot;:-1.8479780835651505,&quot;skewX&quot;:-9.29815604126967e-16,&quot;scale&quot;:{&quot;x&quot;:0.3561813446790644,&quot;y&quot;:0.3561813446790651}},&quot;image&quot;:{&quot;url&quot;:&quot;https://icons.biorender.com/biorender/617826643d98ef002970526b/phospholipid-1.png&quot;,&quot;fallbackUrl&quot;:&quot;https://res.cloudinary.com/dlcjuc3ej/image/upload/v1635264092/wmosfjddzfwpeepjvhyl.svg#/keystone/api/icons/617826643d98ef002970526b/phospholipid-1.svg#/keystone/api/icons/617826643d98ef002970526b/phospholipid-1.svg#/keystone/api/icons/617826643d98ef002970526b/phospholipid-1.svg&quot;,&quot;isPremium&quot;:false,&quot;size&quot;:{&quot;x&quot;:50,&quot;y&quot;:136.42857142857144}},&quot;source&quot;:{&quot;id&quot;:&quot;5b5f651905c0e0001425b49e&quot;,&quot;type&quot;:&quot;ASSETS&quot;},&quot;isPremium&quot;:false,&quot;parent&quot;:{&quot;type&quot;:&quot;CHILD&quot;,&quot;parentId&quot;:&quot;fe0666cd-15c3-4197-b742-16eef5384cdd&quot;,&quot;order&quot;:&quot;6&quot;},&quot;styles&quot;:{&quot;editable&quot;:[{&quot;styleName&quot;:&quot;SATURATE&quot;,&quot;index&quot;:0,&quot;value&quot;:100}]}},&quot;4e707f26-0fdf-4fdc-be0d-a8e7abf3fcfb&quot;:{&quot;id&quot;:&quot;4e707f26-0fdf-4fdc-be0d-a8e7abf3fcfb&quot;,&quot;name&quot;:&quot;Phospholipid&quot;,&quot;displayName&quot;:&quot;&quot;,&quot;type&quot;:&quot;FIGURE_OBJECT&quot;,&quot;relativeTransform&quot;:{&quot;translate&quot;:{&quot;x&quot;:-252.45086054755146,&quot;y&quot;:59.10771103531121},&quot;rotate&quot;:-2.6179938779914944,&quot;skewX&quot;:-1.5861560305695312e-15,&quot;scale&quot;:{&quot;x&quot;:0.3561813446790645,&quot;y&quot;:0.3561813446790662}},&quot;image&quot;:{&quot;url&quot;:&quot;https://icons.biorender.com/biorender/617826643d98ef002970526b/phospholipid-1.png&quot;,&quot;fallbackUrl&quot;:&quot;https://res.cloudinary.com/dlcjuc3ej/image/upload/v1635264092/wmosfjddzfwpeepjvhyl.svg#/keystone/api/icons/617826643d98ef002970526b/phospholipid-1.svg#/keystone/api/icons/617826643d98ef002970526b/phospholipid-1.svg#/keystone/api/icons/617826643d98ef002970526b/phospholipid-1.svg&quot;,&quot;isPremium&quot;:false,&quot;size&quot;:{&quot;x&quot;:50,&quot;y&quot;:136.42857142857144}},&quot;source&quot;:{&quot;id&quot;:&quot;5b5f651905c0e0001425b49e&quot;,&quot;type&quot;:&quot;ASSETS&quot;},&quot;isPremium&quot;:false,&quot;parent&quot;:{&quot;type&quot;:&quot;CHILD&quot;,&quot;parentId&quot;:&quot;fe0666cd-15c3-4197-b742-16eef5384cdd&quot;,&quot;order&quot;:&quot;7&quot;},&quot;styles&quot;:{&quot;editable&quot;:[{&quot;styleName&quot;:&quot;SATURATE&quot;,&quot;index&quot;:0,&quot;value&quot;:100}]}},&quot;c22e2740-9a37-4b26-b1a5-26918cd54b31&quot;:{&quot;type&quot;:&quot;FIGURE_OBJECT&quot;,&quot;id&quot;:&quot;c22e2740-9a37-4b26-b1a5-26918cd54b31&quot;,&quot;parent&quot;:{&quot;type&quot;:&quot;CHILD&quot;,&quot;parentId&quot;:&quot;af707135-aaf7-4934-abb0-421fe39cd91f&quot;,&quot;order&quot;:&quot;9999999999999999999999999995&quot;},&quot;relativeTransform&quot;:{&quot;translate&quot;:{&quot;x&quot;:-71.91665174496421,&quot;y&quot;:195.7232652494107},&quot;rotate&quot;:0,&quot;skewX&quot;:0,&quot;scale&quot;:{&quot;x&quot;:1,&quot;y&quot;:1}},&quot;opacity&quot;:0.7},&quot;16d0d5f5-255a-41d2-a65c-a74cc1aac5c3&quot;:{&quot;id&quot;:&quot;16d0d5f5-255a-41d2-a65c-a74cc1aac5c3&quot;,&quot;name&quot;:&quot;Phospholipid&quot;,&quot;displayName&quot;:&quot;&quot;,&quot;type&quot;:&quot;FIGURE_OBJECT&quot;,&quot;relativeTransform&quot;:{&quot;translate&quot;:{&quot;x&quot;:246.9970419541662,&quot;y&quot;:14.136251536921435},&quot;rotate&quot;:0.7571010947793217,&quot;skewX&quot;:-3.281702132212826e-16,&quot;scale&quot;:{&quot;x&quot;:-0.3561813446790643,&quot;y&quot;:0.35618134467906504}},&quot;image&quot;:{&quot;url&quot;:&quot;https://icons.biorender.com/biorender/617826643d98ef002970526b/phospholipid-1.png&quot;,&quot;fallbackUrl&quot;:&quot;https://res.cloudinary.com/dlcjuc3ej/image/upload/v1635264092/wmosfjddzfwpeepjvhyl.svg#/keystone/api/icons/617826643d98ef002970526b/phospholipid-1.svg#/keystone/api/icons/617826643d98ef002970526b/phospholipid-1.svg#/keystone/api/icons/617826643d98ef002970526b/phospholipid-1.svg&quot;,&quot;isPremium&quot;:false,&quot;size&quot;:{&quot;x&quot;:50,&quot;y&quot;:136.42857142857144}},&quot;source&quot;:{&quot;id&quot;:&quot;5b5f651905c0e0001425b49e&quot;,&quot;type&quot;:&quot;ASSETS&quot;},&quot;isPremium&quot;:false,&quot;parent&quot;:{&quot;type&quot;:&quot;CHILD&quot;,&quot;parentId&quot;:&quot;c22e2740-9a37-4b26-b1a5-26918cd54b31&quot;,&quot;order&quot;:&quot;1&quot;}},&quot;77a6f321-b0ec-45d5-859c-009f33389508&quot;:{&quot;id&quot;:&quot;77a6f321-b0ec-45d5-859c-009f33389508&quot;,&quot;name&quot;:&quot;Phospholipid&quot;,&quot;displayName&quot;:&quot;&quot;,&quot;type&quot;:&quot;FIGURE_OBJECT&quot;,&quot;relativeTransform&quot;:{&quot;translate&quot;:{&quot;x&quot;:246.996348032244,&quot;y&quot;:28.878384028348464},&quot;rotate&quot;:1.0471975511965974,&quot;skewX&quot;:-6.563404264425644e-16,&quot;scale&quot;:{&quot;x&quot;:-0.3561813446790646,&quot;y&quot;:0.3561813446790649}},&quot;image&quot;:{&quot;url&quot;:&quot;https://icons.biorender.com/biorender/617826643d98ef002970526b/phospholipid-1.png&quot;,&quot;fallbackUrl&quot;:&quot;https://res.cloudinary.com/dlcjuc3ej/image/upload/v1635264092/wmosfjddzfwpeepjvhyl.svg#/keystone/api/icons/617826643d98ef002970526b/phospholipid-1.svg#/keystone/api/icons/617826643d98ef002970526b/phospholipid-1.svg#/keystone/api/icons/617826643d98ef002970526b/phospholipid-1.svg&quot;,&quot;isPremium&quot;:false,&quot;size&quot;:{&quot;x&quot;:50,&quot;y&quot;:136.42857142857144}},&quot;source&quot;:{&quot;id&quot;:&quot;5b5f651905c0e0001425b49e&quot;,&quot;type&quot;:&quot;ASSETS&quot;},&quot;isPremium&quot;:false,&quot;parent&quot;:{&quot;type&quot;:&quot;CHILD&quot;,&quot;parentId&quot;:&quot;c22e2740-9a37-4b26-b1a5-26918cd54b31&quot;,&quot;order&quot;:&quot;2&quot;}},&quot;64f68ea3-3768-4685-a26b-f90408064a36&quot;:{&quot;id&quot;:&quot;64f68ea3-3768-4685-a26b-f90408064a36&quot;,&quot;name&quot;:&quot;Phospholipid&quot;,&quot;displayName&quot;:&quot;&quot;,&quot;type&quot;:&quot;FIGURE_OBJECT&quot;,&quot;relativeTransform&quot;:{&quot;translate&quot;:{&quot;x&quot;:261.6599794374341,&quot;y&quot;:38.451981312296596},&quot;rotate&quot;:1.1459663399952549,&quot;skewX&quot;:-6.563404264425644e-16,&quot;scale&quot;:{&quot;x&quot;:-0.3561813446790646,&quot;y&quot;:0.3561813446790649}},&quot;image&quot;:{&quot;url&quot;:&quot;https://icons.biorender.com/biorender/617826643d98ef002970526b/phospholipid-1.png&quot;,&quot;fallbackUrl&quot;:&quot;https://res.cloudinary.com/dlcjuc3ej/image/upload/v1635264092/wmosfjddzfwpeepjvhyl.svg#/keystone/api/icons/617826643d98ef002970526b/phospholipid-1.svg#/keystone/api/icons/617826643d98ef002970526b/phospholipid-1.svg#/keystone/api/icons/617826643d98ef002970526b/phospholipid-1.svg&quot;,&quot;isPremium&quot;:false,&quot;size&quot;:{&quot;x&quot;:50,&quot;y&quot;:136.42857142857144}},&quot;source&quot;:{&quot;id&quot;:&quot;5b5f651905c0e0001425b49e&quot;,&quot;type&quot;:&quot;ASSETS&quot;},&quot;isPremium&quot;:false,&quot;parent&quot;:{&quot;type&quot;:&quot;CHILD&quot;,&quot;parentId&quot;:&quot;c22e2740-9a37-4b26-b1a5-26918cd54b31&quot;,&quot;order&quot;:&quot;5&quot;}},&quot;15803df4-f7b0-43f9-8e2a-775a228a1bee&quot;:{&quot;id&quot;:&quot;15803df4-f7b0-43f9-8e2a-775a228a1bee&quot;,&quot;name&quot;:&quot;Phospholipid&quot;,&quot;displayName&quot;:&quot;&quot;,&quot;type&quot;:&quot;FIGURE_OBJECT&quot;,&quot;relativeTransform&quot;:{&quot;translate&quot;:{&quot;x&quot;:261.3460936629881,&quot;y&quot;:51.69750472737273},&quot;rotate&quot;:2.094395102393195,&quot;skewX&quot;:-8.751205685900866e-16,&quot;scale&quot;:{&quot;x&quot;:-0.3561813446790644,&quot;y&quot;:0.35618134467906504}},&quot;image&quot;:{&quot;url&quot;:&quot;https://icons.biorender.com/biorender/617826643d98ef002970526b/phospholipid-1.png&quot;,&quot;fallbackUrl&quot;:&quot;https://res.cloudinary.com/dlcjuc3ej/image/upload/v1635264092/wmosfjddzfwpeepjvhyl.svg#/keystone/api/icons/617826643d98ef002970526b/phospholipid-1.svg#/keystone/api/icons/617826643d98ef002970526b/phospholipid-1.svg#/keystone/api/icons/617826643d98ef002970526b/phospholipid-1.svg&quot;,&quot;isPremium&quot;:false,&quot;size&quot;:{&quot;x&quot;:50,&quot;y&quot;:136.42857142857144}},&quot;source&quot;:{&quot;id&quot;:&quot;5b5f651905c0e0001425b49e&quot;,&quot;type&quot;:&quot;ASSETS&quot;},&quot;isPremium&quot;:false,&quot;parent&quot;:{&quot;type&quot;:&quot;CHILD&quot;,&quot;parentId&quot;:&quot;c22e2740-9a37-4b26-b1a5-26918cd54b31&quot;,&quot;order&quot;:&quot;6&quot;}},&quot;893bd1f4-652b-4052-846a-5d3bd39d7d9b&quot;:{&quot;id&quot;:&quot;893bd1f4-652b-4052-846a-5d3bd39d7d9b&quot;,&quot;name&quot;:&quot;Phospholipid&quot;,&quot;displayName&quot;:&quot;&quot;,&quot;type&quot;:&quot;FIGURE_OBJECT&quot;,&quot;relativeTransform&quot;:{&quot;translate&quot;:{&quot;x&quot;:246.99703456252885,&quot;y&quot;:55.882730863024115},&quot;rotate&quot;:2.4117369327175044,&quot;skewX&quot;:-1.640851066106412e-15,&quot;scale&quot;:{&quot;x&quot;:-0.3561813446790644,&quot;y&quot;:0.35618134467906626}},&quot;image&quot;:{&quot;url&quot;:&quot;https://icons.biorender.com/biorender/617826643d98ef002970526b/phospholipid-1.png&quot;,&quot;fallbackUrl&quot;:&quot;https://res.cloudinary.com/dlcjuc3ej/image/upload/v1635264092/wmosfjddzfwpeepjvhyl.svg#/keystone/api/icons/617826643d98ef002970526b/phospholipid-1.svg#/keystone/api/icons/617826643d98ef002970526b/phospholipid-1.svg#/keystone/api/icons/617826643d98ef002970526b/phospholipid-1.svg&quot;,&quot;isPremium&quot;:false,&quot;size&quot;:{&quot;x&quot;:50,&quot;y&quot;:136.42857142857144}},&quot;source&quot;:{&quot;id&quot;:&quot;5b5f651905c0e0001425b49e&quot;,&quot;type&quot;:&quot;ASSETS&quot;},&quot;isPremium&quot;:false,&quot;parent&quot;:{&quot;type&quot;:&quot;CHILD&quot;,&quot;parentId&quot;:&quot;c22e2740-9a37-4b26-b1a5-26918cd54b31&quot;,&quot;order&quot;:&quot;7&quot;}},&quot;98fc8d8e-7786-4ed7-b7bb-1acc4a2bf81f&quot;:{&quot;type&quot;:&quot;FIGURE_OBJECT&quot;,&quot;id&quot;:&quot;98fc8d8e-7786-4ed7-b7bb-1acc4a2bf81f&quot;,&quot;parent&quot;:{&quot;type&quot;:&quot;CHILD&quot;,&quot;parentId&quot;:&quot;af707135-aaf7-4934-abb0-421fe39cd91f&quot;,&quot;order&quot;:&quot;9999999999999999999999999997&quot;},&quot;relativeTransform&quot;:{&quot;translate&quot;:{&quot;x&quot;:60.855436719307704,&quot;y&quot;:261.4172886303499},&quot;rotate&quot;:0.38196444601007307,&quot;skewX&quot;:-1.1102230246251602e-16,&quot;scale&quot;:{&quot;x&quot;:0.9999999999999983,&quot;y&quot;:0.9999999999999983}}},&quot;bab16681-9a34-44c5-90e5-35cf05645368&quot;:{&quot;id&quot;:&quot;bab16681-9a34-44c5-90e5-35cf05645368&quot;,&quot;name&quot;:&quot;Sphere&quot;,&quot;displayName&quot;:&quot;&quot;,&quot;type&quot;:&quot;FIGURE_OBJECT&quot;,&quot;relativeTransform&quot;:{&quot;translate&quot;:{&quot;x&quot;:98.85989277780374,&quot;y&quot;:-126.53396493860443},&quot;rotate&quot;:6.283185307179586,&quot;skewX&quot;:0,&quot;scale&quot;:{&quot;x&quot;:-0.3984490257442165,&quot;y&quot;:0.3984490257442165}},&quot;image&quot;:{&quot;url&quot;:&quot;https://icons.biorender.com/biorender/5f4529c2929bce0028c9f877/sphere.png&quot;,&quot;fallbackUrl&quot;:&quot;https://res.cloudinary.com/dlcjuc3ej/image/upload/v1598368171/ew6k84mtkvzvpdegkgon.svg#/keystone/api/icons/5f4529c2929bce0028c9f877/sphere.svg#/keystone/api/icons/5f4529c2929bce0028c9f877/sphere.svg&quot;,&quot;isPremium&quot;:false,&quot;size&quot;:{&quot;x&quot;:50,&quot;y&quot;:50}},&quot;source&quot;:{&quot;id&quot;:&quot;5b8847989629ce1400901caa&quot;,&quot;type&quot;:&quot;ASSETS&quot;},&quot;isPremium&quot;:false,&quot;parent&quot;:{&quot;type&quot;:&quot;CHILD&quot;,&quot;parentId&quot;:&quot;98fc8d8e-7786-4ed7-b7bb-1acc4a2bf81f&quot;,&quot;order&quot;:&quot;5&quot;}},&quot;4ed89407-6f1b-440e-9894-5b630d91f955&quot;:{&quot;type&quot;:&quot;FIGURE_OBJECT&quot;,&quot;id&quot;:&quot;4ed89407-6f1b-440e-9894-5b630d91f955&quot;,&quot;relativeTransform&quot;:{&quot;translate&quot;:{&quot;x&quot;:98.8598513251132,&quot;y&quot;:-132.7093675387338},&quot;rotate&quot;:4.71238898038469},&quot;opacity&quot;:1,&quot;path&quot;:{&quot;type&quot;:&quot;POLY_LINE&quot;,&quot;points&quot;:[{&quot;x&quot;:-12.747998857824594,&quot;y&quot;:0},{&quot;x&quot;:-38.007879046069675,&quot;y&quot;:0}],&quot;closed&quot;:false},&quot;pathStyles&quot;:[{&quot;type&quot;:&quot;FILL&quot;,&quot;fillStyle&quot;:&quot;rgba(0,0,0,0)&quot;},{&quot;type&quot;:&quot;STROKE&quot;,&quot;strokeStyle&quot;:&quot;rgba(148,34,31,1)&quot;,&quot;lineWidth&quot;:3.040630323685574,&quot;lineJoin&quot;:&quot;round&quot;}],&quot;isLocked&quot;:false,&quot;parent&quot;:{&quot;type&quot;:&quot;CHILD&quot;,&quot;parentId&quot;:&quot;98fc8d8e-7786-4ed7-b7bb-1acc4a2bf81f&quot;,&quot;order&quot;:&quot;2&quot;},&quot;connectorInfo&quot;:{&quot;connectedObjects&quot;:[],&quot;type&quot;:&quot;LINE&quot;,&quot;offset&quot;:{&quot;x&quot;:0,&quot;y&quot;:0},&quot;bending&quot;:0.1,&quot;firstElementIsHead&quot;:true,&quot;customized&quot;:false},&quot;pathMarkers&quot;:{&quot;markerEnd&quot;:{&quot;type&quot;:&quot;PATH&quot;,&quot;units&quot;:{&quot;type&quot;:&quot;STROKE_WIDTH&quot;,&quot;scale&quot;:1},&quot;orient&quot;:{&quot;type&quot;:&quot;AUTO_START_REVERSE&quot;},&quot;name&quot;:&quot;rounded-end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-0.5,&quot;y&quot;:0,&quot;isEndPoint&quot;:true},{&quot;x&quot;:-0.49999999999999994,&quot;y&quot;:0.2761423749153967,&quot;isEndPoint&quot;:false},{&quot;x&quot;:-0.2761423749153966,&quot;y&quot;:0.5,&quot;isEndPoint&quot;:false},{&quot;x&quot;:3.061616997868383e-17,&quot;y&quot;:0.5,&quot;isEndPoint&quot;:true},{&quot;x&quot;:0.2761423749153967,&quot;y&quot;:0.5,&quot;isEndPoint&quot;:false},{&quot;x&quot;:0.5,&quot;y&quot;:0.27614237491539667,&quot;isEndPoint&quot;:false},{&quot;x&quot;:0.5,&quot;y&quot;:0,&quot;isEndPoint&quot;:true},{&quot;x&quot;:0.5,&quot;y&quot;:-0.27614237491539667,&quot;isEndPoint&quot;:false},{&quot;x&quot;:0.2761423749153967,&quot;y&quot;:-0.5,&quot;isEndPoint&quot;:false},{&quot;x&quot;:3.061616997868383e-17,&quot;y&quot;:-0.5,&quot;isEndPoint&quot;:true},{&quot;x&quot;:-0.2761423749153966,&quot;y&quot;:-0.5,&quot;isEndPoint&quot;:false},{&quot;x&quot;:-0.49999999999999994,&quot;y&quot;:-0.2761423749153967,&quot;isEndPoint&quot;:false},{&quot;x&quot;:-0.5,&quot;y&quot;:-6.123233995736766e-17,&quot;isEndPoint&quot;:true}],&quot;closed&quot;:false}},&quot;pathStyles&quot;:[{&quot;type&quot;:&quot;FILL&quot;,&quot;fillStyle&quot;:&quot;context-stroke-flat&quot;}]}}},&quot;60898bc1-1954-4655-8808-17881dad9b18&quot;:{&quot;type&quot;:&quot;FIGURE_OBJECT&quot;,&quot;id&quot;:&quot;60898bc1-1954-4655-8808-17881dad9b18&quot;,&quot;relativeTransform&quot;:{&quot;translate&quot;:{&quot;x&quot;:244.50525928195842,&quot;y&quot;:-61.14055127362856},&quot;rotate&quot;:0,&quot;skewX&quot;:0,&quot;scale&quot;:{&quot;x&quot;:1,&quot;y&quot;:1}},&quot;opacity&quot;:1,&quot;path&quot;:{&quot;type&quot;:&quot;ELLIPSE&quot;,&quot;size&quot;:{&quot;x&quot;:125.66670980925889,&quot;y&quot;:125.66670980925889}},&quot;isLocked&quot;:false,&quot;pathStyles&quot;:[{&quot;type&quot;:&quot;FILL&quot;,&quot;fillStyle&quot;:{&quot;type&quot;:&quot;radial&quot;,&quot;colorStops&quot;:{&quot;0&quot;:&quot;rgb(255, 149, 149)&quot;,&quot;0.692&quot;:&quot;rgba(252, 147, 147, 0)&quot;}}},{&quot;type&quot;:&quot;STROKE&quot;,&quot;strokeStyle&quot;:&quot;rgba(0,0,0,0)&quot;,&quot;lineWidth&quot;:2,&quot;lineJoin&quot;:&quot;round&quot;}],&quot;parent&quot;:{&quot;type&quot;:&quot;CHILD&quot;,&quot;parentId&quot;:&quot;af707135-aaf7-4934-abb0-421fe39cd91f&quot;,&quot;order&quot;:&quot;99999999999999999999999999999&quot;},&quot;layout&quot;:{&quot;sizeRatio&quot;:{&quot;x&quot;:0.7071067811865476,&quot;y&quot;:0.7071067811865476},&quot;keepAspectRatio&quot;:true}},&quot;692fd84b-fb52-4f1c-9071-ce3c24a130dd&quot;:{&quot;id&quot;:&quot;692fd84b-fb52-4f1c-9071-ce3c24a130dd&quot;,&quot;type&quot;:&quot;FIGURE_OBJECT&quot;,&quot;relativeTransform&quot;:{&quot;translate&quot;:{&quot;x&quot;:0,&quot;y&quot;:0},&quot;rotate&quot;:0,&quot;skewX&quot;:0,&quot;scale&quot;:{&quot;x&quot;:1,&quot;y&quot;:1}},&quot;text&quot;:{&quot;textData&quot;:{&quot;lineSpacing&quot;:&quot;normal&quot;,&quot;alignment&quot;:&quot;center&quot;,&quot;verticalAlign&quot;:&quot;TOP&quot;,&quot;lines&quot;:[{&quot;runs&quot;:[],&quot;text&quot;:&quot;&quot;,&quot;baseStyle&quot;:{&quot;fontFamily&quot;:&quot;Roboto&quot;,&quot;fontSize&quot;:18.666666666666664,&quot;color&quot;:&quot;black&quot;,&quot;fontWeight&quot;:&quot;normal&quot;,&quot;fontStyle&quot;:&quot;normal&quot;,&quot;decoration&quot;:&quot;none&quot;}}]},&quot;format&quot;:&quot;BETTER_TEXT&quot;,&quot;size&quot;:{&quot;x&quot;:125.66670980925889,&quot;y&quot;:22},&quot;targetSize&quot;:{&quot;x&quot;:125.66670980925889,&quot;y&quot;:2.32}},&quot;parent&quot;:{&quot;type&quot;:&quot;CHILD&quot;,&quot;parentId&quot;:&quot;60898bc1-1954-4655-8808-17881dad9b18&quot;,&quot;order&quot;:&quot;5&quot;}},&quot;894dabf8-b6e2-447a-915f-8ae33aeb44b1&quot;:{&quot;type&quot;:&quot;FIGURE_OBJECT&quot;,&quot;id&quot;:&quot;894dabf8-b6e2-447a-915f-8ae33aeb44b1&quot;,&quot;parent&quot;:{&quot;type&quot;:&quot;CHILD&quot;,&quot;parentId&quot;:&quot;af707135-aaf7-4934-abb0-421fe39cd91f&quot;,&quot;order&quot;:&quot;9999999999999999999999999998&quot;},&quot;relativeTransform&quot;:{&quot;translate&quot;:{&quot;x&quot;:562.6540733289025,&quot;y&quot;:-95.48815739182868},&quot;rotate&quot;:-2.4492935982947064e-16,&quot;skewX&quot;:0,&quot;scale&quot;:{&quot;x&quot;:1,&quot;y&quot;:1}},&quot;opacity&quot;:0.7},&quot;1fc14142-b936-421b-9dc9-fafdc8221ac0&quot;:{&quot;id&quot;:&quot;1fc14142-b936-421b-9dc9-fafdc8221ac0&quot;,&quot;name&quot;:&quot;Phospholipid&quot;,&quot;displayName&quot;:&quot;&quot;,&quot;type&quot;:&quot;FIGURE_OBJECT&quot;,&quot;relativeTransform&quot;:{&quot;translate&quot;:{&quot;x&quot;:-246.07561904779845,&quot;y&quot;:8.119848458266587},&quot;rotate&quot;:-0.5235987755982987,&quot;skewX&quot;:-3.828652487581629e-16,&quot;scale&quot;:{&quot;x&quot;:0.3561813446790644,&quot;y&quot;:0.35618134467906504}},&quot;image&quot;:{&quot;url&quot;:&quot;https://icons.biorender.com/biorender/617826643d98ef002970526b/phospholipid-1.png&quot;,&quot;fallbackUrl&quot;:&quot;https://res.cloudinary.com/dlcjuc3ej/image/upload/v1635264092/wmosfjddzfwpeepjvhyl.svg#/keystone/api/icons/617826643d98ef002970526b/phospholipid-1.svg#/keystone/api/icons/617826643d98ef002970526b/phospholipid-1.svg#/keystone/api/icons/617826643d98ef002970526b/phospholipid-1.svg&quot;,&quot;isPremium&quot;:false,&quot;size&quot;:{&quot;x&quot;:50,&quot;y&quot;:136.42857142857144}},&quot;source&quot;:{&quot;id&quot;:&quot;5b5f651905c0e0001425b49e&quot;,&quot;type&quot;:&quot;ASSETS&quot;},&quot;isPremium&quot;:false,&quot;parent&quot;:{&quot;type&quot;:&quot;CHILD&quot;,&quot;parentId&quot;:&quot;894dabf8-b6e2-447a-915f-8ae33aeb44b1&quot;,&quot;order&quot;:&quot;1&quot;}},&quot;98c2398a-b6f4-403d-99be-66a63674448c&quot;:{&quot;id&quot;:&quot;98c2398a-b6f4-403d-99be-66a63674448c&quot;,&quot;name&quot;:&quot;Phospholipid&quot;,&quot;displayName&quot;:&quot;&quot;,&quot;type&quot;:&quot;FIGURE_OBJECT&quot;,&quot;relativeTransform&quot;:{&quot;translate&quot;:{&quot;x&quot;:-256.36786564273757,&quot;y&quot;:17.821309151935615},&quot;rotate&quot;:-0.8138283475203955,&quot;skewX&quot;:-4.375602842950429e-16,&quot;scale&quot;:{&quot;x&quot;:0.3561813446790646,&quot;y&quot;:0.3561813446790649}},&quot;image&quot;:{&quot;url&quot;:&quot;https://icons.biorender.com/biorender/617826643d98ef002970526b/phospholipid-1.png&quot;,&quot;fallbackUrl&quot;:&quot;https://res.cloudinary.com/dlcjuc3ej/image/upload/v1635264092/wmosfjddzfwpeepjvhyl.svg#/keystone/api/icons/617826643d98ef002970526b/phospholipid-1.svg#/keystone/api/icons/617826643d98ef002970526b/phospholipid-1.svg#/keystone/api/icons/617826643d98ef002970526b/phospholipid-1.svg&quot;,&quot;isPremium&quot;:false,&quot;size&quot;:{&quot;x&quot;:50,&quot;y&quot;:136.42857142857144}},&quot;source&quot;:{&quot;id&quot;:&quot;5b5f651905c0e0001425b49e&quot;,&quot;type&quot;:&quot;ASSETS&quot;},&quot;isPremium&quot;:false,&quot;parent&quot;:{&quot;type&quot;:&quot;CHILD&quot;,&quot;parentId&quot;:&quot;894dabf8-b6e2-447a-915f-8ae33aeb44b1&quot;,&quot;order&quot;:&quot;2&quot;}},&quot;41f23cac-aa0a-48a7-99bf-bf34c441f3e4&quot;:{&quot;id&quot;:&quot;41f23cac-aa0a-48a7-99bf-bf34c441f3e4&quot;,&quot;name&quot;:&quot;Phospholipid&quot;,&quot;displayName&quot;:&quot;&quot;,&quot;type&quot;:&quot;FIGURE_OBJECT&quot;,&quot;relativeTransform&quot;:{&quot;translate&quot;:{&quot;x&quot;:-254.39201909286004,&quot;y&quot;:32.92344387409008},&quot;rotate&quot;:-1.8241152105141218,&quot;skewX&quot;:-1.2032907818113676e-15,&quot;scale&quot;:{&quot;x&quot;:0.35618134467906465,&quot;y&quot;:0.35618134467906504}},&quot;image&quot;:{&quot;url&quot;:&quot;https://icons.biorender.com/biorender/617826643d98ef002970526b/phospholipid-1.png&quot;,&quot;fallbackUrl&quot;:&quot;https://res.cloudinary.com/dlcjuc3ej/image/upload/v1635264092/wmosfjddzfwpeepjvhyl.svg#/keystone/api/icons/617826643d98ef002970526b/phospholipid-1.svg#/keystone/api/icons/617826643d98ef002970526b/phospholipid-1.svg#/keystone/api/icons/617826643d98ef002970526b/phospholipid-1.svg&quot;,&quot;isPremium&quot;:false,&quot;size&quot;:{&quot;x&quot;:50,&quot;y&quot;:136.42857142857144}},&quot;source&quot;:{&quot;id&quot;:&quot;5b5f651905c0e0001425b49e&quot;,&quot;type&quot;:&quot;ASSETS&quot;},&quot;isPremium&quot;:false,&quot;parent&quot;:{&quot;type&quot;:&quot;CHILD&quot;,&quot;parentId&quot;:&quot;894dabf8-b6e2-447a-915f-8ae33aeb44b1&quot;,&quot;order&quot;:&quot;5&quot;}},&quot;13274096-ac09-42c0-871b-325dde9e4527&quot;:{&quot;id&quot;:&quot;13274096-ac09-42c0-871b-325dde9e4527&quot;,&quot;name&quot;:&quot;Phospholipid&quot;,&quot;displayName&quot;:&quot;&quot;,&quot;type&quot;:&quot;FIGURE_OBJECT&quot;,&quot;relativeTransform&quot;:{&quot;translate&quot;:{&quot;x&quot;:-264.6089196480107,&quot;y&quot;:51.25035054010824},&quot;rotate&quot;:-1.8479780835651505,&quot;skewX&quot;:-9.29815604126967e-16,&quot;scale&quot;:{&quot;x&quot;:0.3561813446790644,&quot;y&quot;:0.3561813446790651}},&quot;image&quot;:{&quot;url&quot;:&quot;https://icons.biorender.com/biorender/617826643d98ef002970526b/phospholipid-1.png&quot;,&quot;fallbackUrl&quot;:&quot;https://res.cloudinary.com/dlcjuc3ej/image/upload/v1635264092/wmosfjddzfwpeepjvhyl.svg#/keystone/api/icons/617826643d98ef002970526b/phospholipid-1.svg#/keystone/api/icons/617826643d98ef002970526b/phospholipid-1.svg#/keystone/api/icons/617826643d98ef002970526b/phospholipid-1.svg&quot;,&quot;isPremium&quot;:false,&quot;size&quot;:{&quot;x&quot;:50,&quot;y&quot;:136.42857142857144}},&quot;source&quot;:{&quot;id&quot;:&quot;5b5f651905c0e0001425b49e&quot;,&quot;type&quot;:&quot;ASSETS&quot;},&quot;isPremium&quot;:false,&quot;parent&quot;:{&quot;type&quot;:&quot;CHILD&quot;,&quot;parentId&quot;:&quot;894dabf8-b6e2-447a-915f-8ae33aeb44b1&quot;,&quot;order&quot;:&quot;6&quot;}},&quot;3dcd9ab5-2183-4b8f-b937-e66e51024899&quot;:{&quot;id&quot;:&quot;3dcd9ab5-2183-4b8f-b937-e66e51024899&quot;,&quot;name&quot;:&quot;Phospholipid&quot;,&quot;displayName&quot;:&quot;&quot;,&quot;type&quot;:&quot;FIGURE_OBJECT&quot;,&quot;relativeTransform&quot;:{&quot;translate&quot;:{&quot;x&quot;:-252.45086054755146,&quot;y&quot;:59.10771103531121},&quot;rotate&quot;:-2.6179938779914944,&quot;skewX&quot;:-1.5861560305695312e-15,&quot;scale&quot;:{&quot;x&quot;:0.3561813446790645,&quot;y&quot;:0.3561813446790662}},&quot;image&quot;:{&quot;url&quot;:&quot;https://icons.biorender.com/biorender/617826643d98ef002970526b/phospholipid-1.png&quot;,&quot;fallbackUrl&quot;:&quot;https://res.cloudinary.com/dlcjuc3ej/image/upload/v1635264092/wmosfjddzfwpeepjvhyl.svg#/keystone/api/icons/617826643d98ef002970526b/phospholipid-1.svg#/keystone/api/icons/617826643d98ef002970526b/phospholipid-1.svg#/keystone/api/icons/617826643d98ef002970526b/phospholipid-1.svg&quot;,&quot;isPremium&quot;:false,&quot;size&quot;:{&quot;x&quot;:50,&quot;y&quot;:136.42857142857144}},&quot;source&quot;:{&quot;id&quot;:&quot;5b5f651905c0e0001425b49e&quot;,&quot;type&quot;:&quot;ASSETS&quot;},&quot;isPremium&quot;:false,&quot;parent&quot;:{&quot;type&quot;:&quot;CHILD&quot;,&quot;parentId&quot;:&quot;894dabf8-b6e2-447a-915f-8ae33aeb44b1&quot;,&quot;order&quot;:&quot;7&quot;}},&quot;a5ede064-22a4-4855-b292-7d6c766046ed&quot;:{&quot;type&quot;:&quot;FIGURE_OBJECT&quot;,&quot;id&quot;:&quot;a5ede064-22a4-4855-b292-7d6c766046ed&quot;,&quot;parent&quot;:{&quot;type&quot;:&quot;CHILD&quot;,&quot;parentId&quot;:&quot;af707135-aaf7-4934-abb0-421fe39cd91f&quot;,&quot;order&quot;:&quot;99999999999999999999999999995&quot;},&quot;relativeTransform&quot;:{&quot;translate&quot;:{&quot;x&quot;:82.33929527705428,&quot;y&quot;:16.399329993507106},&quot;rotate&quot;:-0.09721105985474787,&quot;skewX&quot;:1.38777878078145e-16,&quot;scale&quot;:{&quot;x&quot;:0.9999999999999983,&quot;y&quot;:1.0000000000000047}}},&quot;00ee001a-a8c7-4ee2-a2be-18645814108f&quot;:{&quot;id&quot;:&quot;00ee001a-a8c7-4ee2-a2be-18645814108f&quot;,&quot;name&quot;:&quot;Sphere&quot;,&quot;displayName&quot;:&quot;&quot;,&quot;type&quot;:&quot;FIGURE_OBJECT&quot;,&quot;relativeTransform&quot;:{&quot;translate&quot;:{&quot;x&quot;:98.85989277780374,&quot;y&quot;:-126.53396493860443},&quot;rotate&quot;:6.283185307179586,&quot;skewX&quot;:0,&quot;scale&quot;:{&quot;x&quot;:-0.3984490257442165,&quot;y&quot;:0.3984490257442165}},&quot;image&quot;:{&quot;url&quot;:&quot;https://icons.biorender.com/biorender/5f4529c2929bce0028c9f877/sphere.png&quot;,&quot;fallbackUrl&quot;:&quot;https://res.cloudinary.com/dlcjuc3ej/image/upload/v1598368171/ew6k84mtkvzvpdegkgon.svg#/keystone/api/icons/5f4529c2929bce0028c9f877/sphere.svg#/keystone/api/icons/5f4529c2929bce0028c9f877/sphere.svg&quot;,&quot;isPremium&quot;:false,&quot;size&quot;:{&quot;x&quot;:50,&quot;y&quot;:50}},&quot;source&quot;:{&quot;id&quot;:&quot;5b8847989629ce1400901caa&quot;,&quot;type&quot;:&quot;ASSETS&quot;},&quot;isPremium&quot;:false,&quot;parent&quot;:{&quot;type&quot;:&quot;CHILD&quot;,&quot;parentId&quot;:&quot;a5ede064-22a4-4855-b292-7d6c766046ed&quot;,&quot;order&quot;:&quot;5&quot;}},&quot;df339b97-c73c-4987-97f6-86b0a6d252d6&quot;:{&quot;type&quot;:&quot;FIGURE_OBJECT&quot;,&quot;id&quot;:&quot;df339b97-c73c-4987-97f6-86b0a6d252d6&quot;,&quot;relativeTransform&quot;:{&quot;translate&quot;:{&quot;x&quot;:98.8598513251132,&quot;y&quot;:-132.7093675387338},&quot;rotate&quot;:4.71238898038469},&quot;opacity&quot;:1,&quot;path&quot;:{&quot;type&quot;:&quot;POLY_LINE&quot;,&quot;points&quot;:[{&quot;x&quot;:-12.747998857824594,&quot;y&quot;:0},{&quot;x&quot;:-38.007879046069675,&quot;y&quot;:0}],&quot;closed&quot;:false},&quot;pathStyles&quot;:[{&quot;type&quot;:&quot;FILL&quot;,&quot;fillStyle&quot;:&quot;rgba(0,0,0,0)&quot;},{&quot;type&quot;:&quot;STROKE&quot;,&quot;strokeStyle&quot;:&quot;rgba(148,34,31,1)&quot;,&quot;lineWidth&quot;:3.040630323685574,&quot;lineJoin&quot;:&quot;round&quot;}],&quot;isLocked&quot;:false,&quot;parent&quot;:{&quot;type&quot;:&quot;CHILD&quot;,&quot;parentId&quot;:&quot;a5ede064-22a4-4855-b292-7d6c766046ed&quot;,&quot;order&quot;:&quot;2&quot;},&quot;connectorInfo&quot;:{&quot;connectedObjects&quot;:[],&quot;type&quot;:&quot;LINE&quot;,&quot;offset&quot;:{&quot;x&quot;:0,&quot;y&quot;:0},&quot;bending&quot;:0.1,&quot;firstElementIsHead&quot;:true,&quot;customized&quot;:false},&quot;pathMarkers&quot;:{&quot;markerEnd&quot;:{&quot;type&quot;:&quot;PATH&quot;,&quot;units&quot;:{&quot;type&quot;:&quot;STROKE_WIDTH&quot;,&quot;scale&quot;:1},&quot;orient&quot;:{&quot;type&quot;:&quot;AUTO_START_REVERSE&quot;},&quot;name&quot;:&quot;rounded-end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-0.5,&quot;y&quot;:0,&quot;isEndPoint&quot;:true},{&quot;x&quot;:-0.49999999999999994,&quot;y&quot;:0.2761423749153967,&quot;isEndPoint&quot;:false},{&quot;x&quot;:-0.2761423749153966,&quot;y&quot;:0.5,&quot;isEndPoint&quot;:false},{&quot;x&quot;:3.061616997868383e-17,&quot;y&quot;:0.5,&quot;isEndPoint&quot;:true},{&quot;x&quot;:0.2761423749153967,&quot;y&quot;:0.5,&quot;isEndPoint&quot;:false},{&quot;x&quot;:0.5,&quot;y&quot;:0.27614237491539667,&quot;isEndPoint&quot;:false},{&quot;x&quot;:0.5,&quot;y&quot;:0,&quot;isEndPoint&quot;:true},{&quot;x&quot;:0.5,&quot;y&quot;:-0.27614237491539667,&quot;isEndPoint&quot;:false},{&quot;x&quot;:0.2761423749153967,&quot;y&quot;:-0.5,&quot;isEndPoint&quot;:false},{&quot;x&quot;:3.061616997868383e-17,&quot;y&quot;:-0.5,&quot;isEndPoint&quot;:true},{&quot;x&quot;:-0.2761423749153966,&quot;y&quot;:-0.5,&quot;isEndPoint&quot;:false},{&quot;x&quot;:-0.49999999999999994,&quot;y&quot;:-0.2761423749153967,&quot;isEndPoint&quot;:false},{&quot;x&quot;:-0.5,&quot;y&quot;:-6.123233995736766e-17,&quot;isEndPoint&quot;:true}],&quot;closed&quot;:false}},&quot;pathStyles&quot;:[{&quot;type&quot;:&quot;FILL&quot;,&quot;fillStyle&quot;:&quot;context-stroke-flat&quot;}]}}},&quot;5422df05-79a2-4c2c-b650-7d8a0d35a5c7&quot;:{&quot;relativeTransform&quot;:{&quot;translate&quot;:{&quot;x&quot;:-323.1215678745902,&quot;y&quot;:83.2130157346781},&quot;rotate&quot;:0,&quot;skewX&quot;:0,&quot;scale&quot;:{&quot;x&quot;:1,&quot;y&quot;:1}},&quot;type&quot;:&quot;FIGURE_OBJECT&quot;,&quot;id&quot;:&quot;5422df05-79a2-4c2c-b650-7d8a0d35a5c7&quot;,&quot;name&quot;:&quot;37. Peptidoglycan brush (straight)&quot;,&quot;displayName&quot;:&quot;Peptidoglycan brush (straight)&quot;,&quot;opacity&quot;:0.6,&quot;source&quot;:{&quot;id&quot;:&quot;5ea2228251578100ac3b42a4&quot;,&quot;type&quot;:&quot;ASSETS&quot;},&quot;path&quot;:{&quot;type&quot;:&quot;POLY_LINE&quot;,&quot;points&quot;:[{&quot;x&quot;:-204.17417832508283,&quot;y&quot;:0},{&quot;x&quot;:204.17417832508295,&quot;y&quot;:0}],&quot;closed&quot;:false},&quot;pathStyles&quot;:[{&quot;type&quot;:&quot;FILL&quot;,&quot;fillStyle&quot;:&quot;rgba(0,0,0,0)&quot;},{&quot;type&quot;:&quot;STROKE&quot;,&quot;strokeStyle&quot;:&quot;rgba(0,0,0,0)&quot;,&quot;lineWidth&quot;:32,&quot;lineJoin&quot;:&quot;round&quot;}],&quot;pathSmoothing&quot;:{&quot;type&quot;:&quot;CATMULL_SMOOTHING&quot;,&quot;smoothing&quot;:0.2},&quot;pathPattern&quot;:{&quot;type&quot;:&quot;ROW&quot;,&quot;patternId&quot;:&quot;e33e2a65-cde2-4281-a6b0-f273686b84e8&quot;,&quot;patternTransform&quot;:{&quot;translate&quot;:{&quot;x&quot;:-1.0299920638612292e-18,&quot;y&quot;:-0.5},&quot;rotate&quot;:0,&quot;skewX&quot;:0,&quot;scale&quot;:{&quot;x&quot;:0.009345794392523364,&quot;y&quot;:0.009345794392523364}},&quot;xUnits&quot;:&quot;STROKE_WIDTH&quot;,&quot;yUnits&quot;:&quot;STROKE_WIDTH&quot;,&quot;bending&quot;:true,&quot;repeat&quot;:{&quot;distance&quot;:0.9897663437317465,&quot;align&quot;:&quot;CENTER&quot;},&quot;isPremium&quot;:false},&quot;isLocked&quot;:false,&quot;parent&quot;:{&quot;type&quot;:&quot;CHILD&quot;,&quot;parentId&quot;:&quot;af707135-aaf7-4934-abb0-421fe39cd91f&quot;,&quot;order&quot;:&quot;99999999999999999999999999997&quot;},&quot;isPremium&quot;:false},&quot;0fb1a1f3-b1de-4d79-8af2-f1d8aaa9ff99&quot;:{&quot;relativeTransform&quot;:{&quot;translate&quot;:{&quot;x&quot;:426.6158041315281,&quot;y&quot;:83.2130157346781},&quot;rotate&quot;:0},&quot;type&quot;:&quot;FIGURE_OBJECT&quot;,&quot;id&quot;:&quot;0fb1a1f3-b1de-4d79-8af2-f1d8aaa9ff99&quot;,&quot;name&quot;:&quot;37. Peptidoglycan brush (straight)&quot;,&quot;displayName&quot;:&quot;Peptidoglycan brush (straight)&quot;,&quot;opacity&quot;:0.6,&quot;source&quot;:{&quot;id&quot;:&quot;5ea2228251578100ac3b42a4&quot;,&quot;type&quot;:&quot;ASSETS&quot;},&quot;path&quot;:{&quot;type&quot;:&quot;POLY_LINE&quot;,&quot;points&quot;:[{&quot;x&quot;:-124.98049685789486,&quot;y&quot;:0},{&quot;x&quot;:124.9804968578949,&quot;y&quot;:0}],&quot;closed&quot;:false},&quot;pathStyles&quot;:[{&quot;type&quot;:&quot;FILL&quot;,&quot;fillStyle&quot;:&quot;rgba(0,0,0,0)&quot;},{&quot;type&quot;:&quot;STROKE&quot;,&quot;strokeStyle&quot;:&quot;rgba(0,0,0,0)&quot;,&quot;lineWidth&quot;:32,&quot;lineJoin&quot;:&quot;round&quot;}],&quot;pathSmoothing&quot;:{&quot;type&quot;:&quot;CATMULL_SMOOTHING&quot;,&quot;smoothing&quot;:0.2},&quot;pathPattern&quot;:{&quot;type&quot;:&quot;ROW&quot;,&quot;patternId&quot;:&quot;b5e9637a-5d41-414d-93f4-c91430a2889f&quot;,&quot;patternTransform&quot;:{&quot;translate&quot;:{&quot;x&quot;:-1.0299920638612292e-18,&quot;y&quot;:-0.5},&quot;rotate&quot;:0,&quot;skewX&quot;:0,&quot;scale&quot;:{&quot;x&quot;:0.009345794392523364,&quot;y&quot;:0.009345794392523364}},&quot;xUnits&quot;:&quot;STROKE_WIDTH&quot;,&quot;yUnits&quot;:&quot;STROKE_WIDTH&quot;,&quot;bending&quot;:true,&quot;repeat&quot;:{&quot;distance&quot;:0.9897663437317465,&quot;align&quot;:&quot;CENTER&quot;},&quot;isPremium&quot;:false},&quot;isLocked&quot;:false,&quot;parent&quot;:{&quot;type&quot;:&quot;CHILD&quot;,&quot;parentId&quot;:&quot;af707135-aaf7-4934-abb0-421fe39cd91f&quot;,&quot;order&quot;:&quot;6&quot;},&quot;isPremium&quot;:false},&quot;c88a8775-83a8-4336-ae8c-eb47d87f14a8&quot;:{&quot;relativeTransform&quot;:{&quot;translate&quot;:{&quot;x&quot;:68.43425612358578,&quot;y&quot;:83.2130157346781},&quot;rotate&quot;:0},&quot;type&quot;:&quot;FIGURE_OBJECT&quot;,&quot;id&quot;:&quot;c88a8775-83a8-4336-ae8c-eb47d87f14a8&quot;,&quot;name&quot;:&quot;37. Peptidoglycan brush (straight)&quot;,&quot;displayName&quot;:&quot;Peptidoglycan brush (straight)&quot;,&quot;opacity&quot;:0.6,&quot;source&quot;:{&quot;id&quot;:&quot;5ea2228251578100ac3b42a4&quot;,&quot;type&quot;:&quot;ASSETS&quot;},&quot;path&quot;:{&quot;type&quot;:&quot;POLY_LINE&quot;,&quot;points&quot;:[{&quot;x&quot;:-122.25304858789266,&quot;y&quot;:0},{&quot;x&quot;:122.2530485878927,&quot;y&quot;:0}],&quot;closed&quot;:false},&quot;pathStyles&quot;:[{&quot;type&quot;:&quot;FILL&quot;,&quot;fillStyle&quot;:&quot;rgba(0,0,0,0)&quot;},{&quot;type&quot;:&quot;STROKE&quot;,&quot;strokeStyle&quot;:&quot;rgba(0,0,0,0)&quot;,&quot;lineWidth&quot;:32,&quot;lineJoin&quot;:&quot;round&quot;}],&quot;pathSmoothing&quot;:{&quot;type&quot;:&quot;CATMULL_SMOOTHING&quot;,&quot;smoothing&quot;:0.2},&quot;pathPattern&quot;:{&quot;type&quot;:&quot;ROW&quot;,&quot;patternId&quot;:&quot;486b6684-3a66-41fa-a6e8-bfebd250d68d&quot;,&quot;patternTransform&quot;:{&quot;translate&quot;:{&quot;x&quot;:-1.0299920638612292e-18,&quot;y&quot;:-0.5},&quot;rotate&quot;:0,&quot;skewX&quot;:0,&quot;scale&quot;:{&quot;x&quot;:0.009345794392523364,&quot;y&quot;:0.009345794392523364}},&quot;xUnits&quot;:&quot;STROKE_WIDTH&quot;,&quot;yUnits&quot;:&quot;STROKE_WIDTH&quot;,&quot;bending&quot;:true,&quot;repeat&quot;:{&quot;distance&quot;:0.9897663437317465,&quot;align&quot;:&quot;CENTER&quot;},&quot;isPremium&quot;:false},&quot;isLocked&quot;:false,&quot;parent&quot;:{&quot;type&quot;:&quot;CHILD&quot;,&quot;parentId&quot;:&quot;af707135-aaf7-4934-abb0-421fe39cd91f&quot;,&quot;order&quot;:&quot;99999999999999999999999999998&quot;},&quot;isPremium&quot;:false},&quot;0bba1083-ac9b-44f9-bb7e-673a9631e931&quot;:{&quot;type&quot;:&quot;FIGURE_OBJECT&quot;,&quot;id&quot;:&quot;0bba1083-ac9b-44f9-bb7e-673a9631e931&quot;,&quot;parent&quot;:{&quot;type&quot;:&quot;CHILD&quot;,&quot;parentId&quot;:&quot;af707135-aaf7-4934-abb0-421fe39cd91f&quot;,&quot;order&quot;:&quot;9999999999999999999999999999&quot;},&quot;relativeTransform&quot;:{&quot;translate&quot;:{&quot;x&quot;:-78.00461645123085,&quot;y&quot;:-98.85081198920774},&quot;rotate&quot;:0,&quot;skewX&quot;:0,&quot;scale&quot;:{&quot;x&quot;:1,&quot;y&quot;:1}},&quot;opacity&quot;:0.7},&quot;70ea3dd7-73f5-4afd-a8f7-63441c342a2c&quot;:{&quot;id&quot;:&quot;70ea3dd7-73f5-4afd-a8f7-63441c342a2c&quot;,&quot;name&quot;:&quot;Phospholipid&quot;,&quot;displayName&quot;:&quot;&quot;,&quot;type&quot;:&quot;FIGURE_OBJECT&quot;,&quot;relativeTransform&quot;:{&quot;translate&quot;:{&quot;x&quot;:246.9970419541662,&quot;y&quot;:14.136251536921435},&quot;rotate&quot;:0.7571010947793217,&quot;skewX&quot;:-3.281702132212826e-16,&quot;scale&quot;:{&quot;x&quot;:-0.3561813446790643,&quot;y&quot;:0.35618134467906504}},&quot;image&quot;:{&quot;url&quot;:&quot;https://icons.biorender.com/biorender/617826643d98ef002970526b/phospholipid-1.png&quot;,&quot;fallbackUrl&quot;:&quot;https://res.cloudinary.com/dlcjuc3ej/image/upload/v1635264092/wmosfjddzfwpeepjvhyl.svg#/keystone/api/icons/617826643d98ef002970526b/phospholipid-1.svg#/keystone/api/icons/617826643d98ef002970526b/phospholipid-1.svg#/keystone/api/icons/617826643d98ef002970526b/phospholipid-1.svg&quot;,&quot;isPremium&quot;:false,&quot;size&quot;:{&quot;x&quot;:50,&quot;y&quot;:136.42857142857144}},&quot;source&quot;:{&quot;id&quot;:&quot;5b5f651905c0e0001425b49e&quot;,&quot;type&quot;:&quot;ASSETS&quot;},&quot;isPremium&quot;:false,&quot;parent&quot;:{&quot;type&quot;:&quot;CHILD&quot;,&quot;parentId&quot;:&quot;0bba1083-ac9b-44f9-bb7e-673a9631e931&quot;,&quot;order&quot;:&quot;1&quot;}},&quot;dccf5d77-98c2-4f4f-acdb-f9b3023ba874&quot;:{&quot;id&quot;:&quot;dccf5d77-98c2-4f4f-acdb-f9b3023ba874&quot;,&quot;name&quot;:&quot;Phospholipid&quot;,&quot;displayName&quot;:&quot;&quot;,&quot;type&quot;:&quot;FIGURE_OBJECT&quot;,&quot;relativeTransform&quot;:{&quot;translate&quot;:{&quot;x&quot;:246.996348032244,&quot;y&quot;:28.878384028348464},&quot;rotate&quot;:1.0471975511965974,&quot;skewX&quot;:-6.563404264425644e-16,&quot;scale&quot;:{&quot;x&quot;:-0.3561813446790646,&quot;y&quot;:0.3561813446790649}},&quot;image&quot;:{&quot;url&quot;:&quot;https://icons.biorender.com/biorender/617826643d98ef002970526b/phospholipid-1.png&quot;,&quot;fallbackUrl&quot;:&quot;https://res.cloudinary.com/dlcjuc3ej/image/upload/v1635264092/wmosfjddzfwpeepjvhyl.svg#/keystone/api/icons/617826643d98ef002970526b/phospholipid-1.svg#/keystone/api/icons/617826643d98ef002970526b/phospholipid-1.svg#/keystone/api/icons/617826643d98ef002970526b/phospholipid-1.svg&quot;,&quot;isPremium&quot;:false,&quot;size&quot;:{&quot;x&quot;:50,&quot;y&quot;:136.42857142857144}},&quot;source&quot;:{&quot;id&quot;:&quot;5b5f651905c0e0001425b49e&quot;,&quot;type&quot;:&quot;ASSETS&quot;},&quot;isPremium&quot;:false,&quot;parent&quot;:{&quot;type&quot;:&quot;CHILD&quot;,&quot;parentId&quot;:&quot;0bba1083-ac9b-44f9-bb7e-673a9631e931&quot;,&quot;order&quot;:&quot;2&quot;}},&quot;55876d63-2cde-480c-a34c-917ff403675b&quot;:{&quot;id&quot;:&quot;55876d63-2cde-480c-a34c-917ff403675b&quot;,&quot;name&quot;:&quot;Phospholipid&quot;,&quot;displayName&quot;:&quot;&quot;,&quot;type&quot;:&quot;FIGURE_OBJECT&quot;,&quot;relativeTransform&quot;:{&quot;translate&quot;:{&quot;x&quot;:261.6599794374341,&quot;y&quot;:38.451981312296596},&quot;rotate&quot;:1.1459663399952549,&quot;skewX&quot;:-6.563404264425644e-16,&quot;scale&quot;:{&quot;x&quot;:-0.3561813446790646,&quot;y&quot;:0.3561813446790649}},&quot;image&quot;:{&quot;url&quot;:&quot;https://icons.biorender.com/biorender/617826643d98ef002970526b/phospholipid-1.png&quot;,&quot;fallbackUrl&quot;:&quot;https://res.cloudinary.com/dlcjuc3ej/image/upload/v1635264092/wmosfjddzfwpeepjvhyl.svg#/keystone/api/icons/617826643d98ef002970526b/phospholipid-1.svg#/keystone/api/icons/617826643d98ef002970526b/phospholipid-1.svg#/keystone/api/icons/617826643d98ef002970526b/phospholipid-1.svg&quot;,&quot;isPremium&quot;:false,&quot;size&quot;:{&quot;x&quot;:50,&quot;y&quot;:136.42857142857144}},&quot;source&quot;:{&quot;id&quot;:&quot;5b5f651905c0e0001425b49e&quot;,&quot;type&quot;:&quot;ASSETS&quot;},&quot;isPremium&quot;:false,&quot;parent&quot;:{&quot;type&quot;:&quot;CHILD&quot;,&quot;parentId&quot;:&quot;0bba1083-ac9b-44f9-bb7e-673a9631e931&quot;,&quot;order&quot;:&quot;5&quot;}},&quot;641ef1af-1942-461a-8a4c-db3bf73fbe7e&quot;:{&quot;id&quot;:&quot;641ef1af-1942-461a-8a4c-db3bf73fbe7e&quot;,&quot;name&quot;:&quot;Phospholipid&quot;,&quot;displayName&quot;:&quot;&quot;,&quot;type&quot;:&quot;FIGURE_OBJECT&quot;,&quot;relativeTransform&quot;:{&quot;translate&quot;:{&quot;x&quot;:261.3460936629881,&quot;y&quot;:51.69750472737273},&quot;rotate&quot;:2.094395102393195,&quot;skewX&quot;:-8.751205685900866e-16,&quot;scale&quot;:{&quot;x&quot;:-0.3561813446790644,&quot;y&quot;:0.35618134467906504}},&quot;image&quot;:{&quot;url&quot;:&quot;https://icons.biorender.com/biorender/617826643d98ef002970526b/phospholipid-1.png&quot;,&quot;fallbackUrl&quot;:&quot;https://res.cloudinary.com/dlcjuc3ej/image/upload/v1635264092/wmosfjddzfwpeepjvhyl.svg#/keystone/api/icons/617826643d98ef002970526b/phospholipid-1.svg#/keystone/api/icons/617826643d98ef002970526b/phospholipid-1.svg#/keystone/api/icons/617826643d98ef002970526b/phospholipid-1.svg&quot;,&quot;isPremium&quot;:false,&quot;size&quot;:{&quot;x&quot;:50,&quot;y&quot;:136.42857142857144}},&quot;source&quot;:{&quot;id&quot;:&quot;5b5f651905c0e0001425b49e&quot;,&quot;type&quot;:&quot;ASSETS&quot;},&quot;isPremium&quot;:false,&quot;parent&quot;:{&quot;type&quot;:&quot;CHILD&quot;,&quot;parentId&quot;:&quot;0bba1083-ac9b-44f9-bb7e-673a9631e931&quot;,&quot;order&quot;:&quot;6&quot;}},&quot;a8d9ae1d-296d-4be0-88fe-885c2881222a&quot;:{&quot;id&quot;:&quot;a8d9ae1d-296d-4be0-88fe-885c2881222a&quot;,&quot;name&quot;:&quot;Phospholipid&quot;,&quot;displayName&quot;:&quot;&quot;,&quot;type&quot;:&quot;FIGURE_OBJECT&quot;,&quot;relativeTransform&quot;:{&quot;translate&quot;:{&quot;x&quot;:246.99703456252885,&quot;y&quot;:55.882730863024115},&quot;rotate&quot;:2.4117369327175044,&quot;skewX&quot;:-1.640851066106412e-15,&quot;scale&quot;:{&quot;x&quot;:-0.3561813446790644,&quot;y&quot;:0.35618134467906626}},&quot;image&quot;:{&quot;url&quot;:&quot;https://icons.biorender.com/biorender/617826643d98ef002970526b/phospholipid-1.png&quot;,&quot;fallbackUrl&quot;:&quot;https://res.cloudinary.com/dlcjuc3ej/image/upload/v1635264092/wmosfjddzfwpeepjvhyl.svg#/keystone/api/icons/617826643d98ef002970526b/phospholipid-1.svg#/keystone/api/icons/617826643d98ef002970526b/phospholipid-1.svg#/keystone/api/icons/617826643d98ef002970526b/phospholipid-1.svg&quot;,&quot;isPremium&quot;:false,&quot;size&quot;:{&quot;x&quot;:50,&quot;y&quot;:136.42857142857144}},&quot;source&quot;:{&quot;id&quot;:&quot;5b5f651905c0e0001425b49e&quot;,&quot;type&quot;:&quot;ASSETS&quot;},&quot;isPremium&quot;:false,&quot;parent&quot;:{&quot;type&quot;:&quot;CHILD&quot;,&quot;parentId&quot;:&quot;0bba1083-ac9b-44f9-bb7e-673a9631e931&quot;,&quot;order&quot;:&quot;7&quot;}},&quot;1315e85f-7a34-4de6-8d73-cf594b478cc5&quot;:{&quot;id&quot;:&quot;1315e85f-7a34-4de6-8d73-cf594b478cc5&quot;,&quot;name&quot;:&quot;Person (symbol, female gender)&quot;,&quot;displayName&quot;:&quot;&quot;,&quot;type&quot;:&quot;FIGURE_OBJECT&quot;,&quot;relativeTransform&quot;:{&quot;translate&quot;:{&quot;x&quot;:37.07497702962718,&quot;y&quot;:-15.366670210190199},&quot;rotate&quot;:0,&quot;skewX&quot;:0,&quot;scale&quot;:{&quot;x&quot;:0.7328509056275225,&quot;y&quot;:0.7328509056275224}},&quot;image&quot;:{&quot;url&quot;:&quot;https://icons.biorender.com/biorender/634edaebffac5700214662d7/20221018175317/image/person-symbol-female-gender.png&quot;,&quot;fallbackUrl&quot;:&quot;https://res.cloudinary.com/dlcjuc3ej/image/upload/v1666115597/gu3zptfi4bomhkwrya6f.svg#/keystone/api/icons/634edaebffac5700214662d7/20221018175317/image/person-symbol-female-gender.svg#/keystone/api/icons/634edaebffac5700214662d7/20221018175317/image/person-symbol-female-gender.svg#/keystone/api/icons/634edaebffac5700214662d7/20221018175317/image/person-symbol-female-gender.svg#/keystone/api/icons/634edaebffac5700214662d7/20221018175317/image/person-symbol-female-gender.svg#/keystone/api/icons/634edaebffac5700214662d7/20221018175317/image/person-symbol-female-gender.svg#/keystone/api/icons/634edaebffac5700214662d7/20221018175317/image/person-symbol-female-gender.svg#/keystone/api/icons/634edaebffac5700214662d7/20221018175317/image/person-symbol-female-gender.svg&quot;,&quot;isPremium&quot;:false,&quot;isOrgIcon&quot;:false,&quot;size&quot;:{&quot;x&quot;:65,&quot;y&quot;:125.4225352112676}},&quot;source&quot;:{&quot;id&quot;:&quot;634edaebffac5700214662d7&quot;,&quot;version&quot;:&quot;1666115597&quot;,&quot;type&quot;:&quot;ASSETS&quot;},&quot;isPremium&quot;:false,&quot;parent&quot;:{&quot;type&quot;:&quot;CHILD&quot;,&quot;parentId&quot;:&quot;5d23b50e-407e-4ea4-aa29-eb91ac2cb642&quot;,&quot;order&quot;:&quot;62&quot;},&quot;styles&quot;:{&quot;editable&quot;:[{&quot;monochromeTargetColor&quot;:&quot;#E9CFF4&quot;,&quot;styleName&quot;:&quot;FILL&quot;,&quot;color&quot;:&quot;#d7adea&quot;},{&quot;monochromeTargetColor&quot;:&quot;#E9CFF4&quot;,&quot;styleName&quot;:&quot;STROKE&quot;}]}},&quot;b90890c1-0751-4a3c-8a29-a48c51ec8376&quot;:{&quot;id&quot;:&quot;b90890c1-0751-4a3c-8a29-a48c51ec8376&quot;,&quot;name&quot;:&quot;Person (symbol, female gender)&quot;,&quot;displayName&quot;:&quot;&quot;,&quot;type&quot;:&quot;FIGURE_OBJECT&quot;,&quot;relativeTransform&quot;:{&quot;translate&quot;:{&quot;x&quot;:17.39904749433828,&quot;y&quot;:4.368842049845009},&quot;rotate&quot;:0,&quot;skewX&quot;:0,&quot;scale&quot;:{&quot;x&quot;:0.7328509056275225,&quot;y&quot;:0.7328509056275224}},&quot;image&quot;:{&quot;url&quot;:&quot;https://icons.biorender.com/biorender/634edaebffac5700214662d7/20221018175317/image/person-symbol-female-gender.png&quot;,&quot;fallbackUrl&quot;:&quot;https://res.cloudinary.com/dlcjuc3ej/image/upload/v1666115597/gu3zptfi4bomhkwrya6f.svg#/keystone/api/icons/634edaebffac5700214662d7/20221018175317/image/person-symbol-female-gender.svg#/keystone/api/icons/634edaebffac5700214662d7/20221018175317/image/person-symbol-female-gender.svg#/keystone/api/icons/634edaebffac5700214662d7/20221018175317/image/person-symbol-female-gender.svg#/keystone/api/icons/634edaebffac5700214662d7/20221018175317/image/person-symbol-female-gender.svg#/keystone/api/icons/634edaebffac5700214662d7/20221018175317/image/person-symbol-female-gender.svg#/keystone/api/icons/634edaebffac5700214662d7/20221018175317/image/person-symbol-female-gender.svg#/keystone/api/icons/634edaebffac5700214662d7/20221018175317/image/person-symbol-female-gender.svg&quot;,&quot;isPremium&quot;:false,&quot;isOrgIcon&quot;:false,&quot;size&quot;:{&quot;x&quot;:65,&quot;y&quot;:125.4225352112676}},&quot;source&quot;:{&quot;id&quot;:&quot;634edaebffac5700214662d7&quot;,&quot;version&quot;:&quot;1666115597&quot;,&quot;type&quot;:&quot;ASSETS&quot;},&quot;isPremium&quot;:false,&quot;parent&quot;:{&quot;type&quot;:&quot;CHILD&quot;,&quot;parentId&quot;:&quot;5d23b50e-407e-4ea4-aa29-eb91ac2cb642&quot;,&quot;order&quot;:&quot;7&quot;},&quot;styles&quot;:{&quot;editable&quot;:[{&quot;monochromeTargetColor&quot;:&quot;#C59ED6&quot;,&quot;styleName&quot;:&quot;FILL&quot;,&quot;color&quot;:&quot;#9f6eb8&quot;},{&quot;monochromeTargetColor&quot;:&quot;#C59ED6&quot;,&quot;styleName&quot;:&quot;STROKE&quot;}]}},&quot;e4a8b704-bdd8-4085-8bcc-9e9e69a36374&quot;:{&quot;id&quot;:&quot;e4a8b704-bdd8-4085-8bcc-9e9e69a36374&quot;,&quot;name&quot;:&quot;Person (symbol, female gender)&quot;,&quot;displayName&quot;:&quot;&quot;,&quot;type&quot;:&quot;FIGURE_OBJECT&quot;,&quot;relativeTransform&quot;:{&quot;translate&quot;:{&quot;x&quot;:-22.294316013934626,&quot;y&quot;:4.368286698376447},&quot;rotate&quot;:0,&quot;skewX&quot;:0,&quot;scale&quot;:{&quot;x&quot;:0.7328509056275225,&quot;y&quot;:0.7328509056275224}},&quot;image&quot;:{&quot;url&quot;:&quot;https://icons.biorender.com/biorender/634edaebffac5700214662d7/20221018175317/image/person-symbol-female-gender.png&quot;,&quot;fallbackUrl&quot;:&quot;https://res.cloudinary.com/dlcjuc3ej/image/upload/v1666115597/gu3zptfi4bomhkwrya6f.svg#/keystone/api/icons/634edaebffac5700214662d7/20221018175317/image/person-symbol-female-gender.svg#/keystone/api/icons/634edaebffac5700214662d7/20221018175317/image/person-symbol-female-gender.svg#/keystone/api/icons/634edaebffac5700214662d7/20221018175317/image/person-symbol-female-gender.svg#/keystone/api/icons/634edaebffac5700214662d7/20221018175317/image/person-symbol-female-gender.svg#/keystone/api/icons/634edaebffac5700214662d7/20221018175317/image/person-symbol-female-gender.svg#/keystone/api/icons/634edaebffac5700214662d7/20221018175317/image/person-symbol-female-gender.svg#/keystone/api/icons/634edaebffac5700214662d7/20221018175317/image/person-symbol-female-gender.svg&quot;,&quot;isPremium&quot;:false,&quot;isOrgIcon&quot;:false,&quot;size&quot;:{&quot;x&quot;:65,&quot;y&quot;:125.4225352112676}},&quot;source&quot;:{&quot;id&quot;:&quot;634edaebffac5700214662d7&quot;,&quot;version&quot;:&quot;1666115597&quot;,&quot;type&quot;:&quot;ASSETS&quot;},&quot;isPremium&quot;:false,&quot;parent&quot;:{&quot;type&quot;:&quot;CHILD&quot;,&quot;parentId&quot;:&quot;5d23b50e-407e-4ea4-aa29-eb91ac2cb642&quot;,&quot;order&quot;:&quot;65&quot;},&quot;styles&quot;:{&quot;editable&quot;:[{&quot;monochromeTargetColor&quot;:&quot;#C59ED6&quot;,&quot;styleName&quot;:&quot;FILL&quot;,&quot;color&quot;:&quot;#9f6eb8&quot;},{&quot;monochromeTargetColor&quot;:&quot;#C59ED6&quot;,&quot;styleName&quot;:&quot;STROKE&quot;}]}},&quot;43b6f7e5-70b9-4cc8-a6f3-7534beef1d68&quot;:{&quot;id&quot;:&quot;43b6f7e5-70b9-4cc8-a6f3-7534beef1d68&quot;,&quot;name&quot;:&quot;Person (symbol, female gender)&quot;,&quot;displayName&quot;:&quot;&quot;,&quot;type&quot;:&quot;FIGURE_OBJECT&quot;,&quot;relativeTransform&quot;:{&quot;translate&quot;:{&quot;x&quot;:36.51650591583729,&quot;y&quot;:15.365681305332844},&quot;rotate&quot;:0,&quot;skewX&quot;:0,&quot;scale&quot;:{&quot;x&quot;:0.7328509056275225,&quot;y&quot;:0.7328509056275224}},&quot;image&quot;:{&quot;url&quot;:&quot;https://icons.biorender.com/biorender/634ee821ffac570021466310/person-symbol-female-gender.png&quot;,&quot;fallbackUrl&quot;:&quot;https://res.cloudinary.com/dlcjuc3ej/image/upload/v1666115612/fyvjfz9xskbxcsah7kus.svg#/keystone/api/icons/634ee821ffac570021466310/person-symbol-female-gender.svg#/keystone/api/icons/634ee821ffac570021466310/person-symbol-female-gender.svg#/keystone/api/icons/634ee821ffac570021466310/person-symbol-female-gender.svg#/keystone/api/icons/634ee821ffac570021466310/person-symbol-female-gender.svg#/keystone/api/icons/634ee821ffac570021466310/person-symbol-female-gender.svg#/keystone/api/icons/634ee821ffac570021466310/person-symbol-female-gender.svg#/keystone/api/icons/634ee821ffac570021466310/person-symbol-female-gender.svg&quot;,&quot;isPremium&quot;:false,&quot;isOrgIcon&quot;:false,&quot;size&quot;:{&quot;x&quot;:65,&quot;y&quot;:125.4225352112676}},&quot;source&quot;:{&quot;id&quot;:&quot;634edaebffac5700214662d7&quot;,&quot;version&quot;:&quot;1666115597&quot;,&quot;type&quot;:&quot;ASSETS&quot;},&quot;isPremium&quot;:false,&quot;parent&quot;:{&quot;type&quot;:&quot;CHILD&quot;,&quot;parentId&quot;:&quot;5d23b50e-407e-4ea4-aa29-eb91ac2cb642&quot;,&quot;order&quot;:&quot;75&quot;}},&quot;e7985318-e7ab-4afc-87d9-3cc11ac5d636&quot;:{&quot;id&quot;:&quot;e7985318-e7ab-4afc-87d9-3cc11ac5d636&quot;,&quot;name&quot;:&quot;Person (symbol, male gender)&quot;,&quot;displayName&quot;:&quot;&quot;,&quot;type&quot;:&quot;FIGURE_OBJECT&quot;,&quot;relativeTransform&quot;:{&quot;translate&quot;:{&quot;x&quot;:-2.329723104980604,&quot;y&quot;:15.366100821615802},&quot;rotate&quot;:0,&quot;skewX&quot;:0,&quot;scale&quot;:{&quot;x&quot;:0.7328509056275225,&quot;y&quot;:0.7328509056275226}},&quot;image&quot;:{&quot;url&quot;:&quot;https://icons.biorender.com/biorender/634ee6ddffac5700214662f0/person-symbol-male-gender.png&quot;,&quot;fallbackUrl&quot;:&quot;https://res.cloudinary.com/dlcjuc3ej/image/upload/v1666115289/jxi8zwizp89m57idyyf4.svg#/keystone/api/icons/634ee6ddffac5700214662f0/person-symbol-male-gender.svg#/keystone/api/icons/634ee6ddffac5700214662f0/person-symbol-male-gender.svg#/keystone/api/icons/634ee6ddffac5700214662f0/person-symbol-male-gender.svg#/keystone/api/icons/634ee6ddffac5700214662f0/person-symbol-male-gender.svg#/keystone/api/icons/634ee6ddffac5700214662f0/person-symbol-male-gender.svg#/keystone/api/icons/634ee6ddffac5700214662f0/person-symbol-male-gender.svg#/keystone/api/icons/634ee6ddffac5700214662f0/person-symbol-male-gender.svg&quot;,&quot;isPremium&quot;:false,&quot;size&quot;:{&quot;x&quot;:65,&quot;y&quot;:125.4225352112676}},&quot;source&quot;:{&quot;id&quot;:&quot;634edadfffac5700214662d6&quot;,&quot;version&quot;:1666115278,&quot;type&quot;:&quot;ASSETS&quot;},&quot;isPremium&quot;:false,&quot;parent&quot;:{&quot;type&quot;:&quot;CHILD&quot;,&quot;parentId&quot;:&quot;5d23b50e-407e-4ea4-aa29-eb91ac2cb642&quot;,&quot;order&quot;:&quot;95&quot;},&quot;styles&quot;:{&quot;editable&quot;:[{&quot;monochromeTargetColor&quot;:&quot;#9F5590&quot;,&quot;styleName&quot;:&quot;FILL&quot;,&quot;color&quot;:&quot;#8a4d7b&quot;},{&quot;monochromeTargetColor&quot;:&quot;#9F5590&quot;,&quot;styleName&quot;:&quot;STROKE&quot;}]}},&quot;25303b1c-4b31-4d0e-8b4d-f302e2237ccb&quot;:{&quot;id&quot;:&quot;25303b1c-4b31-4d0e-8b4d-f302e2237ccb&quot;,&quot;name&quot;:&quot;Person (symbol, male gender)&quot;,&quot;displayName&quot;:&quot;&quot;,&quot;type&quot;:&quot;FIGURE_OBJECT&quot;,&quot;relativeTransform&quot;:{&quot;translate&quot;:{&quot;x&quot;:57.69153467418988,&quot;y&quot;:4.368662253724962},&quot;rotate&quot;:0,&quot;skewX&quot;:0,&quot;scale&quot;:{&quot;x&quot;:0.7328509056275225,&quot;y&quot;:0.7328509056275226}},&quot;image&quot;:{&quot;url&quot;:&quot;https://icons.biorender.com/biorender/634ee6ddffac5700214662f0/person-symbol-male-gender.png&quot;,&quot;fallbackUrl&quot;:&quot;https://res.cloudinary.com/dlcjuc3ej/image/upload/v1666115289/jxi8zwizp89m57idyyf4.svg#/keystone/api/icons/634ee6ddffac5700214662f0/person-symbol-male-gender.svg#/keystone/api/icons/634ee6ddffac5700214662f0/person-symbol-male-gender.svg#/keystone/api/icons/634ee6ddffac5700214662f0/person-symbol-male-gender.svg#/keystone/api/icons/634ee6ddffac5700214662f0/person-symbol-male-gender.svg#/keystone/api/icons/634ee6ddffac5700214662f0/person-symbol-male-gender.svg#/keystone/api/icons/634ee6ddffac5700214662f0/person-symbol-male-gender.svg#/keystone/api/icons/634ee6ddffac5700214662f0/person-symbol-male-gender.svg&quot;,&quot;isPremium&quot;:false,&quot;size&quot;:{&quot;x&quot;:65,&quot;y&quot;:125.4225352112676}},&quot;source&quot;:{&quot;id&quot;:&quot;634edadfffac5700214662d6&quot;,&quot;version&quot;:1666115278,&quot;type&quot;:&quot;ASSETS&quot;},&quot;isPremium&quot;:false,&quot;parent&quot;:{&quot;type&quot;:&quot;CHILD&quot;,&quot;parentId&quot;:&quot;5d23b50e-407e-4ea4-aa29-eb91ac2cb642&quot;,&quot;order&quot;:&quot;72&quot;},&quot;styles&quot;:{&quot;editable&quot;:[{&quot;monochromeTargetColor&quot;:&quot;#D893CA&quot;,&quot;styleName&quot;:&quot;FILL&quot;,&quot;color&quot;:&quot;#ca7eb8&quot;},{&quot;monochromeTargetColor&quot;:&quot;#D893CA&quot;,&quot;styleName&quot;:&quot;STROKE&quot;}]},&quot;opacity&quot;:1},&quot;baa537d2-bfeb-4b37-8d94-a3bfe7f163c5&quot;:{&quot;id&quot;:&quot;baa537d2-bfeb-4b37-8d94-a3bfe7f163c5&quot;,&quot;name&quot;:&quot;Person (symbol, male gender)&quot;,&quot;displayName&quot;:&quot;&quot;,&quot;type&quot;:&quot;FIGURE_OBJECT&quot;,&quot;relativeTransform&quot;:{&quot;translate&quot;:{&quot;x&quot;:-2.329011653546983,&quot;y&quot;:-15.366580665767781},&quot;rotate&quot;:0,&quot;skewX&quot;:0,&quot;scale&quot;:{&quot;x&quot;:0.7328509056275225,&quot;y&quot;:0.7328509056275226}},&quot;image&quot;:{&quot;url&quot;:&quot;https://icons.biorender.com/biorender/634ee6ddffac5700214662f0/person-symbol-male-gender.png&quot;,&quot;fallbackUrl&quot;:&quot;https://res.cloudinary.com/dlcjuc3ej/image/upload/v1666115289/jxi8zwizp89m57idyyf4.svg#/keystone/api/icons/634ee6ddffac5700214662f0/person-symbol-male-gender.svg#/keystone/api/icons/634ee6ddffac5700214662f0/person-symbol-male-gender.svg#/keystone/api/icons/634ee6ddffac5700214662f0/person-symbol-male-gender.svg#/keystone/api/icons/634ee6ddffac5700214662f0/person-symbol-male-gender.svg#/keystone/api/icons/634ee6ddffac5700214662f0/person-symbol-male-gender.svg#/keystone/api/icons/634ee6ddffac5700214662f0/person-symbol-male-gender.svg#/keystone/api/icons/634ee6ddffac5700214662f0/person-symbol-male-gender.svg&quot;,&quot;isPremium&quot;:false,&quot;size&quot;:{&quot;x&quot;:65,&quot;y&quot;:125.4225352112676}},&quot;source&quot;:{&quot;id&quot;:&quot;634edadfffac5700214662d6&quot;,&quot;version&quot;:1666115278,&quot;type&quot;:&quot;ASSETS&quot;},&quot;isPremium&quot;:false,&quot;parent&quot;:{&quot;type&quot;:&quot;CHILD&quot;,&quot;parentId&quot;:&quot;5d23b50e-407e-4ea4-aa29-eb91ac2cb642&quot;,&quot;order&quot;:&quot;62&quot;},&quot;opacity&quot;:1,&quot;styles&quot;:{&quot;editable&quot;:[{&quot;monochromeTargetColor&quot;:&quot;#EBBDE2&quot;,&quot;styleName&quot;:&quot;FILL&quot;,&quot;color&quot;:&quot;#e3a9d6&quot;},{&quot;monochromeTargetColor&quot;:&quot;#EBBDE2&quot;,&quot;styleName&quot;:&quot;STROKE&quot;}]}},&quot;0e99fadf-330e-46cd-a4af-889f103dd6ad&quot;:{&quot;type&quot;:&quot;FIGURE_OBJECT&quot;,&quot;id&quot;:&quot;0e99fadf-330e-46cd-a4af-889f103dd6ad&quot;,&quot;parent&quot;:{&quot;type&quot;:&quot;CHILD&quot;,&quot;parentId&quot;:&quot;c55718e3-1bd3-4489-b779-dbab48095621&quot;,&quot;order&quot;:&quot;8&quot;},&quot;relativeTransform&quot;:{&quot;translate&quot;:{&quot;x&quot;:150.5907046710652,&quot;y&quot;:33.49556639826629},&quot;rotate&quot;:0,&quot;skewX&quot;:0,&quot;scale&quot;:{&quot;x&quot;:1,&quot;y&quot;:1}}},&quot;c55718e3-1bd3-4489-b779-dbab48095621&quot;:{&quot;id&quot;:&quot;c55718e3-1bd3-4489-b779-dbab48095621&quot;,&quot;type&quot;:&quot;FIGURE_OBJECT&quot;,&quot;document&quot;:{&quot;type&quot;:&quot;FIGURE&quot;,&quot;canvasType&quot;:&quot;FIGURE&quot;,&quot;units&quot;:&quot;in&quot;},&quot;parent&quot;:{&quot;parentId&quot;:&quot;3bc2fd54-760a-4627-a012-49dbee8ad38a&quot;,&quot;type&quot;:&quot;DOCUMENT&quot;,&quot;order&quot;:&quot;5&quot;}},&quot;3bc2fd54-760a-4627-a012-49dbee8ad38a&quot;:{&quot;id&quot;:&quot;3bc2fd54-760a-4627-a012-49dbee8ad38a&quot;,&quot;type&quot;:&quot;FIGURE_OBJECT&quot;,&quot;document&quot;:{&quot;type&quot;:&quot;DOCUMENT_GROUP&quot;,&quot;canvasType&quot;:&quot;FIGURE&quot;,&quot;units&quot;:&quot;in&quot;}}}}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8e1f27febf34f9c5f9434b"/>
  <p:tag name="FIGURESLIDEID" val="c55718e3-1bd3-4489-b779-dbab48095621"/>
  <p:tag name="SELECTIONIDS" val="582e2770-47d3-4802-865d-7a3a344e9690"/>
  <p:tag name="TRANSPARENTBACKGROUND" val="true"/>
  <p:tag name="VERSION" val="1770922276272"/>
  <p:tag name="TITLE" val="Genomics_lab5"/>
  <p:tag name="CREATORNAME" val="Tingkuan Chu"/>
  <p:tag name="DATEINSERTED" val="1770922276607"/>
  <p:tag name="DPI" val="300"/>
  <p:tag name="BIOJSON" val="{&quot;id&quot;:&quot;3bc2fd54-760a-4627-a012-49dbee8ad38a&quot;,&quot;objects&quot;:{&quot;582e2770-47d3-4802-865d-7a3a344e9690&quot;:{&quot;id&quot;:&quot;582e2770-47d3-4802-865d-7a3a344e9690&quot;,&quot;name&quot;:&quot;Person jogging on treadmill (symbol)&quot;,&quot;displayName&quot;:&quot;&quot;,&quot;type&quot;:&quot;FIGURE_OBJECT&quot;,&quot;relativeTransform&quot;:{&quot;translate&quot;:{&quot;x&quot;:150.5907046710652,&quot;y&quot;:-160.38153776256667},&quot;rotate&quot;:0,&quot;skewX&quot;:0,&quot;scale&quot;:{&quot;x&quot;:1.3072863636481098,&quot;y&quot;:1.3072863636481098}},&quot;image&quot;:{&quot;url&quot;:&quot;https://icons.cdn.biorender.com/biorender/63bd8ec22fab620022c3c84f/20230110161454/image/63bd8ec22fab620022c3c84f.png&quot;,&quot;isPremium&quot;:false,&quot;isOrgIcon&quot;:false,&quot;size&quot;:{&quot;x&quot;:100,&quot;y&quot;:100}},&quot;source&quot;:{&quot;id&quot;:&quot;63bd8ec22fab620022c3c84f&quot;,&quot;version&quot;:&quot;20230110161454&quot;,&quot;type&quot;:&quot;ASSETS&quot;},&quot;isPremium&quot;:false,&quot;parent&quot;:{&quot;type&quot;:&quot;CHILD&quot;,&quot;parentId&quot;:&quot;c55718e3-1bd3-4489-b779-dbab48095621&quot;,&quot;order&quot;:&quot;97&quot;}},&quot;c55718e3-1bd3-4489-b779-dbab48095621&quot;:{&quot;id&quot;:&quot;c55718e3-1bd3-4489-b779-dbab48095621&quot;,&quot;type&quot;:&quot;FIGURE_OBJECT&quot;,&quot;document&quot;:{&quot;type&quot;:&quot;FIGURE&quot;,&quot;canvasType&quot;:&quot;FIGURE&quot;,&quot;units&quot;:&quot;in&quot;},&quot;parent&quot;:{&quot;parentId&quot;:&quot;3bc2fd54-760a-4627-a012-49dbee8ad38a&quot;,&quot;type&quot;:&quot;DOCUMENT&quot;,&quot;order&quot;:&quot;5&quot;}},&quot;3bc2fd54-760a-4627-a012-49dbee8ad38a&quot;:{&quot;id&quot;:&quot;3bc2fd54-760a-4627-a012-49dbee8ad38a&quot;,&quot;type&quot;:&quot;FIGURE_OBJECT&quot;,&quot;document&quot;:{&quot;type&quot;:&quot;DOCUMENT_GROUP&quot;,&quot;canvasType&quot;:&quot;FIGURE&quot;,&quot;units&quot;:&quot;in&quot;}}}}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8e1f27febf34f9c5f9434b"/>
  <p:tag name="FIGURESLIDEID" val="c55718e3-1bd3-4489-b779-dbab48095621"/>
  <p:tag name="SELECTIONIDS" val="ace53a02-432f-4747-837c-32795dabae61"/>
  <p:tag name="TRANSPARENTBACKGROUND" val="true"/>
  <p:tag name="VERSION" val="1770922276272"/>
  <p:tag name="TITLE" val="Genomics_lab5"/>
  <p:tag name="CREATORNAME" val="Tingkuan Chu"/>
  <p:tag name="DATEINSERTED" val="1770922276607"/>
  <p:tag name="DPI" val="300"/>
  <p:tag name="BIOJSON" val="{&quot;id&quot;:&quot;3bc2fd54-760a-4627-a012-49dbee8ad38a&quot;,&quot;objects&quot;:{&quot;ace53a02-432f-4747-837c-32795dabae61&quot;:{&quot;id&quot;:&quot;ace53a02-432f-4747-837c-32795dabae61&quot;,&quot;name&quot;:&quot;Muscle (generic)&quot;,&quot;displayName&quot;:&quot;&quot;,&quot;type&quot;:&quot;FIGURE_OBJECT&quot;,&quot;relativeTransform&quot;:{&quot;translate&quot;:{&quot;x&quot;:-70.62102812158491,&quot;y&quot;:-1.85986505721813},&quot;rotate&quot;:0,&quot;skewX&quot;:0,&quot;scale&quot;:{&quot;x&quot;:2.5095178166196224,&quot;y&quot;:2.5095178166196224}},&quot;image&quot;:{&quot;url&quot;:&quot;https://icons.cdn.biorender.com/biorender/5f47af8950c7a50028d146ce/20200827132010/image/5f47af8950c7a50028d146ce.png&quot;,&quot;isPremium&quot;:false,&quot;isOrgIcon&quot;:false,&quot;size&quot;:{&quot;x&quot;:80,&quot;y&quot;:46.315789473684205}},&quot;source&quot;:{&quot;id&quot;:&quot;5f47af8950c7a50028d146ce&quot;,&quot;version&quot;:&quot;20200827132010&quot;,&quot;type&quot;:&quot;ASSETS&quot;},&quot;isPremium&quot;:false,&quot;parent&quot;:{&quot;type&quot;:&quot;CHILD&quot;,&quot;parentId&quot;:&quot;c55718e3-1bd3-4489-b779-dbab48095621&quot;,&quot;order&quot;:&quot;9&quot;}},&quot;c55718e3-1bd3-4489-b779-dbab48095621&quot;:{&quot;id&quot;:&quot;c55718e3-1bd3-4489-b779-dbab48095621&quot;,&quot;type&quot;:&quot;FIGURE_OBJECT&quot;,&quot;document&quot;:{&quot;type&quot;:&quot;FIGURE&quot;,&quot;canvasType&quot;:&quot;FIGURE&quot;,&quot;units&quot;:&quot;in&quot;},&quot;parent&quot;:{&quot;parentId&quot;:&quot;3bc2fd54-760a-4627-a012-49dbee8ad38a&quot;,&quot;type&quot;:&quot;DOCUMENT&quot;,&quot;order&quot;:&quot;5&quot;}},&quot;3bc2fd54-760a-4627-a012-49dbee8ad38a&quot;:{&quot;id&quot;:&quot;3bc2fd54-760a-4627-a012-49dbee8ad38a&quot;,&quot;type&quot;:&quot;FIGURE_OBJECT&quot;,&quot;document&quot;:{&quot;type&quot;:&quot;DOCUMENT_GROUP&quot;,&quot;canvasType&quot;:&quot;FIGURE&quot;,&quot;units&quot;:&quot;in&quot;}}}}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8e1f27febf34f9c5f9434b"/>
  <p:tag name="FIGURESLIDEID" val="c55718e3-1bd3-4489-b779-dbab48095621"/>
  <p:tag name="SELECTIONIDS" val="d47ad2f1-ecdb-450c-a6c9-8259d00d82f8"/>
  <p:tag name="TRANSPARENTBACKGROUND" val="true"/>
  <p:tag name="VERSION" val="1770922276272"/>
  <p:tag name="TITLE" val="Genomics_lab5"/>
  <p:tag name="CREATORNAME" val="Tingkuan Chu"/>
  <p:tag name="DATEINSERTED" val="1770922276607"/>
  <p:tag name="DPI" val="300"/>
  <p:tag name="BIOJSON" val="{&quot;id&quot;:&quot;3bc2fd54-760a-4627-a012-49dbee8ad38a&quot;,&quot;objects&quot;:{&quot;d47ad2f1-ecdb-450c-a6c9-8259d00d82f8&quot;:{&quot;id&quot;:&quot;d47ad2f1-ecdb-450c-a6c9-8259d00d82f8&quot;,&quot;name&quot;:&quot;Muscle (generic)&quot;,&quot;displayName&quot;:&quot;&quot;,&quot;type&quot;:&quot;FIGURE_OBJECT&quot;,&quot;relativeTransform&quot;:{&quot;translate&quot;:{&quot;x&quot;:316.3360604700715,&quot;y&quot;:-1.8593737994603146},&quot;rotate&quot;:0,&quot;skewX&quot;:0,&quot;scale&quot;:{&quot;x&quot;:2.5095178166196224,&quot;y&quot;:2.5095178166196224}},&quot;image&quot;:{&quot;url&quot;:&quot;https://icons.cdn.biorender.com/biorender/5f47b31750c7a50028d146d4/5f47af8950c7a50028d146ce.png&quot;,&quot;isPremium&quot;:false,&quot;isOrgIcon&quot;:false,&quot;size&quot;:{&quot;x&quot;:80,&quot;y&quot;:46.315789473684205},&quot;fallbackUrl&quot;:&quot;sources/icons/5f47b31750c7a50028d146d4/5f47af8950c7a50028d146ce.svg&quot;},&quot;source&quot;:{&quot;id&quot;:&quot;5f47af8950c7a50028d146ce&quot;,&quot;version&quot;:&quot;20200827132010&quot;,&quot;type&quot;:&quot;ASSETS&quot;},&quot;isPremium&quot;:false,&quot;parent&quot;:{&quot;type&quot;:&quot;CHILD&quot;,&quot;parentId&quot;:&quot;c55718e3-1bd3-4489-b779-dbab48095621&quot;,&quot;order&quot;:&quot;95&quot;},&quot;styles&quot;:{&quot;vector-hidden&quot;:[]},&quot;opacity&quot;:1},&quot;c55718e3-1bd3-4489-b779-dbab48095621&quot;:{&quot;id&quot;:&quot;c55718e3-1bd3-4489-b779-dbab48095621&quot;,&quot;type&quot;:&quot;FIGURE_OBJECT&quot;,&quot;document&quot;:{&quot;type&quot;:&quot;FIGURE&quot;,&quot;canvasType&quot;:&quot;FIGURE&quot;,&quot;units&quot;:&quot;in&quot;},&quot;parent&quot;:{&quot;parentId&quot;:&quot;3bc2fd54-760a-4627-a012-49dbee8ad38a&quot;,&quot;type&quot;:&quot;DOCUMENT&quot;,&quot;order&quot;:&quot;5&quot;}},&quot;3bc2fd54-760a-4627-a012-49dbee8ad38a&quot;:{&quot;id&quot;:&quot;3bc2fd54-760a-4627-a012-49dbee8ad38a&quot;,&quot;type&quot;:&quot;FIGURE_OBJECT&quot;,&quot;document&quot;:{&quot;type&quot;:&quot;DOCUMENT_GROUP&quot;,&quot;canvasType&quot;:&quot;FIGURE&quot;,&quot;units&quot;:&quot;in&quot;}}}}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8e1f27febf34f9c5f9434b"/>
  <p:tag name="FIGURESLIDEID" val="c55718e3-1bd3-4489-b779-dbab48095621"/>
  <p:tag name="SELECTIONIDS" val="da179ca9-6893-40cf-b3bb-8e51c2e0e3fe"/>
  <p:tag name="TRANSPARENTBACKGROUND" val="true"/>
  <p:tag name="VERSION" val="1770922276272"/>
  <p:tag name="TITLE" val="Genomics_lab5"/>
  <p:tag name="CREATORNAME" val="Tingkuan Chu"/>
  <p:tag name="DATEINSERTED" val="1770922276607"/>
  <p:tag name="DPI" val="300"/>
  <p:tag name="BIOJSON" val="{&quot;id&quot;:&quot;3bc2fd54-760a-4627-a012-49dbee8ad38a&quot;,&quot;objects&quot;:{&quot;da179ca9-6893-40cf-b3bb-8e51c2e0e3fe&quot;:{&quot;type&quot;:&quot;FIGURE_OBJECT&quot;,&quot;id&quot;:&quot;da179ca9-6893-40cf-b3bb-8e51c2e0e3fe&quot;,&quot;relativeTransform&quot;:{&quot;translate&quot;:{&quot;x&quot;:-108.25199533126047,&quot;y&quot;:-94.6184972392485},&quot;rotate&quot;:1.5707963267948966,&quot;skewX&quot;:0,&quot;scale&quot;:{&quot;x&quot;:1,&quot;y&quot;:1}},&quot;opacity&quot;:1,&quot;path&quot;:{&quot;type&quot;:&quot;POLY_LINE&quot;,&quot;points&quot;:[{&quot;x&quot;:-74.51532272794226,&quot;y&quot;:37.91130454579518},{&quot;x&quot;:-74.51532272794226,&quot;y&quot;:-37.91130454579518},{&quot;x&quot;:74.51532272794226,&quot;y&quot;:-37.91130454579518}],&quot;closed&quot;:false,&quot;cornerRounding&quot;:{&quot;type&quot;:&quot;ARC_LENGTH&quot;,&quot;global&quot;:20.534806180875083}},&quot;pathStyles&quot;:[{&quot;type&quot;:&quot;FILL&quot;,&quot;fillStyle&quot;:&quot;rgba(0,0,0,0)&quot;},{&quot;type&quot;:&quot;STROKE&quot;,&quot;strokeStyle&quot;:&quot;#232323&quot;,&quot;lineWidth&quot;:2.6145727272962196,&quot;lineJoin&quot;:&quot;round&quot;}],&quot;pathMarkers&quot;:{&quot;markerEnd&quot;:{&quot;type&quot;:&quot;PATH&quot;,&quot;units&quot;:{&quot;type&quot;:&quot;STROKE_WIDTH&quot;,&quot;scale&quot;:1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isLocked&quot;:false,&quot;parent&quot;:{&quot;type&quot;:&quot;CHILD&quot;,&quot;parentId&quot;:&quot;c55718e3-1bd3-4489-b779-dbab48095621&quot;,&quot;order&quot;:&quot;99&quot;},&quot;connectorInfo&quot;:{&quot;type&quot;:&quot;ELBOW&quot;,&quot;offset&quot;:{&quot;x&quot;:0,&quot;y&quot;:0},&quot;bending&quot;:-0.1,&quot;customized&quot;:false}},&quot;c55718e3-1bd3-4489-b779-dbab48095621&quot;:{&quot;id&quot;:&quot;c55718e3-1bd3-4489-b779-dbab48095621&quot;,&quot;type&quot;:&quot;FIGURE_OBJECT&quot;,&quot;document&quot;:{&quot;type&quot;:&quot;FIGURE&quot;,&quot;canvasType&quot;:&quot;FIGURE&quot;,&quot;units&quot;:&quot;in&quot;},&quot;parent&quot;:{&quot;parentId&quot;:&quot;3bc2fd54-760a-4627-a012-49dbee8ad38a&quot;,&quot;type&quot;:&quot;DOCUMENT&quot;,&quot;order&quot;:&quot;5&quot;}},&quot;3bc2fd54-760a-4627-a012-49dbee8ad38a&quot;:{&quot;id&quot;:&quot;3bc2fd54-760a-4627-a012-49dbee8ad38a&quot;,&quot;type&quot;:&quot;FIGURE_OBJECT&quot;,&quot;document&quot;:{&quot;type&quot;:&quot;DOCUMENT_GROUP&quot;,&quot;canvasType&quot;:&quot;FIGURE&quot;,&quot;units&quot;:&quot;in&quot;}}}}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8e1f27febf34f9c5f9434b"/>
  <p:tag name="FIGURESLIDEID" val="c55718e3-1bd3-4489-b779-dbab48095621"/>
  <p:tag name="SELECTIONIDS" val="da179ca9-6893-40cf-b3bb-8e51c2e0e3fe"/>
  <p:tag name="TRANSPARENTBACKGROUND" val="true"/>
  <p:tag name="VERSION" val="1770922276272"/>
  <p:tag name="TITLE" val="Genomics_lab5"/>
  <p:tag name="CREATORNAME" val="Tingkuan Chu"/>
  <p:tag name="DATEINSERTED" val="1770922276607"/>
  <p:tag name="DPI" val="300"/>
  <p:tag name="BIOJSON" val="{&quot;id&quot;:&quot;3bc2fd54-760a-4627-a012-49dbee8ad38a&quot;,&quot;objects&quot;:{&quot;da179ca9-6893-40cf-b3bb-8e51c2e0e3fe&quot;:{&quot;type&quot;:&quot;FIGURE_OBJECT&quot;,&quot;id&quot;:&quot;da179ca9-6893-40cf-b3bb-8e51c2e0e3fe&quot;,&quot;relativeTransform&quot;:{&quot;translate&quot;:{&quot;x&quot;:-108.25199533126047,&quot;y&quot;:-94.6184972392485},&quot;rotate&quot;:1.5707963267948966,&quot;skewX&quot;:0,&quot;scale&quot;:{&quot;x&quot;:1,&quot;y&quot;:1}},&quot;opacity&quot;:1,&quot;path&quot;:{&quot;type&quot;:&quot;POLY_LINE&quot;,&quot;points&quot;:[{&quot;x&quot;:-74.51532272794226,&quot;y&quot;:37.91130454579518},{&quot;x&quot;:-74.51532272794226,&quot;y&quot;:-37.91130454579518},{&quot;x&quot;:74.51532272794226,&quot;y&quot;:-37.91130454579518}],&quot;closed&quot;:false,&quot;cornerRounding&quot;:{&quot;type&quot;:&quot;ARC_LENGTH&quot;,&quot;global&quot;:20.534806180875083}},&quot;pathStyles&quot;:[{&quot;type&quot;:&quot;FILL&quot;,&quot;fillStyle&quot;:&quot;rgba(0,0,0,0)&quot;},{&quot;type&quot;:&quot;STROKE&quot;,&quot;strokeStyle&quot;:&quot;#232323&quot;,&quot;lineWidth&quot;:2.6145727272962196,&quot;lineJoin&quot;:&quot;round&quot;}],&quot;pathMarkers&quot;:{&quot;markerEnd&quot;:{&quot;type&quot;:&quot;PATH&quot;,&quot;units&quot;:{&quot;type&quot;:&quot;STROKE_WIDTH&quot;,&quot;scale&quot;:1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isLocked&quot;:false,&quot;parent&quot;:{&quot;type&quot;:&quot;CHILD&quot;,&quot;parentId&quot;:&quot;c55718e3-1bd3-4489-b779-dbab48095621&quot;,&quot;order&quot;:&quot;99&quot;},&quot;connectorInfo&quot;:{&quot;type&quot;:&quot;ELBOW&quot;,&quot;offset&quot;:{&quot;x&quot;:0,&quot;y&quot;:0},&quot;bending&quot;:-0.1,&quot;customized&quot;:false}},&quot;c55718e3-1bd3-4489-b779-dbab48095621&quot;:{&quot;id&quot;:&quot;c55718e3-1bd3-4489-b779-dbab48095621&quot;,&quot;type&quot;:&quot;FIGURE_OBJECT&quot;,&quot;document&quot;:{&quot;type&quot;:&quot;FIGURE&quot;,&quot;canvasType&quot;:&quot;FIGURE&quot;,&quot;units&quot;:&quot;in&quot;},&quot;parent&quot;:{&quot;parentId&quot;:&quot;3bc2fd54-760a-4627-a012-49dbee8ad38a&quot;,&quot;type&quot;:&quot;DOCUMENT&quot;,&quot;order&quot;:&quot;5&quot;}},&quot;3bc2fd54-760a-4627-a012-49dbee8ad38a&quot;:{&quot;id&quot;:&quot;3bc2fd54-760a-4627-a012-49dbee8ad38a&quot;,&quot;type&quot;:&quot;FIGURE_OBJECT&quot;,&quot;document&quot;:{&quot;type&quot;:&quot;DOCUMENT_GROUP&quot;,&quot;canvasType&quot;:&quot;FIGURE&quot;,&quot;units&quot;:&quot;in&quot;}}}}"/>
</p:tagLst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>
        <a:noFill/>
      </a:spPr>
      <a:bodyPr wrap="none" lIns="0" tIns="0" rIns="0" bIns="0" rtlCol="0">
        <a:spAutoFit/>
      </a:bodyPr>
      <a:lstStyle>
        <a:defPPr algn="l">
          <a:defRPr dirty="0" smtClean="0"/>
        </a:defPPr>
      </a:lstStyle>
    </a:txDef>
  </a:objectDefaults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Simple Light">
    <a:dk1>
      <a:srgbClr val="000000"/>
    </a:dk1>
    <a:lt1>
      <a:srgbClr val="FFFFFF"/>
    </a:lt1>
    <a:dk2>
      <a:srgbClr val="595959"/>
    </a:dk2>
    <a:lt2>
      <a:srgbClr val="EEEEEE"/>
    </a:lt2>
    <a:accent1>
      <a:srgbClr val="FFAB40"/>
    </a:accent1>
    <a:accent2>
      <a:srgbClr val="212121"/>
    </a:accent2>
    <a:accent3>
      <a:srgbClr val="78909C"/>
    </a:accent3>
    <a:accent4>
      <a:srgbClr val="FFAB40"/>
    </a:accent4>
    <a:accent5>
      <a:srgbClr val="0097A7"/>
    </a:accent5>
    <a:accent6>
      <a:srgbClr val="EEFF41"/>
    </a:accent6>
    <a:hlink>
      <a:srgbClr val="0097A7"/>
    </a:hlink>
    <a:folHlink>
      <a:srgbClr val="0097A7"/>
    </a:folHlink>
  </a:clrScheme>
</a:themeOverride>
</file>

<file path=ppt/theme/themeOverride2.xml><?xml version="1.0" encoding="utf-8"?>
<a:themeOverride xmlns:a="http://schemas.openxmlformats.org/drawingml/2006/main">
  <a:clrScheme name="Simple Light">
    <a:dk1>
      <a:srgbClr val="000000"/>
    </a:dk1>
    <a:lt1>
      <a:srgbClr val="FFFFFF"/>
    </a:lt1>
    <a:dk2>
      <a:srgbClr val="595959"/>
    </a:dk2>
    <a:lt2>
      <a:srgbClr val="EEEEEE"/>
    </a:lt2>
    <a:accent1>
      <a:srgbClr val="FFAB40"/>
    </a:accent1>
    <a:accent2>
      <a:srgbClr val="212121"/>
    </a:accent2>
    <a:accent3>
      <a:srgbClr val="78909C"/>
    </a:accent3>
    <a:accent4>
      <a:srgbClr val="FFAB40"/>
    </a:accent4>
    <a:accent5>
      <a:srgbClr val="0097A7"/>
    </a:accent5>
    <a:accent6>
      <a:srgbClr val="EEFF41"/>
    </a:accent6>
    <a:hlink>
      <a:srgbClr val="0097A7"/>
    </a:hlink>
    <a:folHlink>
      <a:srgbClr val="0097A7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3857</TotalTime>
  <Words>1302</Words>
  <Application>Microsoft Macintosh PowerPoint</Application>
  <PresentationFormat>On-screen Show (16:9)</PresentationFormat>
  <Paragraphs>155</Paragraphs>
  <Slides>18</Slides>
  <Notes>16</Notes>
  <HiddenSlides>3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Arial</vt:lpstr>
      <vt:lpstr>Cambria</vt:lpstr>
      <vt:lpstr>Cambria Math</vt:lpstr>
      <vt:lpstr>Consolas</vt:lpstr>
      <vt:lpstr>Courier New</vt:lpstr>
      <vt:lpstr>Simple Light</vt:lpstr>
      <vt:lpstr>Assignment 5</vt:lpstr>
      <vt:lpstr>Premise</vt:lpstr>
      <vt:lpstr>Premise</vt:lpstr>
      <vt:lpstr>Important Files </vt:lpstr>
      <vt:lpstr>Important Files </vt:lpstr>
      <vt:lpstr>Assignment Overview</vt:lpstr>
      <vt:lpstr>Part 0 – Functions (Setting up for success)</vt:lpstr>
      <vt:lpstr>Tips and Tricks: FUNCTIONS ARE YOUR FRIENDS</vt:lpstr>
      <vt:lpstr>Important Formulas</vt:lpstr>
      <vt:lpstr>An example of a function used in this assignment</vt:lpstr>
      <vt:lpstr>Tips and Tricks:</vt:lpstr>
      <vt:lpstr>Part 1- Data filtering</vt:lpstr>
      <vt:lpstr>Part 2 - Data visualization</vt:lpstr>
      <vt:lpstr>Graphing in Python</vt:lpstr>
      <vt:lpstr>Part 3 - Data normalization</vt:lpstr>
      <vt:lpstr>Part 4 - Data exploration</vt:lpstr>
      <vt:lpstr>What to turn in</vt:lpstr>
      <vt:lpstr>Suggestions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Assignment 4</dc:title>
  <dc:creator>Titilope Akinwe</dc:creator>
  <cp:lastModifiedBy>Chu, Tingkuan</cp:lastModifiedBy>
  <cp:revision>19</cp:revision>
  <dcterms:modified xsi:type="dcterms:W3CDTF">2026-02-13T16:13:31Z</dcterms:modified>
</cp:coreProperties>
</file>