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2A4278-603B-C14D-89A2-6F40E7A86E02}" v="13" dt="2026-01-23T04:59:56.9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cia, Shantal" userId="07d2cc83-f406-415f-a817-514d018f8ab2" providerId="ADAL" clId="{9D90CC96-8006-5CE1-B84B-A59BF5ABAF23}"/>
    <pc:docChg chg="undo custSel addSld delSld modSld modMainMaster">
      <pc:chgData name="Garcia, Shantal" userId="07d2cc83-f406-415f-a817-514d018f8ab2" providerId="ADAL" clId="{9D90CC96-8006-5CE1-B84B-A59BF5ABAF23}" dt="2026-01-23T05:01:45.563" v="514" actId="5793"/>
      <pc:docMkLst>
        <pc:docMk/>
      </pc:docMkLst>
      <pc:sldChg chg="modSp">
        <pc:chgData name="Garcia, Shantal" userId="07d2cc83-f406-415f-a817-514d018f8ab2" providerId="ADAL" clId="{9D90CC96-8006-5CE1-B84B-A59BF5ABAF23}" dt="2026-01-23T04:56:46.270" v="489"/>
        <pc:sldMkLst>
          <pc:docMk/>
          <pc:sldMk cId="2009191316" sldId="256"/>
        </pc:sldMkLst>
        <pc:spChg chg="mod">
          <ac:chgData name="Garcia, Shantal" userId="07d2cc83-f406-415f-a817-514d018f8ab2" providerId="ADAL" clId="{9D90CC96-8006-5CE1-B84B-A59BF5ABAF23}" dt="2026-01-23T04:56:46.270" v="489"/>
          <ac:spMkLst>
            <pc:docMk/>
            <pc:sldMk cId="2009191316" sldId="256"/>
            <ac:spMk id="4" creationId="{6D7E698B-DC70-3C3E-3A3C-D47B350F9632}"/>
          </ac:spMkLst>
        </pc:spChg>
      </pc:sldChg>
      <pc:sldChg chg="modSp mod">
        <pc:chgData name="Garcia, Shantal" userId="07d2cc83-f406-415f-a817-514d018f8ab2" providerId="ADAL" clId="{9D90CC96-8006-5CE1-B84B-A59BF5ABAF23}" dt="2026-01-22T20:59:38.521" v="4" actId="20577"/>
        <pc:sldMkLst>
          <pc:docMk/>
          <pc:sldMk cId="1190117889" sldId="257"/>
        </pc:sldMkLst>
        <pc:spChg chg="mod">
          <ac:chgData name="Garcia, Shantal" userId="07d2cc83-f406-415f-a817-514d018f8ab2" providerId="ADAL" clId="{9D90CC96-8006-5CE1-B84B-A59BF5ABAF23}" dt="2026-01-22T20:59:38.521" v="4" actId="20577"/>
          <ac:spMkLst>
            <pc:docMk/>
            <pc:sldMk cId="1190117889" sldId="257"/>
            <ac:spMk id="4" creationId="{0567EC7A-C1AF-4FAD-A11D-653BA1A7686A}"/>
          </ac:spMkLst>
        </pc:spChg>
      </pc:sldChg>
      <pc:sldChg chg="modSp mod">
        <pc:chgData name="Garcia, Shantal" userId="07d2cc83-f406-415f-a817-514d018f8ab2" providerId="ADAL" clId="{9D90CC96-8006-5CE1-B84B-A59BF5ABAF23}" dt="2026-01-23T04:56:46.303" v="490" actId="27636"/>
        <pc:sldMkLst>
          <pc:docMk/>
          <pc:sldMk cId="341988863" sldId="258"/>
        </pc:sldMkLst>
        <pc:spChg chg="mod">
          <ac:chgData name="Garcia, Shantal" userId="07d2cc83-f406-415f-a817-514d018f8ab2" providerId="ADAL" clId="{9D90CC96-8006-5CE1-B84B-A59BF5ABAF23}" dt="2026-01-23T04:56:46.303" v="490" actId="27636"/>
          <ac:spMkLst>
            <pc:docMk/>
            <pc:sldMk cId="341988863" sldId="258"/>
            <ac:spMk id="3" creationId="{D1E243BC-E1FF-2C57-B383-228197F77B40}"/>
          </ac:spMkLst>
        </pc:spChg>
      </pc:sldChg>
      <pc:sldChg chg="addSp delSp modSp mod">
        <pc:chgData name="Garcia, Shantal" userId="07d2cc83-f406-415f-a817-514d018f8ab2" providerId="ADAL" clId="{9D90CC96-8006-5CE1-B84B-A59BF5ABAF23}" dt="2026-01-23T05:00:00.056" v="500"/>
        <pc:sldMkLst>
          <pc:docMk/>
          <pc:sldMk cId="1047033340" sldId="259"/>
        </pc:sldMkLst>
        <pc:spChg chg="add del mod">
          <ac:chgData name="Garcia, Shantal" userId="07d2cc83-f406-415f-a817-514d018f8ab2" providerId="ADAL" clId="{9D90CC96-8006-5CE1-B84B-A59BF5ABAF23}" dt="2026-01-23T05:00:00.056" v="500"/>
          <ac:spMkLst>
            <pc:docMk/>
            <pc:sldMk cId="1047033340" sldId="259"/>
            <ac:spMk id="4" creationId="{7EF1DC9C-642E-8312-C951-BF7DF3A5D5C4}"/>
          </ac:spMkLst>
        </pc:spChg>
      </pc:sldChg>
      <pc:sldChg chg="modSp mod">
        <pc:chgData name="Garcia, Shantal" userId="07d2cc83-f406-415f-a817-514d018f8ab2" providerId="ADAL" clId="{9D90CC96-8006-5CE1-B84B-A59BF5ABAF23}" dt="2026-01-23T05:01:45.563" v="514" actId="5793"/>
        <pc:sldMkLst>
          <pc:docMk/>
          <pc:sldMk cId="1162284181" sldId="260"/>
        </pc:sldMkLst>
        <pc:spChg chg="mod">
          <ac:chgData name="Garcia, Shantal" userId="07d2cc83-f406-415f-a817-514d018f8ab2" providerId="ADAL" clId="{9D90CC96-8006-5CE1-B84B-A59BF5ABAF23}" dt="2026-01-23T05:01:45.563" v="514" actId="5793"/>
          <ac:spMkLst>
            <pc:docMk/>
            <pc:sldMk cId="1162284181" sldId="260"/>
            <ac:spMk id="3" creationId="{DD6327DB-0F80-4AF2-1D0D-D1F02613D21E}"/>
          </ac:spMkLst>
        </pc:spChg>
        <pc:spChg chg="mod">
          <ac:chgData name="Garcia, Shantal" userId="07d2cc83-f406-415f-a817-514d018f8ab2" providerId="ADAL" clId="{9D90CC96-8006-5CE1-B84B-A59BF5ABAF23}" dt="2026-01-23T05:01:37.576" v="512" actId="1076"/>
          <ac:spMkLst>
            <pc:docMk/>
            <pc:sldMk cId="1162284181" sldId="260"/>
            <ac:spMk id="4" creationId="{8CE63C54-9C13-6E22-8FF2-6E8A7DCBE413}"/>
          </ac:spMkLst>
        </pc:spChg>
      </pc:sldChg>
      <pc:sldChg chg="modSp add del mod">
        <pc:chgData name="Garcia, Shantal" userId="07d2cc83-f406-415f-a817-514d018f8ab2" providerId="ADAL" clId="{9D90CC96-8006-5CE1-B84B-A59BF5ABAF23}" dt="2026-01-22T21:02:44.100" v="114" actId="2696"/>
        <pc:sldMkLst>
          <pc:docMk/>
          <pc:sldMk cId="1659676274" sldId="261"/>
        </pc:sldMkLst>
        <pc:spChg chg="mod">
          <ac:chgData name="Garcia, Shantal" userId="07d2cc83-f406-415f-a817-514d018f8ab2" providerId="ADAL" clId="{9D90CC96-8006-5CE1-B84B-A59BF5ABAF23}" dt="2026-01-22T21:01:30.770" v="38" actId="1076"/>
          <ac:spMkLst>
            <pc:docMk/>
            <pc:sldMk cId="1659676274" sldId="261"/>
            <ac:spMk id="4" creationId="{024F7779-1A42-6D53-703A-DA8EB3E446FD}"/>
          </ac:spMkLst>
        </pc:spChg>
      </pc:sldChg>
      <pc:sldChg chg="addSp delSp modSp new mod modClrScheme chgLayout">
        <pc:chgData name="Garcia, Shantal" userId="07d2cc83-f406-415f-a817-514d018f8ab2" providerId="ADAL" clId="{9D90CC96-8006-5CE1-B84B-A59BF5ABAF23}" dt="2026-01-23T04:57:08.727" v="497" actId="1076"/>
        <pc:sldMkLst>
          <pc:docMk/>
          <pc:sldMk cId="3137791860" sldId="262"/>
        </pc:sldMkLst>
        <pc:spChg chg="del mod ord">
          <ac:chgData name="Garcia, Shantal" userId="07d2cc83-f406-415f-a817-514d018f8ab2" providerId="ADAL" clId="{9D90CC96-8006-5CE1-B84B-A59BF5ABAF23}" dt="2026-01-22T21:01:35.282" v="40" actId="700"/>
          <ac:spMkLst>
            <pc:docMk/>
            <pc:sldMk cId="3137791860" sldId="262"/>
            <ac:spMk id="2" creationId="{A990F703-E8F1-A349-34A3-3FCAF6BB9701}"/>
          </ac:spMkLst>
        </pc:spChg>
        <pc:spChg chg="del mod ord">
          <ac:chgData name="Garcia, Shantal" userId="07d2cc83-f406-415f-a817-514d018f8ab2" providerId="ADAL" clId="{9D90CC96-8006-5CE1-B84B-A59BF5ABAF23}" dt="2026-01-22T21:01:35.282" v="40" actId="700"/>
          <ac:spMkLst>
            <pc:docMk/>
            <pc:sldMk cId="3137791860" sldId="262"/>
            <ac:spMk id="3" creationId="{C7B668ED-94D0-3010-3B53-75CDE1028B1C}"/>
          </ac:spMkLst>
        </pc:spChg>
        <pc:spChg chg="add mod ord">
          <ac:chgData name="Garcia, Shantal" userId="07d2cc83-f406-415f-a817-514d018f8ab2" providerId="ADAL" clId="{9D90CC96-8006-5CE1-B84B-A59BF5ABAF23}" dt="2026-01-23T04:57:03.210" v="496" actId="1076"/>
          <ac:spMkLst>
            <pc:docMk/>
            <pc:sldMk cId="3137791860" sldId="262"/>
            <ac:spMk id="4" creationId="{9B4D635A-8D48-A609-E6DE-2500EEEA2CEF}"/>
          </ac:spMkLst>
        </pc:spChg>
        <pc:spChg chg="add mod ord">
          <ac:chgData name="Garcia, Shantal" userId="07d2cc83-f406-415f-a817-514d018f8ab2" providerId="ADAL" clId="{9D90CC96-8006-5CE1-B84B-A59BF5ABAF23}" dt="2026-01-23T04:57:08.727" v="497" actId="1076"/>
          <ac:spMkLst>
            <pc:docMk/>
            <pc:sldMk cId="3137791860" sldId="262"/>
            <ac:spMk id="5" creationId="{51D8449A-E279-5B8C-6E14-2EECD748F208}"/>
          </ac:spMkLst>
        </pc:spChg>
      </pc:sldChg>
      <pc:sldChg chg="modSp new mod">
        <pc:chgData name="Garcia, Shantal" userId="07d2cc83-f406-415f-a817-514d018f8ab2" providerId="ADAL" clId="{9D90CC96-8006-5CE1-B84B-A59BF5ABAF23}" dt="2026-01-22T21:07:12.120" v="488" actId="20577"/>
        <pc:sldMkLst>
          <pc:docMk/>
          <pc:sldMk cId="1357886019" sldId="263"/>
        </pc:sldMkLst>
        <pc:spChg chg="mod">
          <ac:chgData name="Garcia, Shantal" userId="07d2cc83-f406-415f-a817-514d018f8ab2" providerId="ADAL" clId="{9D90CC96-8006-5CE1-B84B-A59BF5ABAF23}" dt="2026-01-22T21:06:48.297" v="363" actId="20577"/>
          <ac:spMkLst>
            <pc:docMk/>
            <pc:sldMk cId="1357886019" sldId="263"/>
            <ac:spMk id="2" creationId="{F08F0A97-8871-C43C-5BEB-EF7A6E6C7D47}"/>
          </ac:spMkLst>
        </pc:spChg>
        <pc:spChg chg="mod">
          <ac:chgData name="Garcia, Shantal" userId="07d2cc83-f406-415f-a817-514d018f8ab2" providerId="ADAL" clId="{9D90CC96-8006-5CE1-B84B-A59BF5ABAF23}" dt="2026-01-22T21:07:12.120" v="488" actId="20577"/>
          <ac:spMkLst>
            <pc:docMk/>
            <pc:sldMk cId="1357886019" sldId="263"/>
            <ac:spMk id="3" creationId="{ADE1EF29-D9C3-8160-A0B5-5DB3E9E2F944}"/>
          </ac:spMkLst>
        </pc:spChg>
      </pc:sldChg>
      <pc:sldMasterChg chg="modSp">
        <pc:chgData name="Garcia, Shantal" userId="07d2cc83-f406-415f-a817-514d018f8ab2" providerId="ADAL" clId="{9D90CC96-8006-5CE1-B84B-A59BF5ABAF23}" dt="2026-01-23T04:56:50.438" v="491"/>
        <pc:sldMasterMkLst>
          <pc:docMk/>
          <pc:sldMasterMk cId="670727472" sldId="2147483648"/>
        </pc:sldMasterMkLst>
        <pc:spChg chg="mod">
          <ac:chgData name="Garcia, Shantal" userId="07d2cc83-f406-415f-a817-514d018f8ab2" providerId="ADAL" clId="{9D90CC96-8006-5CE1-B84B-A59BF5ABAF23}" dt="2026-01-23T04:56:50.438" v="491"/>
          <ac:spMkLst>
            <pc:docMk/>
            <pc:sldMasterMk cId="670727472" sldId="2147483648"/>
            <ac:spMk id="2" creationId="{FE02A860-C6AF-CF51-D66B-2EA10826F00C}"/>
          </ac:spMkLst>
        </pc:spChg>
        <pc:spChg chg="mod">
          <ac:chgData name="Garcia, Shantal" userId="07d2cc83-f406-415f-a817-514d018f8ab2" providerId="ADAL" clId="{9D90CC96-8006-5CE1-B84B-A59BF5ABAF23}" dt="2026-01-23T04:56:46.270" v="489"/>
          <ac:spMkLst>
            <pc:docMk/>
            <pc:sldMasterMk cId="670727472" sldId="2147483648"/>
            <ac:spMk id="3" creationId="{1B0DF30A-CB41-5DC2-89AB-BFD2FBD0E57A}"/>
          </ac:spMkLst>
        </pc:spChg>
        <pc:spChg chg="mod">
          <ac:chgData name="Garcia, Shantal" userId="07d2cc83-f406-415f-a817-514d018f8ab2" providerId="ADAL" clId="{9D90CC96-8006-5CE1-B84B-A59BF5ABAF23}" dt="2026-01-23T04:56:46.270" v="489"/>
          <ac:spMkLst>
            <pc:docMk/>
            <pc:sldMasterMk cId="670727472" sldId="2147483648"/>
            <ac:spMk id="4" creationId="{848DE803-A0F9-46C9-867F-70D366D57250}"/>
          </ac:spMkLst>
        </pc:spChg>
        <pc:spChg chg="mod">
          <ac:chgData name="Garcia, Shantal" userId="07d2cc83-f406-415f-a817-514d018f8ab2" providerId="ADAL" clId="{9D90CC96-8006-5CE1-B84B-A59BF5ABAF23}" dt="2026-01-23T04:56:46.270" v="489"/>
          <ac:spMkLst>
            <pc:docMk/>
            <pc:sldMasterMk cId="670727472" sldId="2147483648"/>
            <ac:spMk id="5" creationId="{2D095E17-4179-E14D-D8F6-AB0F139086D5}"/>
          </ac:spMkLst>
        </pc:spChg>
        <pc:spChg chg="mod">
          <ac:chgData name="Garcia, Shantal" userId="07d2cc83-f406-415f-a817-514d018f8ab2" providerId="ADAL" clId="{9D90CC96-8006-5CE1-B84B-A59BF5ABAF23}" dt="2026-01-23T04:56:46.270" v="489"/>
          <ac:spMkLst>
            <pc:docMk/>
            <pc:sldMasterMk cId="670727472" sldId="2147483648"/>
            <ac:spMk id="6" creationId="{7A563691-0380-7851-25A6-5F785871E437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B1DA-BF02-8FC7-D524-9B017C564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E4CD5E-05BE-AF28-6318-24E2B5018B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E8D6A-DBAF-93CF-2797-9741F2594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4D91-9A5E-A745-A38B-5EA630FEE90C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410AD-3911-B88C-95D9-132C696BE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16AF3-3AA9-3AB5-37B3-988905553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D88F7-7C55-BD41-9D15-BC5D3B0F1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18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FDCFA-8FB0-7821-F94B-809300667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04D48-71D5-5069-FC23-01D3D1319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137F5-6BBF-398A-814E-FE9303E15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4D91-9A5E-A745-A38B-5EA630FEE90C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42EF7-C997-3A26-8C8C-C586F1D68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8AA83-84B2-B0FE-3B6D-BD03C840D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D88F7-7C55-BD41-9D15-BC5D3B0F1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432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7032B-0E0C-8DE5-16D2-7EE01F0CE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F8F4-6507-0288-C033-B295B555D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89821-0CBB-D7C2-8BD8-594D25E72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4D91-9A5E-A745-A38B-5EA630FEE90C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33619-9B1B-A6A2-6828-563710D8C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EEB53-74EF-99E5-2AD8-C6A9B005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D88F7-7C55-BD41-9D15-BC5D3B0F1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862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8334D-ED0F-E3E0-4563-B064EFD2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6A5FC-F55B-F510-2D58-28D96AC126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1A01D0-2263-95D1-FD97-0F9797C5A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06BE8F-2AE1-3332-5BFE-ADADDD6B0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4D91-9A5E-A745-A38B-5EA630FEE90C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D3C1D-066C-4BDF-8537-7D7F2AF92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1B496-BEAE-24AD-D329-87261CB28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D88F7-7C55-BD41-9D15-BC5D3B0F1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891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B841B-5459-E0D1-A796-F77EC2F7A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8E8EA5-7F3B-C935-8786-48B4328B7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9B353-F1BE-34DB-26B5-EFF13EE12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836223-DC18-D3D5-A8CA-2655C4206C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3C1E3C-FDF2-F763-5710-477243B24B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0A1883-80F8-311F-70D8-DA4CBC28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4D91-9A5E-A745-A38B-5EA630FEE90C}" type="datetimeFigureOut">
              <a:rPr lang="en-US" smtClean="0"/>
              <a:t>1/22/26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D30C68-FA89-A97E-FCD2-996F0A2A3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F988B3-5F75-C425-61A1-2B6184454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D88F7-7C55-BD41-9D15-BC5D3B0F1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532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C6181-09BC-6469-CCCB-F430468B1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3F1400-1F42-F61A-66A8-7F598B463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4D91-9A5E-A745-A38B-5EA630FEE90C}" type="datetimeFigureOut">
              <a:rPr lang="en-US" smtClean="0"/>
              <a:t>1/22/26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B69E28-01EF-0C82-3284-DE2CB55F4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EFE5A-D7E3-59AA-8F46-D7914DBFF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D88F7-7C55-BD41-9D15-BC5D3B0F1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98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71C82E-A375-A06A-12B5-FD6B18813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4D91-9A5E-A745-A38B-5EA630FEE90C}" type="datetimeFigureOut">
              <a:rPr lang="en-US" smtClean="0"/>
              <a:t>1/22/26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79DAD0-8C7B-96B7-5CCA-7863CE19F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49853-6263-68B5-A0E6-D52D6D6BD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D88F7-7C55-BD41-9D15-BC5D3B0F1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8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E704D-4AA3-D4BD-19D4-76B8F49B6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AA25D-72BB-AC11-5885-098D7FB14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21F40C-AF4D-34C4-FE43-26CE7FD1F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F5F5A-684E-562B-F984-C3CCFEED0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4D91-9A5E-A745-A38B-5EA630FEE90C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A35E5-96EF-DFB0-D4AB-D088ACA52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2E5F2-1AB5-ACF2-406D-AE440E9C8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D88F7-7C55-BD41-9D15-BC5D3B0F1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056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883FE-311D-51A8-9F22-00511416B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72ED66-4F9C-FC08-F541-89E1EAAFD2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4FD03D-196D-8C0E-FC81-49C786509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C17BB-9526-256D-1F30-E4260DE56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4D91-9A5E-A745-A38B-5EA630FEE90C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36F655-4B53-450C-C7F0-91263566C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7DEA8-C0FD-396C-0268-687F68AD5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D88F7-7C55-BD41-9D15-BC5D3B0F1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818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0A617-6EBA-30D7-E4E1-3FDBE6694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4E14A0-327D-E3AD-6674-C01074D1B8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F1DFA-F739-68B6-6AF8-BF27FBD43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4D91-9A5E-A745-A38B-5EA630FEE90C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9CA9A-4A89-0ED4-518D-081DDBDD7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1CC4F-F7C7-F241-DE29-CB1BA6F0F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D88F7-7C55-BD41-9D15-BC5D3B0F1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688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C2625-A942-FC8A-A692-858E9F3D57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28ABF7-0C66-86E4-95B6-DF732D00A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5436F-32AF-EBEC-F38B-A6251861A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4D91-9A5E-A745-A38B-5EA630FEE90C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8552A-DDA1-7D52-8B48-D705A04B3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80D88-BCEF-C54E-1696-890C72571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D88F7-7C55-BD41-9D15-BC5D3B0F1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030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02A860-C6AF-CF51-D66B-2EA10826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DF30A-CB41-5DC2-89AB-BFD2FBD0E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DE803-A0F9-46C9-867F-70D366D572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24634D91-9A5E-A745-A38B-5EA630FEE90C}" type="datetimeFigureOut">
              <a:rPr lang="en-US" smtClean="0"/>
              <a:pPr/>
              <a:t>1/22/26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95E17-4179-E14D-D8F6-AB0F139086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63691-0380-7851-25A6-5F785871E4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27CD88F7-7C55-BD41-9D15-BC5D3B0F191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727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owtie-bio.sourceforge.net/bowtie2/manual.s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DB324-8547-DE9E-B67D-DADBEC3BD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/>
              <a:t>Assignment 2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71AD5D-4FBF-68BB-A6CE-0C8A56A350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28468"/>
            <a:ext cx="9144000" cy="969960"/>
          </a:xfrm>
          <a:solidFill>
            <a:schemeClr val="tx2">
              <a:lumMod val="10000"/>
              <a:lumOff val="90000"/>
            </a:schemeClr>
          </a:solidFill>
        </p:spPr>
        <p:txBody>
          <a:bodyPr/>
          <a:lstStyle/>
          <a:p>
            <a:r>
              <a:rPr lang="en-US" dirty="0"/>
              <a:t>BIOL5488</a:t>
            </a:r>
          </a:p>
          <a:p>
            <a:r>
              <a:rPr lang="en-US" dirty="0"/>
              <a:t>1/23/2026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7E698B-DC70-3C3E-3A3C-D47B350F9632}"/>
              </a:ext>
            </a:extLst>
          </p:cNvPr>
          <p:cNvSpPr txBox="1"/>
          <p:nvPr/>
        </p:nvSpPr>
        <p:spPr>
          <a:xfrm>
            <a:off x="4460788" y="5257800"/>
            <a:ext cx="3521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Adapted from 2023/2024 TAs</a:t>
            </a:r>
          </a:p>
        </p:txBody>
      </p:sp>
    </p:spTree>
    <p:extLst>
      <p:ext uri="{BB962C8B-B14F-4D97-AF65-F5344CB8AC3E}">
        <p14:creationId xmlns:p14="http://schemas.microsoft.com/office/powerpoint/2010/main" val="2009191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4D635A-8D48-A609-E6DE-2500EEEA2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9" y="123387"/>
            <a:ext cx="12005441" cy="1325563"/>
          </a:xfrm>
        </p:spPr>
        <p:txBody>
          <a:bodyPr/>
          <a:lstStyle/>
          <a:p>
            <a:r>
              <a:rPr lang="en-US" dirty="0"/>
              <a:t>Preliminary Work (detailed in Assignment2.md)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D8449A-E279-5B8C-6E14-2EECD748F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649" y="1448950"/>
            <a:ext cx="11634530" cy="515721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Modify the .</a:t>
            </a:r>
            <a:r>
              <a:rPr lang="en-US" dirty="0" err="1"/>
              <a:t>bashrc</a:t>
            </a:r>
            <a:r>
              <a:rPr lang="en-US" dirty="0"/>
              <a:t> file to initialize </a:t>
            </a:r>
            <a:r>
              <a:rPr lang="en-US" dirty="0" err="1"/>
              <a:t>conda</a:t>
            </a:r>
            <a:r>
              <a:rPr lang="en-US" dirty="0"/>
              <a:t> environment.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accent1"/>
                </a:solidFill>
              </a:rPr>
              <a:t>cd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~</a:t>
            </a:r>
            <a:r>
              <a:rPr lang="en-US" dirty="0">
                <a:solidFill>
                  <a:schemeClr val="accent5"/>
                </a:solidFill>
              </a:rPr>
              <a:t> # go to your the home folder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accent5"/>
                </a:solidFill>
              </a:rPr>
              <a:t>vim .</a:t>
            </a:r>
            <a:r>
              <a:rPr lang="en-US" dirty="0" err="1">
                <a:solidFill>
                  <a:schemeClr val="accent5"/>
                </a:solidFill>
              </a:rPr>
              <a:t>bashrc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dirty="0"/>
              <a:t>Specify working path for Docker container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$ </a:t>
            </a:r>
            <a:r>
              <a:rPr lang="en-US" dirty="0">
                <a:solidFill>
                  <a:srgbClr val="FF0000"/>
                </a:solidFill>
              </a:rPr>
              <a:t>export</a:t>
            </a:r>
            <a:r>
              <a:rPr lang="en-US" dirty="0">
                <a:solidFill>
                  <a:schemeClr val="accent5"/>
                </a:solidFill>
              </a:rPr>
              <a:t>  LSF_DOCKER_VOLUMES</a:t>
            </a:r>
            <a:r>
              <a:rPr lang="en-US" dirty="0">
                <a:solidFill>
                  <a:schemeClr val="accent1"/>
                </a:solidFill>
              </a:rPr>
              <a:t>='/storage1/fs1/workshops/Active/BIO5488/SP2026.L41.BIOL.5488.01/Assignments/A02/Users/&lt;username&gt;:/storage1/fs1/workshops/Active/BIO5488/SP2026.L41.BIOL.5488.01/Assignments/A02/Users/&lt;username&gt;'</a:t>
            </a:r>
          </a:p>
          <a:p>
            <a:r>
              <a:rPr lang="en-US" dirty="0"/>
              <a:t>Create docker container.</a:t>
            </a:r>
          </a:p>
          <a:p>
            <a:pPr marL="0" indent="0" algn="ctr">
              <a:buNone/>
            </a:pPr>
            <a:r>
              <a:rPr lang="en-US" dirty="0" err="1"/>
              <a:t>bsub</a:t>
            </a:r>
            <a:r>
              <a:rPr lang="en-US" dirty="0"/>
              <a:t> -Is -q workshop-interactive -G compute-workshop -a </a:t>
            </a:r>
            <a:r>
              <a:rPr lang="en-US" dirty="0">
                <a:solidFill>
                  <a:schemeClr val="accent1"/>
                </a:solidFill>
              </a:rPr>
              <a:t>'docker(takinwe1/bio5488:0.0)'</a:t>
            </a:r>
            <a:r>
              <a:rPr lang="en-US" dirty="0"/>
              <a:t> /bin/bash</a:t>
            </a:r>
          </a:p>
          <a:p>
            <a:r>
              <a:rPr lang="en-US" dirty="0"/>
              <a:t>Activate </a:t>
            </a:r>
            <a:r>
              <a:rPr lang="en-US" dirty="0" err="1"/>
              <a:t>conda</a:t>
            </a:r>
            <a:r>
              <a:rPr lang="en-US" dirty="0"/>
              <a:t> environment from your working directory</a:t>
            </a:r>
          </a:p>
          <a:p>
            <a:pPr marL="0" indent="0">
              <a:buNone/>
            </a:pPr>
            <a:r>
              <a:rPr lang="en-US" dirty="0" err="1"/>
              <a:t>conda</a:t>
            </a:r>
            <a:r>
              <a:rPr lang="en-US" dirty="0"/>
              <a:t> activate bio5488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cd</a:t>
            </a:r>
            <a:r>
              <a:rPr lang="en-US" dirty="0"/>
              <a:t> /storage1/fs1/workshops/Active/BIO5488/SP2026.L41.BIOL.5488.01/Assignments/A02/Users/&lt;username&gt;/</a:t>
            </a:r>
          </a:p>
        </p:txBody>
      </p:sp>
    </p:spTree>
    <p:extLst>
      <p:ext uri="{BB962C8B-B14F-4D97-AF65-F5344CB8AC3E}">
        <p14:creationId xmlns:p14="http://schemas.microsoft.com/office/powerpoint/2010/main" val="3137791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67EC7A-C1AF-4FAD-A11D-653BA1A76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Main Goal: Align reads to Chr22 with Bowtie2</a:t>
            </a:r>
          </a:p>
        </p:txBody>
      </p:sp>
    </p:spTree>
    <p:extLst>
      <p:ext uri="{BB962C8B-B14F-4D97-AF65-F5344CB8AC3E}">
        <p14:creationId xmlns:p14="http://schemas.microsoft.com/office/powerpoint/2010/main" val="1190117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3E2A0-476A-25E9-B709-CE9C0B4EA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Step: Create index for Chr22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243BC-E1FF-2C57-B383-228197F77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966" y="1690688"/>
            <a:ext cx="5117319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Genome indexing</a:t>
            </a:r>
            <a:r>
              <a:rPr lang="en-US" dirty="0"/>
              <a:t> stores the context of the genome to make searching more efficient.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Bowtie2 </a:t>
            </a:r>
            <a:r>
              <a:rPr lang="en-US" dirty="0"/>
              <a:t>is a tool used to align short DNA sequencing reads to a larger reference genome.</a:t>
            </a:r>
          </a:p>
          <a:p>
            <a:pPr marL="0" indent="0">
              <a:buNone/>
            </a:pPr>
            <a:r>
              <a:rPr lang="en-US" dirty="0"/>
              <a:t>Aims:</a:t>
            </a:r>
          </a:p>
          <a:p>
            <a:r>
              <a:rPr lang="en-US" dirty="0"/>
              <a:t>Use </a:t>
            </a:r>
            <a:r>
              <a:rPr lang="en-US" b="1" dirty="0"/>
              <a:t>bowtie2-build</a:t>
            </a:r>
            <a:r>
              <a:rPr lang="en-US" dirty="0"/>
              <a:t>: creates various files with different file extensions. </a:t>
            </a:r>
          </a:p>
          <a:p>
            <a:pPr lvl="1"/>
            <a:r>
              <a:rPr lang="en-US" dirty="0"/>
              <a:t>Use </a:t>
            </a:r>
            <a:r>
              <a:rPr lang="en-US" b="1" dirty="0"/>
              <a:t>$ bowtie2 –h</a:t>
            </a:r>
            <a:r>
              <a:rPr lang="en-US" dirty="0"/>
              <a:t> to learn about various options to map sequencing reads.</a:t>
            </a:r>
          </a:p>
          <a:p>
            <a:pPr lvl="1"/>
            <a:r>
              <a:rPr lang="en-US" dirty="0"/>
              <a:t>Can also find more information on: </a:t>
            </a:r>
            <a:r>
              <a:rPr lang="en-US" dirty="0">
                <a:hlinkClick r:id="rId2"/>
              </a:rPr>
              <a:t>https://bowtie-bio.sourceforge.net/bowtie2/manual.shtml</a:t>
            </a:r>
            <a:r>
              <a:rPr lang="en-US" dirty="0"/>
              <a:t> </a:t>
            </a:r>
          </a:p>
        </p:txBody>
      </p:sp>
      <p:pic>
        <p:nvPicPr>
          <p:cNvPr id="5" name="Picture 4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4752F046-16B7-DFA3-162D-195B276EF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623" y="1794997"/>
            <a:ext cx="64897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88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CD1B2-0FC3-E669-950F-B9A302936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Step: Align with Bowtie2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75F43-A263-9C43-604A-ECB38BD73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Align reads from </a:t>
            </a:r>
            <a:r>
              <a:rPr lang="en-US" dirty="0" err="1">
                <a:solidFill>
                  <a:schemeClr val="accent5"/>
                </a:solidFill>
              </a:rPr>
              <a:t>reads.fq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(found in /storage1/fs1/workshops/Active/BIO5488/SP2026.L41.BIOL.5488.01/Assignments/A02/</a:t>
            </a:r>
            <a:r>
              <a:rPr lang="en-US" dirty="0" err="1"/>
              <a:t>Assignment_Data</a:t>
            </a:r>
            <a:r>
              <a:rPr lang="en-US" dirty="0"/>
              <a:t>)</a:t>
            </a:r>
          </a:p>
          <a:p>
            <a:r>
              <a:rPr lang="en-US" dirty="0"/>
              <a:t>Things to note when running </a:t>
            </a:r>
            <a:r>
              <a:rPr lang="en-US" b="1" dirty="0"/>
              <a:t>bowtie2</a:t>
            </a:r>
            <a:r>
              <a:rPr lang="en-US" dirty="0"/>
              <a:t>:</a:t>
            </a:r>
          </a:p>
          <a:p>
            <a:pPr lvl="1"/>
            <a:r>
              <a:rPr lang="en-US" dirty="0" err="1">
                <a:solidFill>
                  <a:schemeClr val="accent5"/>
                </a:solidFill>
              </a:rPr>
              <a:t>reads.fq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has unpaired reads</a:t>
            </a:r>
          </a:p>
          <a:p>
            <a:pPr lvl="1"/>
            <a:r>
              <a:rPr lang="en-US" dirty="0"/>
              <a:t>Alignment output and report output should be saved to a file </a:t>
            </a:r>
          </a:p>
        </p:txBody>
      </p:sp>
    </p:spTree>
    <p:extLst>
      <p:ext uri="{BB962C8B-B14F-4D97-AF65-F5344CB8AC3E}">
        <p14:creationId xmlns:p14="http://schemas.microsoft.com/office/powerpoint/2010/main" val="1047033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E1558-39BD-A390-F508-005001D1A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477" y="365125"/>
            <a:ext cx="10515600" cy="1325563"/>
          </a:xfrm>
        </p:spPr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327DB-0F80-4AF2-1D0D-D1F02613D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477" y="1825625"/>
            <a:ext cx="4199792" cy="4351338"/>
          </a:xfrm>
        </p:spPr>
        <p:txBody>
          <a:bodyPr/>
          <a:lstStyle/>
          <a:p>
            <a:r>
              <a:rPr lang="en-US" dirty="0"/>
              <a:t>Alignment output should be saved in a SAM (sequence alignment format)</a:t>
            </a:r>
          </a:p>
          <a:p>
            <a:r>
              <a:rPr lang="en-US" dirty="0"/>
              <a:t>Report file should have alignment summary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E63C54-9C13-6E22-8FF2-6E8A7DCBE413}"/>
              </a:ext>
            </a:extLst>
          </p:cNvPr>
          <p:cNvSpPr txBox="1"/>
          <p:nvPr/>
        </p:nvSpPr>
        <p:spPr>
          <a:xfrm>
            <a:off x="6177906" y="2080832"/>
            <a:ext cx="46162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>
                <a:latin typeface="Arial" panose="020B0604020202020204" pitchFamily="34" charset="0"/>
              </a:rPr>
              <a:t>Expected Output Summary</a:t>
            </a:r>
          </a:p>
        </p:txBody>
      </p:sp>
      <p:pic>
        <p:nvPicPr>
          <p:cNvPr id="6" name="Picture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23914D5B-7BBA-30D2-90A0-7D835C494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301" y="2753011"/>
            <a:ext cx="6805707" cy="249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284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0A97-8871-C43C-5BEB-EF7A6E6C7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turn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1EF29-D9C3-8160-A0B5-5DB3E9E2F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Output files</a:t>
            </a:r>
          </a:p>
          <a:p>
            <a:r>
              <a:rPr lang="en-US" dirty="0"/>
              <a:t>Alignment file</a:t>
            </a:r>
          </a:p>
          <a:p>
            <a:r>
              <a:rPr lang="en-US" dirty="0"/>
              <a:t>Report file</a:t>
            </a:r>
          </a:p>
          <a:p>
            <a:r>
              <a:rPr lang="en-US" dirty="0" err="1"/>
              <a:t>README.txt</a:t>
            </a:r>
            <a:r>
              <a:rPr lang="en-US" dirty="0"/>
              <a:t> with answers to questions and commands used to answer the questions.</a:t>
            </a:r>
          </a:p>
        </p:txBody>
      </p:sp>
    </p:spTree>
    <p:extLst>
      <p:ext uri="{BB962C8B-B14F-4D97-AF65-F5344CB8AC3E}">
        <p14:creationId xmlns:p14="http://schemas.microsoft.com/office/powerpoint/2010/main" val="1357886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377</Words>
  <Application>Microsoft Macintosh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Assignment 2 </vt:lpstr>
      <vt:lpstr>Preliminary Work (detailed in Assignment2.md)</vt:lpstr>
      <vt:lpstr>Main Goal: Align reads to Chr22 with Bowtie2</vt:lpstr>
      <vt:lpstr>1st Step: Create index for Chr22</vt:lpstr>
      <vt:lpstr>2nd Step: Align with Bowtie2</vt:lpstr>
      <vt:lpstr>Requirements</vt:lpstr>
      <vt:lpstr>What to turn 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Garcia, Shantal</dc:creator>
  <cp:lastModifiedBy>Garcia, Shantal</cp:lastModifiedBy>
  <cp:revision>1</cp:revision>
  <dcterms:created xsi:type="dcterms:W3CDTF">2026-01-22T20:07:39Z</dcterms:created>
  <dcterms:modified xsi:type="dcterms:W3CDTF">2026-01-23T05:01:51Z</dcterms:modified>
</cp:coreProperties>
</file>